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7" r:id="rId22"/>
    <p:sldId id="287" r:id="rId23"/>
    <p:sldId id="288" r:id="rId24"/>
    <p:sldId id="289" r:id="rId25"/>
    <p:sldId id="290" r:id="rId26"/>
    <p:sldId id="291" r:id="rId27"/>
    <p:sldId id="292" r:id="rId28"/>
    <p:sldId id="293" r:id="rId29"/>
    <p:sldId id="294" r:id="rId30"/>
    <p:sldId id="302" r:id="rId31"/>
    <p:sldId id="303" r:id="rId32"/>
    <p:sldId id="305" r:id="rId33"/>
    <p:sldId id="306" r:id="rId34"/>
    <p:sldId id="307" r:id="rId35"/>
    <p:sldId id="308" r:id="rId36"/>
    <p:sldId id="309" r:id="rId37"/>
    <p:sldId id="311" r:id="rId38"/>
    <p:sldId id="312" r:id="rId39"/>
    <p:sldId id="313" r:id="rId40"/>
    <p:sldId id="278" r:id="rId41"/>
    <p:sldId id="280" r:id="rId42"/>
    <p:sldId id="281" r:id="rId43"/>
    <p:sldId id="282" r:id="rId44"/>
    <p:sldId id="284" r:id="rId45"/>
    <p:sldId id="286" r:id="rId46"/>
    <p:sldId id="314" r:id="rId47"/>
    <p:sldId id="285" r:id="rId48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72" autoAdjust="0"/>
    <p:restoredTop sz="94647" autoAdjust="0"/>
  </p:normalViewPr>
  <p:slideViewPr>
    <p:cSldViewPr>
      <p:cViewPr varScale="1">
        <p:scale>
          <a:sx n="136" d="100"/>
          <a:sy n="136" d="100"/>
        </p:scale>
        <p:origin x="138" y="174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00033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00033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00033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5/9/2025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00033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5/9/2025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5/9/2025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77675" y="366600"/>
            <a:ext cx="8188649" cy="6896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00033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427942" y="1611368"/>
            <a:ext cx="6102984" cy="19704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5" Type="http://schemas.openxmlformats.org/officeDocument/2006/relationships/image" Target="../media/image14.jp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www.google.com/search?q=net+promoter+score&amp;oq=Net+Promoter+Score&amp;gs_lcrp=EgZjaHJvbWUqCggAEAAYsQMYgAQyCggAEAAYsQMYgAQyBwgBEAAYgAQyBwgCEAAYgAQyBwgDEAAYgAQyBwgEEAAYgAQyBwgFEAAYgAQyBwgGEAAYgAQyBwgHEAAYgAQyBwgIEAAYgAQyBwgJEAAYgATSAQc3MzVqMGo3qAIAsAIA&amp;sourceid=chrome&amp;ie=UTF-8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4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jp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hyperlink" Target="http://www.webdesignerdepot.com/2013/03/serif-vs-sans-the-final-battle/" TargetMode="Externa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w3schools.com/cssref/css_websafe_fonts.asp" TargetMode="External"/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webdesignstuff.co.uk/blog/category/uncategorized/page/8/" TargetMode="External"/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webstyleguide.com/wsg3/7-page-design/7-design-grids.html" TargetMode="External"/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webstyleguide.com/wsg3/7-page-design/7-design-grids.html" TargetMode="External"/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jp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https://design-system.service.gov.uk/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0.jp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00033D"/>
          </a:solidFill>
        </p:spPr>
        <p:txBody>
          <a:bodyPr wrap="square" lIns="0" tIns="0" rIns="0" bIns="0" rtlCol="0"/>
          <a:lstStyle/>
          <a:p>
            <a:endParaRPr lang="en-GB" noProof="0" dirty="0"/>
          </a:p>
        </p:txBody>
      </p:sp>
      <p:pic>
        <p:nvPicPr>
          <p:cNvPr id="3" name="object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33325" y="1535199"/>
            <a:ext cx="5677349" cy="207309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00033D"/>
          </a:solidFill>
        </p:spPr>
        <p:txBody>
          <a:bodyPr wrap="square" lIns="0" tIns="0" rIns="0" bIns="0" rtlCol="0"/>
          <a:lstStyle/>
          <a:p>
            <a:endParaRPr lang="en-GB" noProof="0" dirty="0"/>
          </a:p>
        </p:txBody>
      </p:sp>
      <p:sp>
        <p:nvSpPr>
          <p:cNvPr id="3" name="object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477724" y="415650"/>
            <a:ext cx="6244590" cy="0"/>
          </a:xfrm>
          <a:custGeom>
            <a:avLst/>
            <a:gdLst/>
            <a:ahLst/>
            <a:cxnLst/>
            <a:rect l="l" t="t" r="r" b="b"/>
            <a:pathLst>
              <a:path w="6244590">
                <a:moveTo>
                  <a:pt x="0" y="0"/>
                </a:moveTo>
                <a:lnTo>
                  <a:pt x="6244199" y="0"/>
                </a:lnTo>
              </a:path>
            </a:pathLst>
          </a:custGeom>
          <a:ln w="3809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lang="en-GB" noProof="0" dirty="0"/>
          </a:p>
        </p:txBody>
      </p:sp>
      <p:sp>
        <p:nvSpPr>
          <p:cNvPr id="4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477724" y="4739999"/>
            <a:ext cx="6244590" cy="0"/>
          </a:xfrm>
          <a:custGeom>
            <a:avLst/>
            <a:gdLst/>
            <a:ahLst/>
            <a:cxnLst/>
            <a:rect l="l" t="t" r="r" b="b"/>
            <a:pathLst>
              <a:path w="6244590">
                <a:moveTo>
                  <a:pt x="0" y="0"/>
                </a:moveTo>
                <a:lnTo>
                  <a:pt x="6244199" y="0"/>
                </a:lnTo>
              </a:path>
            </a:pathLst>
          </a:custGeom>
          <a:ln w="1904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lang="en-GB" noProof="0" dirty="0"/>
          </a:p>
        </p:txBody>
      </p:sp>
      <p:sp>
        <p:nvSpPr>
          <p:cNvPr id="5" name="object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5198" y="415650"/>
            <a:ext cx="183515" cy="0"/>
          </a:xfrm>
          <a:custGeom>
            <a:avLst/>
            <a:gdLst/>
            <a:ahLst/>
            <a:cxnLst/>
            <a:rect l="l" t="t" r="r" b="b"/>
            <a:pathLst>
              <a:path w="183515">
                <a:moveTo>
                  <a:pt x="0" y="0"/>
                </a:moveTo>
                <a:lnTo>
                  <a:pt x="183299" y="0"/>
                </a:lnTo>
              </a:path>
            </a:pathLst>
          </a:custGeom>
          <a:ln w="1904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lang="en-GB" noProof="0" dirty="0"/>
          </a:p>
        </p:txBody>
      </p:sp>
      <p:pic>
        <p:nvPicPr>
          <p:cNvPr id="7" name="object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47249" y="3686724"/>
            <a:ext cx="2555974" cy="933325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391825" y="813582"/>
            <a:ext cx="1732914" cy="1640839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5080">
              <a:lnSpc>
                <a:spcPct val="101200"/>
              </a:lnSpc>
              <a:spcBef>
                <a:spcPts val="70"/>
              </a:spcBef>
            </a:pPr>
            <a:r>
              <a:rPr lang="en-GB" sz="2100" b="1" spc="-10" noProof="0" dirty="0">
                <a:solidFill>
                  <a:srgbClr val="D9D9D9"/>
                </a:solidFill>
                <a:latin typeface="Arial"/>
                <a:cs typeface="Arial"/>
              </a:rPr>
              <a:t>Computer </a:t>
            </a:r>
            <a:r>
              <a:rPr lang="en-GB" sz="2100" b="1" spc="-30" noProof="0" dirty="0">
                <a:solidFill>
                  <a:srgbClr val="D9D9D9"/>
                </a:solidFill>
                <a:latin typeface="Arial"/>
                <a:cs typeface="Arial"/>
              </a:rPr>
              <a:t>Systems</a:t>
            </a:r>
            <a:r>
              <a:rPr lang="en-GB" sz="2100" b="1" spc="-100" noProof="0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lang="en-GB" sz="2100" b="1" spc="-25" noProof="0" dirty="0">
                <a:solidFill>
                  <a:srgbClr val="D9D9D9"/>
                </a:solidFill>
                <a:latin typeface="Arial"/>
                <a:cs typeface="Arial"/>
              </a:rPr>
              <a:t>and </a:t>
            </a:r>
            <a:r>
              <a:rPr lang="en-GB" sz="2100" b="1" spc="-10" noProof="0" dirty="0">
                <a:solidFill>
                  <a:srgbClr val="D9D9D9"/>
                </a:solidFill>
                <a:latin typeface="Arial"/>
                <a:cs typeface="Arial"/>
              </a:rPr>
              <a:t>Internet </a:t>
            </a:r>
            <a:r>
              <a:rPr lang="en-GB" sz="2100" b="1" spc="-20" noProof="0" dirty="0">
                <a:solidFill>
                  <a:srgbClr val="D9D9D9"/>
                </a:solidFill>
                <a:latin typeface="Arial"/>
                <a:cs typeface="Arial"/>
              </a:rPr>
              <a:t>Technologies </a:t>
            </a:r>
            <a:r>
              <a:rPr lang="en-GB" sz="2100" b="1" spc="-10" noProof="0" dirty="0">
                <a:solidFill>
                  <a:srgbClr val="D9D9D9"/>
                </a:solidFill>
                <a:latin typeface="Arial"/>
                <a:cs typeface="Arial"/>
              </a:rPr>
              <a:t>COMP1589</a:t>
            </a:r>
            <a:endParaRPr lang="en-GB" sz="2100" noProof="0" dirty="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444750" y="678865"/>
            <a:ext cx="4064000" cy="748923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ct val="100299"/>
              </a:lnSpc>
              <a:spcBef>
                <a:spcPts val="80"/>
              </a:spcBef>
            </a:pPr>
            <a:r>
              <a:rPr lang="en-GB" sz="4800" spc="459" noProof="0" dirty="0">
                <a:solidFill>
                  <a:srgbClr val="FFFFFF"/>
                </a:solidFill>
              </a:rPr>
              <a:t>UX/UI/CX</a:t>
            </a:r>
            <a:r>
              <a:rPr lang="en-GB" sz="4800" spc="-215" noProof="0" dirty="0">
                <a:solidFill>
                  <a:srgbClr val="FFFFFF"/>
                </a:solidFill>
              </a:rPr>
              <a:t> </a:t>
            </a:r>
            <a:r>
              <a:rPr lang="en-GB" sz="4800" spc="-50" noProof="0" dirty="0">
                <a:solidFill>
                  <a:srgbClr val="FFFFFF"/>
                </a:solidFill>
              </a:rPr>
              <a:t>&amp;</a:t>
            </a:r>
            <a:endParaRPr lang="en-GB" sz="4800" noProof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00033D"/>
          </a:solidFill>
        </p:spPr>
        <p:txBody>
          <a:bodyPr wrap="square" lIns="0" tIns="0" rIns="0" bIns="0" rtlCol="0"/>
          <a:lstStyle/>
          <a:p>
            <a:endParaRPr lang="en-GB" noProof="0" dirty="0"/>
          </a:p>
        </p:txBody>
      </p:sp>
      <p:sp>
        <p:nvSpPr>
          <p:cNvPr id="3" name="object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477724" y="415650"/>
            <a:ext cx="6244590" cy="0"/>
          </a:xfrm>
          <a:custGeom>
            <a:avLst/>
            <a:gdLst/>
            <a:ahLst/>
            <a:cxnLst/>
            <a:rect l="l" t="t" r="r" b="b"/>
            <a:pathLst>
              <a:path w="6244590">
                <a:moveTo>
                  <a:pt x="0" y="0"/>
                </a:moveTo>
                <a:lnTo>
                  <a:pt x="6244199" y="0"/>
                </a:lnTo>
              </a:path>
            </a:pathLst>
          </a:custGeom>
          <a:ln w="3809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lang="en-GB" noProof="0" dirty="0"/>
          </a:p>
        </p:txBody>
      </p:sp>
      <p:sp>
        <p:nvSpPr>
          <p:cNvPr id="4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477724" y="4739999"/>
            <a:ext cx="6244590" cy="0"/>
          </a:xfrm>
          <a:custGeom>
            <a:avLst/>
            <a:gdLst/>
            <a:ahLst/>
            <a:cxnLst/>
            <a:rect l="l" t="t" r="r" b="b"/>
            <a:pathLst>
              <a:path w="6244590">
                <a:moveTo>
                  <a:pt x="0" y="0"/>
                </a:moveTo>
                <a:lnTo>
                  <a:pt x="6244199" y="0"/>
                </a:lnTo>
              </a:path>
            </a:pathLst>
          </a:custGeom>
          <a:ln w="1904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lang="en-GB" noProof="0" dirty="0"/>
          </a:p>
        </p:txBody>
      </p:sp>
      <p:sp>
        <p:nvSpPr>
          <p:cNvPr id="5" name="object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5198" y="415650"/>
            <a:ext cx="183515" cy="0"/>
          </a:xfrm>
          <a:custGeom>
            <a:avLst/>
            <a:gdLst/>
            <a:ahLst/>
            <a:cxnLst/>
            <a:rect l="l" t="t" r="r" b="b"/>
            <a:pathLst>
              <a:path w="183515">
                <a:moveTo>
                  <a:pt x="0" y="0"/>
                </a:moveTo>
                <a:lnTo>
                  <a:pt x="183299" y="0"/>
                </a:lnTo>
              </a:path>
            </a:pathLst>
          </a:custGeom>
          <a:ln w="1904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lang="en-GB" noProof="0" dirty="0"/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xfrm>
            <a:off x="2427942" y="1611368"/>
            <a:ext cx="6102984" cy="9874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86409" indent="-473709">
              <a:lnSpc>
                <a:spcPts val="3829"/>
              </a:lnSpc>
              <a:spcBef>
                <a:spcPts val="100"/>
              </a:spcBef>
              <a:buChar char="●"/>
              <a:tabLst>
                <a:tab pos="486409" algn="l"/>
              </a:tabLst>
            </a:pPr>
            <a:r>
              <a:rPr lang="en-GB" spc="120" noProof="0" dirty="0"/>
              <a:t>What</a:t>
            </a:r>
            <a:r>
              <a:rPr lang="en-GB" spc="-120" noProof="0" dirty="0"/>
              <a:t> </a:t>
            </a:r>
            <a:r>
              <a:rPr lang="en-GB" spc="-155" noProof="0" dirty="0"/>
              <a:t>is</a:t>
            </a:r>
            <a:r>
              <a:rPr lang="en-GB" spc="-120" noProof="0" dirty="0"/>
              <a:t> </a:t>
            </a:r>
            <a:r>
              <a:rPr lang="en-GB" spc="-40" noProof="0" dirty="0"/>
              <a:t>UX,</a:t>
            </a:r>
            <a:r>
              <a:rPr lang="en-GB" spc="-120" noProof="0" dirty="0"/>
              <a:t> </a:t>
            </a:r>
            <a:r>
              <a:rPr lang="en-GB" noProof="0" dirty="0"/>
              <a:t>UI</a:t>
            </a:r>
            <a:r>
              <a:rPr lang="en-GB" spc="-120" noProof="0" dirty="0"/>
              <a:t> </a:t>
            </a:r>
            <a:r>
              <a:rPr lang="en-GB" noProof="0" dirty="0"/>
              <a:t>&amp;</a:t>
            </a:r>
            <a:r>
              <a:rPr lang="en-GB" spc="-120" noProof="0" dirty="0"/>
              <a:t> </a:t>
            </a:r>
            <a:r>
              <a:rPr lang="en-GB" spc="-25" noProof="0" dirty="0"/>
              <a:t>CX?</a:t>
            </a:r>
          </a:p>
          <a:p>
            <a:pPr marL="486409" indent="-473709">
              <a:lnSpc>
                <a:spcPts val="3825"/>
              </a:lnSpc>
              <a:buChar char="●"/>
              <a:tabLst>
                <a:tab pos="486409" algn="l"/>
              </a:tabLst>
            </a:pPr>
            <a:r>
              <a:rPr lang="en-GB" noProof="0" dirty="0"/>
              <a:t>Standards</a:t>
            </a:r>
            <a:r>
              <a:rPr lang="en-GB" spc="-185" noProof="0" dirty="0"/>
              <a:t> </a:t>
            </a:r>
            <a:r>
              <a:rPr lang="en-GB" noProof="0" dirty="0"/>
              <a:t>&amp;</a:t>
            </a:r>
            <a:r>
              <a:rPr lang="en-GB" spc="-180" noProof="0" dirty="0"/>
              <a:t> </a:t>
            </a:r>
            <a:r>
              <a:rPr lang="en-GB" spc="-10" noProof="0" dirty="0"/>
              <a:t>Guidelines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91825" y="813582"/>
            <a:ext cx="101600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z="2100" spc="-10" noProof="0" dirty="0">
                <a:solidFill>
                  <a:srgbClr val="D9D9D9"/>
                </a:solidFill>
              </a:rPr>
              <a:t>Agenda</a:t>
            </a:r>
            <a:endParaRPr lang="en-GB" sz="2100" noProof="0" dirty="0"/>
          </a:p>
        </p:txBody>
      </p:sp>
      <p:pic>
        <p:nvPicPr>
          <p:cNvPr id="8" name="object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81796" y="4732099"/>
            <a:ext cx="1070833" cy="35399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9924" y="369788"/>
            <a:ext cx="349377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pc="105" noProof="0" dirty="0"/>
              <a:t>What</a:t>
            </a:r>
            <a:r>
              <a:rPr lang="en-GB" spc="-110" noProof="0" dirty="0"/>
              <a:t> </a:t>
            </a:r>
            <a:r>
              <a:rPr lang="en-GB" spc="-135" noProof="0" dirty="0"/>
              <a:t>is</a:t>
            </a:r>
            <a:r>
              <a:rPr lang="en-GB" spc="-105" noProof="0" dirty="0"/>
              <a:t> </a:t>
            </a:r>
            <a:r>
              <a:rPr lang="en-GB" spc="-35" noProof="0" dirty="0"/>
              <a:t>UX,</a:t>
            </a:r>
            <a:r>
              <a:rPr lang="en-GB" spc="-105" noProof="0" dirty="0"/>
              <a:t> </a:t>
            </a:r>
            <a:r>
              <a:rPr lang="en-GB" noProof="0" dirty="0"/>
              <a:t>UI</a:t>
            </a:r>
            <a:r>
              <a:rPr lang="en-GB" spc="-105" noProof="0" dirty="0"/>
              <a:t> </a:t>
            </a:r>
            <a:r>
              <a:rPr lang="en-GB" noProof="0" dirty="0"/>
              <a:t>&amp;</a:t>
            </a:r>
            <a:r>
              <a:rPr lang="en-GB" spc="-105" noProof="0" dirty="0"/>
              <a:t> </a:t>
            </a:r>
            <a:r>
              <a:rPr lang="en-GB" spc="-110" noProof="0" dirty="0"/>
              <a:t>CX?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9924" y="1005042"/>
            <a:ext cx="4298315" cy="3797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92405">
              <a:lnSpc>
                <a:spcPct val="100000"/>
              </a:lnSpc>
              <a:spcBef>
                <a:spcPts val="100"/>
              </a:spcBef>
            </a:pPr>
            <a:r>
              <a:rPr lang="en-GB" sz="1500" noProof="0" dirty="0">
                <a:latin typeface="Arial"/>
                <a:cs typeface="Arial"/>
              </a:rPr>
              <a:t>All</a:t>
            </a:r>
            <a:r>
              <a:rPr lang="en-GB" sz="1500" spc="-80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of</a:t>
            </a:r>
            <a:r>
              <a:rPr lang="en-GB" sz="1500" spc="-75" noProof="0" dirty="0">
                <a:latin typeface="Arial"/>
                <a:cs typeface="Arial"/>
              </a:rPr>
              <a:t> </a:t>
            </a:r>
            <a:r>
              <a:rPr lang="en-GB" sz="1500" spc="-20" noProof="0" dirty="0">
                <a:latin typeface="Arial"/>
                <a:cs typeface="Arial"/>
              </a:rPr>
              <a:t>these</a:t>
            </a:r>
            <a:r>
              <a:rPr lang="en-GB" sz="1500" spc="-75" noProof="0" dirty="0">
                <a:latin typeface="Arial"/>
                <a:cs typeface="Arial"/>
              </a:rPr>
              <a:t> </a:t>
            </a:r>
            <a:r>
              <a:rPr lang="en-GB" sz="1500" spc="60" noProof="0" dirty="0">
                <a:latin typeface="Arial"/>
                <a:cs typeface="Arial"/>
              </a:rPr>
              <a:t>two-</a:t>
            </a:r>
            <a:r>
              <a:rPr lang="en-GB" sz="1500" spc="50" noProof="0" dirty="0">
                <a:latin typeface="Arial"/>
                <a:cs typeface="Arial"/>
              </a:rPr>
              <a:t>letter</a:t>
            </a:r>
            <a:r>
              <a:rPr lang="en-GB" sz="1500" spc="-80" noProof="0" dirty="0">
                <a:latin typeface="Arial"/>
                <a:cs typeface="Arial"/>
              </a:rPr>
              <a:t> </a:t>
            </a:r>
            <a:r>
              <a:rPr lang="en-GB" sz="1500" spc="-30" noProof="0" dirty="0">
                <a:latin typeface="Arial"/>
                <a:cs typeface="Arial"/>
              </a:rPr>
              <a:t>acronyms</a:t>
            </a:r>
            <a:r>
              <a:rPr lang="en-GB" sz="1500" spc="-75" noProof="0" dirty="0">
                <a:latin typeface="Arial"/>
                <a:cs typeface="Arial"/>
              </a:rPr>
              <a:t> </a:t>
            </a:r>
            <a:r>
              <a:rPr lang="en-GB" sz="1500" spc="-10" noProof="0" dirty="0">
                <a:latin typeface="Arial"/>
                <a:cs typeface="Arial"/>
              </a:rPr>
              <a:t>are</a:t>
            </a:r>
            <a:r>
              <a:rPr lang="en-GB" sz="1500" spc="-75" noProof="0" dirty="0">
                <a:latin typeface="Arial"/>
                <a:cs typeface="Arial"/>
              </a:rPr>
              <a:t> </a:t>
            </a:r>
            <a:r>
              <a:rPr lang="en-GB" sz="1500" spc="-10" noProof="0" dirty="0">
                <a:latin typeface="Arial"/>
                <a:cs typeface="Arial"/>
              </a:rPr>
              <a:t>design </a:t>
            </a:r>
            <a:r>
              <a:rPr lang="en-GB" sz="1500" spc="-55" noProof="0" dirty="0">
                <a:latin typeface="Arial"/>
                <a:cs typeface="Arial"/>
              </a:rPr>
              <a:t>processes</a:t>
            </a:r>
            <a:r>
              <a:rPr lang="en-GB" sz="1500" spc="-65" noProof="0" dirty="0">
                <a:latin typeface="Arial"/>
                <a:cs typeface="Arial"/>
              </a:rPr>
              <a:t> </a:t>
            </a:r>
            <a:r>
              <a:rPr lang="en-GB" sz="1500" spc="-50" noProof="0" dirty="0">
                <a:latin typeface="Arial"/>
                <a:cs typeface="Arial"/>
              </a:rPr>
              <a:t>used</a:t>
            </a:r>
            <a:r>
              <a:rPr lang="en-GB" sz="1500" spc="-60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in</a:t>
            </a:r>
            <a:r>
              <a:rPr lang="en-GB" sz="1500" spc="-60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creating</a:t>
            </a:r>
            <a:r>
              <a:rPr lang="en-GB" sz="1500" spc="-60" noProof="0" dirty="0">
                <a:latin typeface="Arial"/>
                <a:cs typeface="Arial"/>
              </a:rPr>
              <a:t> </a:t>
            </a:r>
            <a:r>
              <a:rPr lang="en-GB" sz="1500" spc="-40" noProof="0" dirty="0">
                <a:latin typeface="Arial"/>
                <a:cs typeface="Arial"/>
              </a:rPr>
              <a:t>any</a:t>
            </a:r>
            <a:r>
              <a:rPr lang="en-GB" sz="1500" spc="-60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form</a:t>
            </a:r>
            <a:r>
              <a:rPr lang="en-GB" sz="1500" spc="-60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of</a:t>
            </a:r>
            <a:r>
              <a:rPr lang="en-GB" sz="1500" spc="-60" noProof="0" dirty="0">
                <a:latin typeface="Arial"/>
                <a:cs typeface="Arial"/>
              </a:rPr>
              <a:t> </a:t>
            </a:r>
            <a:r>
              <a:rPr lang="en-GB" sz="1500" spc="-10" noProof="0" dirty="0">
                <a:latin typeface="Arial"/>
                <a:cs typeface="Arial"/>
              </a:rPr>
              <a:t>interactive experience.</a:t>
            </a:r>
            <a:endParaRPr lang="en-GB" sz="1500" noProof="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75"/>
              </a:spcBef>
            </a:pPr>
            <a:r>
              <a:rPr lang="en-GB" sz="1500" spc="-60" noProof="0" dirty="0">
                <a:latin typeface="Arial"/>
                <a:cs typeface="Arial"/>
              </a:rPr>
              <a:t>These</a:t>
            </a:r>
            <a:r>
              <a:rPr lang="en-GB" sz="1500" spc="-90" noProof="0" dirty="0">
                <a:latin typeface="Arial"/>
                <a:cs typeface="Arial"/>
              </a:rPr>
              <a:t> </a:t>
            </a:r>
            <a:r>
              <a:rPr lang="en-GB" sz="1500" spc="-30" noProof="0" dirty="0">
                <a:latin typeface="Arial"/>
                <a:cs typeface="Arial"/>
              </a:rPr>
              <a:t>acronyms</a:t>
            </a:r>
            <a:r>
              <a:rPr lang="en-GB" sz="1500" spc="-85" noProof="0" dirty="0">
                <a:latin typeface="Arial"/>
                <a:cs typeface="Arial"/>
              </a:rPr>
              <a:t> </a:t>
            </a:r>
            <a:r>
              <a:rPr lang="en-GB" sz="1500" spc="-10" noProof="0" dirty="0">
                <a:latin typeface="Arial"/>
                <a:cs typeface="Arial"/>
              </a:rPr>
              <a:t>stand</a:t>
            </a:r>
            <a:r>
              <a:rPr lang="en-GB" sz="1500" spc="-85" noProof="0" dirty="0">
                <a:latin typeface="Arial"/>
                <a:cs typeface="Arial"/>
              </a:rPr>
              <a:t> </a:t>
            </a:r>
            <a:r>
              <a:rPr lang="en-GB" sz="1500" spc="-20" noProof="0" dirty="0">
                <a:latin typeface="Arial"/>
                <a:cs typeface="Arial"/>
              </a:rPr>
              <a:t>for:</a:t>
            </a:r>
            <a:endParaRPr lang="en-GB" sz="1500" noProof="0" dirty="0">
              <a:latin typeface="Arial"/>
              <a:cs typeface="Arial"/>
            </a:endParaRPr>
          </a:p>
          <a:p>
            <a:pPr marL="469265" indent="-343535">
              <a:lnSpc>
                <a:spcPct val="100000"/>
              </a:lnSpc>
              <a:spcBef>
                <a:spcPts val="1575"/>
              </a:spcBef>
              <a:buFont typeface="Arial"/>
              <a:buChar char="●"/>
              <a:tabLst>
                <a:tab pos="469265" algn="l"/>
              </a:tabLst>
            </a:pPr>
            <a:r>
              <a:rPr lang="en-GB" sz="1500" b="1" spc="-25" noProof="0" dirty="0">
                <a:latin typeface="Arial"/>
                <a:cs typeface="Arial"/>
              </a:rPr>
              <a:t>U</a:t>
            </a:r>
            <a:r>
              <a:rPr lang="en-GB" sz="1500" spc="-25" noProof="0" dirty="0">
                <a:latin typeface="Arial"/>
                <a:cs typeface="Arial"/>
              </a:rPr>
              <a:t>ser</a:t>
            </a:r>
            <a:r>
              <a:rPr lang="en-GB" sz="1500" spc="-70" noProof="0" dirty="0">
                <a:latin typeface="Arial"/>
                <a:cs typeface="Arial"/>
              </a:rPr>
              <a:t> </a:t>
            </a:r>
            <a:r>
              <a:rPr lang="en-GB" sz="1500" spc="-30" noProof="0" dirty="0">
                <a:latin typeface="Arial"/>
                <a:cs typeface="Arial"/>
              </a:rPr>
              <a:t>E</a:t>
            </a:r>
            <a:r>
              <a:rPr lang="en-GB" sz="1500" b="1" spc="-30" noProof="0" dirty="0">
                <a:latin typeface="Arial"/>
                <a:cs typeface="Arial"/>
              </a:rPr>
              <a:t>x</a:t>
            </a:r>
            <a:r>
              <a:rPr lang="en-GB" sz="1500" spc="-30" noProof="0" dirty="0">
                <a:latin typeface="Arial"/>
                <a:cs typeface="Arial"/>
              </a:rPr>
              <a:t>perience</a:t>
            </a:r>
            <a:r>
              <a:rPr lang="en-GB" sz="1500" spc="-70" noProof="0" dirty="0">
                <a:latin typeface="Arial"/>
                <a:cs typeface="Arial"/>
              </a:rPr>
              <a:t> </a:t>
            </a:r>
            <a:r>
              <a:rPr lang="en-GB" sz="1500" spc="-10" noProof="0" dirty="0">
                <a:latin typeface="Arial"/>
                <a:cs typeface="Arial"/>
              </a:rPr>
              <a:t>[Design]</a:t>
            </a:r>
            <a:endParaRPr lang="en-GB" sz="1500" noProof="0" dirty="0">
              <a:latin typeface="Arial"/>
              <a:cs typeface="Arial"/>
            </a:endParaRPr>
          </a:p>
          <a:p>
            <a:pPr marL="469265" indent="-343535">
              <a:lnSpc>
                <a:spcPct val="100000"/>
              </a:lnSpc>
              <a:buFont typeface="Arial"/>
              <a:buChar char="●"/>
              <a:tabLst>
                <a:tab pos="469265" algn="l"/>
              </a:tabLst>
            </a:pPr>
            <a:r>
              <a:rPr lang="en-GB" sz="1500" b="1" spc="-25" noProof="0" dirty="0">
                <a:latin typeface="Arial"/>
                <a:cs typeface="Arial"/>
              </a:rPr>
              <a:t>U</a:t>
            </a:r>
            <a:r>
              <a:rPr lang="en-GB" sz="1500" spc="-25" noProof="0" dirty="0">
                <a:latin typeface="Arial"/>
                <a:cs typeface="Arial"/>
              </a:rPr>
              <a:t>ser</a:t>
            </a:r>
            <a:r>
              <a:rPr lang="en-GB" sz="1500" spc="-30" noProof="0" dirty="0">
                <a:latin typeface="Arial"/>
                <a:cs typeface="Arial"/>
              </a:rPr>
              <a:t> </a:t>
            </a:r>
            <a:r>
              <a:rPr lang="en-GB" sz="1500" b="1" noProof="0" dirty="0">
                <a:latin typeface="Arial"/>
                <a:cs typeface="Arial"/>
              </a:rPr>
              <a:t>I</a:t>
            </a:r>
            <a:r>
              <a:rPr lang="en-GB" sz="1500" noProof="0" dirty="0">
                <a:latin typeface="Arial"/>
                <a:cs typeface="Arial"/>
              </a:rPr>
              <a:t>nterface</a:t>
            </a:r>
            <a:r>
              <a:rPr lang="en-GB" sz="1500" spc="-30" noProof="0" dirty="0">
                <a:latin typeface="Arial"/>
                <a:cs typeface="Arial"/>
              </a:rPr>
              <a:t> </a:t>
            </a:r>
            <a:r>
              <a:rPr lang="en-GB" sz="1500" spc="-10" noProof="0" dirty="0">
                <a:latin typeface="Arial"/>
                <a:cs typeface="Arial"/>
              </a:rPr>
              <a:t>[Design]</a:t>
            </a:r>
            <a:endParaRPr lang="en-GB" sz="1500" noProof="0" dirty="0">
              <a:latin typeface="Arial"/>
              <a:cs typeface="Arial"/>
            </a:endParaRPr>
          </a:p>
          <a:p>
            <a:pPr marL="469900" marR="213360" indent="-344170">
              <a:lnSpc>
                <a:spcPct val="100000"/>
              </a:lnSpc>
              <a:buChar char="●"/>
              <a:tabLst>
                <a:tab pos="469900" algn="l"/>
              </a:tabLst>
            </a:pPr>
            <a:r>
              <a:rPr lang="en-GB" sz="1500" b="1" spc="-10" noProof="0" dirty="0">
                <a:latin typeface="Arial"/>
                <a:cs typeface="Arial"/>
              </a:rPr>
              <a:t>C</a:t>
            </a:r>
            <a:r>
              <a:rPr lang="en-GB" sz="1500" spc="-10" noProof="0" dirty="0">
                <a:latin typeface="Arial"/>
                <a:cs typeface="Arial"/>
              </a:rPr>
              <a:t>ustomer</a:t>
            </a:r>
            <a:r>
              <a:rPr lang="en-GB" sz="1500" spc="-85" noProof="0" dirty="0">
                <a:latin typeface="Arial"/>
                <a:cs typeface="Arial"/>
              </a:rPr>
              <a:t> </a:t>
            </a:r>
            <a:r>
              <a:rPr lang="en-GB" sz="1500" spc="-30" noProof="0" dirty="0">
                <a:latin typeface="Arial"/>
                <a:cs typeface="Arial"/>
              </a:rPr>
              <a:t>E</a:t>
            </a:r>
            <a:r>
              <a:rPr lang="en-GB" sz="1500" b="1" spc="-30" noProof="0" dirty="0">
                <a:latin typeface="Arial"/>
                <a:cs typeface="Arial"/>
              </a:rPr>
              <a:t>x</a:t>
            </a:r>
            <a:r>
              <a:rPr lang="en-GB" sz="1500" spc="-30" noProof="0" dirty="0">
                <a:latin typeface="Arial"/>
                <a:cs typeface="Arial"/>
              </a:rPr>
              <a:t>perience</a:t>
            </a:r>
            <a:r>
              <a:rPr lang="en-GB" sz="1500" spc="-80" noProof="0" dirty="0">
                <a:latin typeface="Arial"/>
                <a:cs typeface="Arial"/>
              </a:rPr>
              <a:t> </a:t>
            </a:r>
            <a:r>
              <a:rPr lang="en-GB" sz="1500" spc="-10" noProof="0" dirty="0">
                <a:latin typeface="Arial"/>
                <a:cs typeface="Arial"/>
              </a:rPr>
              <a:t>[Design]</a:t>
            </a:r>
            <a:r>
              <a:rPr lang="en-GB" sz="1500" spc="-85" noProof="0" dirty="0">
                <a:latin typeface="Arial"/>
                <a:cs typeface="Arial"/>
              </a:rPr>
              <a:t> </a:t>
            </a:r>
            <a:r>
              <a:rPr lang="en-GB" sz="1500" spc="-60" noProof="0" dirty="0">
                <a:latin typeface="Arial"/>
                <a:cs typeface="Arial"/>
              </a:rPr>
              <a:t>(aka.</a:t>
            </a:r>
            <a:r>
              <a:rPr lang="en-GB" sz="1500" spc="-80" noProof="0" dirty="0">
                <a:latin typeface="Arial"/>
                <a:cs typeface="Arial"/>
              </a:rPr>
              <a:t> </a:t>
            </a:r>
            <a:r>
              <a:rPr lang="en-GB" sz="1500" spc="-30" noProof="0" dirty="0">
                <a:latin typeface="Arial"/>
                <a:cs typeface="Arial"/>
              </a:rPr>
              <a:t>Service </a:t>
            </a:r>
            <a:r>
              <a:rPr lang="en-GB" sz="1500" spc="-10" noProof="0" dirty="0">
                <a:latin typeface="Arial"/>
                <a:cs typeface="Arial"/>
              </a:rPr>
              <a:t>Design)</a:t>
            </a:r>
            <a:endParaRPr lang="en-GB" sz="1500" noProof="0" dirty="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1575"/>
              </a:spcBef>
            </a:pPr>
            <a:r>
              <a:rPr lang="en-GB" sz="1500" spc="-75" noProof="0" dirty="0">
                <a:latin typeface="Arial"/>
                <a:cs typeface="Arial"/>
              </a:rPr>
              <a:t>You</a:t>
            </a:r>
            <a:r>
              <a:rPr lang="en-GB" sz="1500" spc="-80" noProof="0" dirty="0">
                <a:latin typeface="Arial"/>
                <a:cs typeface="Arial"/>
              </a:rPr>
              <a:t> </a:t>
            </a:r>
            <a:r>
              <a:rPr lang="en-GB" sz="1500" spc="-45" noProof="0" dirty="0">
                <a:latin typeface="Arial"/>
                <a:cs typeface="Arial"/>
              </a:rPr>
              <a:t>may</a:t>
            </a:r>
            <a:r>
              <a:rPr lang="en-GB" sz="1500" spc="-80" noProof="0" dirty="0">
                <a:latin typeface="Arial"/>
                <a:cs typeface="Arial"/>
              </a:rPr>
              <a:t> </a:t>
            </a:r>
            <a:r>
              <a:rPr lang="en-GB" sz="1500" spc="-35" noProof="0" dirty="0">
                <a:latin typeface="Arial"/>
                <a:cs typeface="Arial"/>
              </a:rPr>
              <a:t>be</a:t>
            </a:r>
            <a:r>
              <a:rPr lang="en-GB" sz="1500" spc="-80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wondering</a:t>
            </a:r>
            <a:r>
              <a:rPr lang="en-GB" sz="1500" spc="-80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how</a:t>
            </a:r>
            <a:r>
              <a:rPr lang="en-GB" sz="1500" spc="-80" noProof="0" dirty="0">
                <a:latin typeface="Arial"/>
                <a:cs typeface="Arial"/>
              </a:rPr>
              <a:t> </a:t>
            </a:r>
            <a:r>
              <a:rPr lang="en-GB" sz="1500" spc="-20" noProof="0" dirty="0">
                <a:latin typeface="Arial"/>
                <a:cs typeface="Arial"/>
              </a:rPr>
              <a:t>these</a:t>
            </a:r>
            <a:r>
              <a:rPr lang="en-GB" sz="1500" spc="-80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three</a:t>
            </a:r>
            <a:r>
              <a:rPr lang="en-GB" sz="1500" spc="-75" noProof="0" dirty="0">
                <a:latin typeface="Arial"/>
                <a:cs typeface="Arial"/>
              </a:rPr>
              <a:t> </a:t>
            </a:r>
            <a:r>
              <a:rPr lang="en-GB" sz="1500" spc="-55" noProof="0" dirty="0">
                <a:latin typeface="Arial"/>
                <a:cs typeface="Arial"/>
              </a:rPr>
              <a:t>areas</a:t>
            </a:r>
            <a:r>
              <a:rPr lang="en-GB" sz="1500" spc="-80" noProof="0" dirty="0">
                <a:latin typeface="Arial"/>
                <a:cs typeface="Arial"/>
              </a:rPr>
              <a:t> </a:t>
            </a:r>
            <a:r>
              <a:rPr lang="en-GB" sz="1500" spc="-10" noProof="0" dirty="0">
                <a:latin typeface="Arial"/>
                <a:cs typeface="Arial"/>
              </a:rPr>
              <a:t>relate </a:t>
            </a:r>
            <a:r>
              <a:rPr lang="en-GB" sz="1500" spc="65" noProof="0" dirty="0">
                <a:latin typeface="Arial"/>
                <a:cs typeface="Arial"/>
              </a:rPr>
              <a:t>to</a:t>
            </a:r>
            <a:r>
              <a:rPr lang="en-GB" sz="1500" spc="-50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computing</a:t>
            </a:r>
            <a:r>
              <a:rPr lang="en-GB" sz="1500" spc="-45" noProof="0" dirty="0">
                <a:latin typeface="Arial"/>
                <a:cs typeface="Arial"/>
              </a:rPr>
              <a:t> </a:t>
            </a:r>
            <a:r>
              <a:rPr lang="en-GB" sz="1500" spc="-35" noProof="0" dirty="0">
                <a:latin typeface="Arial"/>
                <a:cs typeface="Arial"/>
              </a:rPr>
              <a:t>and</a:t>
            </a:r>
            <a:r>
              <a:rPr lang="en-GB" sz="1500" spc="-45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internet</a:t>
            </a:r>
            <a:r>
              <a:rPr lang="en-GB" sz="1500" spc="-45" noProof="0" dirty="0">
                <a:latin typeface="Arial"/>
                <a:cs typeface="Arial"/>
              </a:rPr>
              <a:t> </a:t>
            </a:r>
            <a:r>
              <a:rPr lang="en-GB" sz="1500" spc="-10" noProof="0" dirty="0">
                <a:latin typeface="Arial"/>
                <a:cs typeface="Arial"/>
              </a:rPr>
              <a:t>technologies.</a:t>
            </a:r>
            <a:endParaRPr lang="en-GB" sz="1500" noProof="0" dirty="0">
              <a:latin typeface="Arial"/>
              <a:cs typeface="Arial"/>
            </a:endParaRPr>
          </a:p>
          <a:p>
            <a:pPr marL="12700" marR="109855">
              <a:lnSpc>
                <a:spcPct val="100000"/>
              </a:lnSpc>
              <a:spcBef>
                <a:spcPts val="1575"/>
              </a:spcBef>
            </a:pPr>
            <a:r>
              <a:rPr lang="en-GB" sz="1500" noProof="0" dirty="0">
                <a:latin typeface="Arial"/>
                <a:cs typeface="Arial"/>
              </a:rPr>
              <a:t>In</a:t>
            </a:r>
            <a:r>
              <a:rPr lang="en-GB" sz="1500" spc="-55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short</a:t>
            </a:r>
            <a:r>
              <a:rPr lang="en-GB" sz="1500" spc="-50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they</a:t>
            </a:r>
            <a:r>
              <a:rPr lang="en-GB" sz="1500" spc="-50" noProof="0" dirty="0">
                <a:latin typeface="Arial"/>
                <a:cs typeface="Arial"/>
              </a:rPr>
              <a:t> </a:t>
            </a:r>
            <a:r>
              <a:rPr lang="en-GB" sz="1500" spc="-10" noProof="0" dirty="0">
                <a:latin typeface="Arial"/>
                <a:cs typeface="Arial"/>
              </a:rPr>
              <a:t>are</a:t>
            </a:r>
            <a:r>
              <a:rPr lang="en-GB" sz="1500" spc="-50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the</a:t>
            </a:r>
            <a:r>
              <a:rPr lang="en-GB" sz="1500" spc="-50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foundation</a:t>
            </a:r>
            <a:r>
              <a:rPr lang="en-GB" sz="1500" spc="-50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in</a:t>
            </a:r>
            <a:r>
              <a:rPr lang="en-GB" sz="1500" spc="-50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which</a:t>
            </a:r>
            <a:r>
              <a:rPr lang="en-GB" sz="1500" spc="-50" noProof="0" dirty="0">
                <a:latin typeface="Arial"/>
                <a:cs typeface="Arial"/>
              </a:rPr>
              <a:t> </a:t>
            </a:r>
            <a:r>
              <a:rPr lang="en-GB" sz="1500" spc="-10" noProof="0" dirty="0">
                <a:latin typeface="Arial"/>
                <a:cs typeface="Arial"/>
              </a:rPr>
              <a:t>users </a:t>
            </a:r>
            <a:r>
              <a:rPr lang="en-GB" sz="1500" noProof="0" dirty="0">
                <a:latin typeface="Arial"/>
                <a:cs typeface="Arial"/>
              </a:rPr>
              <a:t>interact</a:t>
            </a:r>
            <a:r>
              <a:rPr lang="en-GB" sz="1500" spc="-65" noProof="0" dirty="0">
                <a:latin typeface="Arial"/>
                <a:cs typeface="Arial"/>
              </a:rPr>
              <a:t> </a:t>
            </a:r>
            <a:r>
              <a:rPr lang="en-GB" sz="1500" spc="60" noProof="0" dirty="0">
                <a:latin typeface="Arial"/>
                <a:cs typeface="Arial"/>
              </a:rPr>
              <a:t>with</a:t>
            </a:r>
            <a:r>
              <a:rPr lang="en-GB" sz="1500" spc="-60" noProof="0" dirty="0">
                <a:latin typeface="Arial"/>
                <a:cs typeface="Arial"/>
              </a:rPr>
              <a:t> </a:t>
            </a:r>
            <a:r>
              <a:rPr lang="en-GB" sz="1500" spc="-25" noProof="0" dirty="0">
                <a:latin typeface="Arial"/>
                <a:cs typeface="Arial"/>
              </a:rPr>
              <a:t>technology,</a:t>
            </a:r>
            <a:r>
              <a:rPr lang="en-GB" sz="1500" spc="-65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in</a:t>
            </a:r>
            <a:r>
              <a:rPr lang="en-GB" sz="1500" spc="-60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our</a:t>
            </a:r>
            <a:r>
              <a:rPr lang="en-GB" sz="1500" spc="-65" noProof="0" dirty="0">
                <a:latin typeface="Arial"/>
                <a:cs typeface="Arial"/>
              </a:rPr>
              <a:t> </a:t>
            </a:r>
            <a:r>
              <a:rPr lang="en-GB" sz="1500" spc="-80" noProof="0" dirty="0">
                <a:latin typeface="Arial"/>
                <a:cs typeface="Arial"/>
              </a:rPr>
              <a:t>case</a:t>
            </a:r>
            <a:r>
              <a:rPr lang="en-GB" sz="1500" spc="-60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this</a:t>
            </a:r>
            <a:r>
              <a:rPr lang="en-GB" sz="1500" spc="-60" noProof="0" dirty="0">
                <a:latin typeface="Arial"/>
                <a:cs typeface="Arial"/>
              </a:rPr>
              <a:t> </a:t>
            </a:r>
            <a:r>
              <a:rPr lang="en-GB" sz="1500" spc="-35" noProof="0" dirty="0">
                <a:latin typeface="Arial"/>
                <a:cs typeface="Arial"/>
              </a:rPr>
              <a:t>is</a:t>
            </a:r>
            <a:r>
              <a:rPr lang="en-GB" sz="1500" spc="-65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how</a:t>
            </a:r>
            <a:r>
              <a:rPr lang="en-GB" sz="1500" spc="-60" noProof="0" dirty="0">
                <a:latin typeface="Arial"/>
                <a:cs typeface="Arial"/>
              </a:rPr>
              <a:t> </a:t>
            </a:r>
            <a:r>
              <a:rPr lang="en-GB" sz="1500" spc="-25" noProof="0" dirty="0">
                <a:latin typeface="Arial"/>
                <a:cs typeface="Arial"/>
              </a:rPr>
              <a:t>we </a:t>
            </a:r>
            <a:r>
              <a:rPr lang="en-GB" sz="1500" spc="-20" noProof="0" dirty="0">
                <a:latin typeface="Arial"/>
                <a:cs typeface="Arial"/>
              </a:rPr>
              <a:t>describe</a:t>
            </a:r>
            <a:r>
              <a:rPr lang="en-GB" sz="1500" spc="-65" noProof="0" dirty="0">
                <a:latin typeface="Arial"/>
                <a:cs typeface="Arial"/>
              </a:rPr>
              <a:t> </a:t>
            </a:r>
            <a:r>
              <a:rPr lang="en-GB" sz="1500" spc="-85" noProof="0" dirty="0">
                <a:latin typeface="Arial"/>
                <a:cs typeface="Arial"/>
              </a:rPr>
              <a:t>a</a:t>
            </a:r>
            <a:r>
              <a:rPr lang="en-GB" sz="1500" spc="-60" noProof="0" dirty="0">
                <a:latin typeface="Arial"/>
                <a:cs typeface="Arial"/>
              </a:rPr>
              <a:t> </a:t>
            </a:r>
            <a:r>
              <a:rPr lang="en-GB" sz="1500" spc="-35" noProof="0" dirty="0">
                <a:latin typeface="Arial"/>
                <a:cs typeface="Arial"/>
              </a:rPr>
              <a:t>users</a:t>
            </a:r>
            <a:r>
              <a:rPr lang="en-GB" sz="1500" spc="-60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interaction</a:t>
            </a:r>
            <a:r>
              <a:rPr lang="en-GB" sz="1500" spc="-60" noProof="0" dirty="0">
                <a:latin typeface="Arial"/>
                <a:cs typeface="Arial"/>
              </a:rPr>
              <a:t> </a:t>
            </a:r>
            <a:r>
              <a:rPr lang="en-GB" sz="1500" spc="60" noProof="0" dirty="0">
                <a:latin typeface="Arial"/>
                <a:cs typeface="Arial"/>
              </a:rPr>
              <a:t>with</a:t>
            </a:r>
            <a:r>
              <a:rPr lang="en-GB" sz="1500" spc="-60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our</a:t>
            </a:r>
            <a:r>
              <a:rPr lang="en-GB" sz="1500" spc="-60" noProof="0" dirty="0">
                <a:latin typeface="Arial"/>
                <a:cs typeface="Arial"/>
              </a:rPr>
              <a:t> </a:t>
            </a:r>
            <a:r>
              <a:rPr lang="en-GB" sz="1500" spc="-10" noProof="0" dirty="0">
                <a:latin typeface="Arial"/>
                <a:cs typeface="Arial"/>
              </a:rPr>
              <a:t>website.</a:t>
            </a:r>
            <a:endParaRPr lang="en-GB" sz="1500" noProof="0" dirty="0">
              <a:latin typeface="Arial"/>
              <a:cs typeface="Arial"/>
            </a:endParaRPr>
          </a:p>
        </p:txBody>
      </p:sp>
      <p:grpSp>
        <p:nvGrpSpPr>
          <p:cNvPr id="4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086100" y="0"/>
            <a:ext cx="4058285" cy="5143500"/>
            <a:chOff x="5086100" y="0"/>
            <a:chExt cx="4058285" cy="5143500"/>
          </a:xfrm>
        </p:grpSpPr>
        <p:sp>
          <p:nvSpPr>
            <p:cNvPr id="5" name="object 5"/>
            <p:cNvSpPr/>
            <p:nvPr/>
          </p:nvSpPr>
          <p:spPr>
            <a:xfrm>
              <a:off x="5086100" y="0"/>
              <a:ext cx="4058285" cy="5143500"/>
            </a:xfrm>
            <a:custGeom>
              <a:avLst/>
              <a:gdLst/>
              <a:ahLst/>
              <a:cxnLst/>
              <a:rect l="l" t="t" r="r" b="b"/>
              <a:pathLst>
                <a:path w="4058284" h="5143500">
                  <a:moveTo>
                    <a:pt x="4057799" y="5143499"/>
                  </a:moveTo>
                  <a:lnTo>
                    <a:pt x="0" y="5143499"/>
                  </a:lnTo>
                  <a:lnTo>
                    <a:pt x="0" y="0"/>
                  </a:lnTo>
                  <a:lnTo>
                    <a:pt x="4057799" y="0"/>
                  </a:lnTo>
                  <a:lnTo>
                    <a:pt x="4057799" y="5143499"/>
                  </a:lnTo>
                  <a:close/>
                </a:path>
              </a:pathLst>
            </a:custGeom>
            <a:solidFill>
              <a:srgbClr val="F7CE47"/>
            </a:solidFill>
          </p:spPr>
          <p:txBody>
            <a:bodyPr wrap="square" lIns="0" tIns="0" rIns="0" bIns="0" rtlCol="0"/>
            <a:lstStyle/>
            <a:p>
              <a:endParaRPr lang="en-GB" noProof="0" dirty="0"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81796" y="4732099"/>
              <a:ext cx="1070833" cy="35399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93575" y="953825"/>
              <a:ext cx="3842849" cy="323584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1612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lang="en-GB" u="heavy" spc="-10" noProof="0" dirty="0">
                <a:uFill>
                  <a:solidFill>
                    <a:srgbClr val="00033D"/>
                  </a:solidFill>
                </a:uFill>
              </a:rPr>
              <a:t>U</a:t>
            </a:r>
            <a:r>
              <a:rPr lang="en-GB" spc="-10" noProof="0" dirty="0"/>
              <a:t>ser</a:t>
            </a:r>
            <a:r>
              <a:rPr lang="en-GB" spc="-160" noProof="0" dirty="0"/>
              <a:t> </a:t>
            </a:r>
            <a:r>
              <a:rPr lang="en-GB" noProof="0" dirty="0"/>
              <a:t>E</a:t>
            </a:r>
            <a:r>
              <a:rPr lang="en-GB" u="heavy" noProof="0" dirty="0">
                <a:uFill>
                  <a:solidFill>
                    <a:srgbClr val="00033D"/>
                  </a:solidFill>
                </a:uFill>
              </a:rPr>
              <a:t>x</a:t>
            </a:r>
            <a:r>
              <a:rPr lang="en-GB" noProof="0" dirty="0"/>
              <a:t>perience</a:t>
            </a:r>
            <a:r>
              <a:rPr lang="en-GB" spc="-90" noProof="0" dirty="0"/>
              <a:t> </a:t>
            </a:r>
            <a:r>
              <a:rPr lang="en-GB" spc="-10" noProof="0" dirty="0"/>
              <a:t>Design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9924" y="1090767"/>
            <a:ext cx="4302760" cy="3625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GB" sz="1500" spc="-30" noProof="0" dirty="0">
                <a:latin typeface="Arial"/>
                <a:cs typeface="Arial"/>
              </a:rPr>
              <a:t>UX</a:t>
            </a:r>
            <a:r>
              <a:rPr lang="en-GB" sz="1500" spc="-85" noProof="0" dirty="0">
                <a:latin typeface="Arial"/>
                <a:cs typeface="Arial"/>
              </a:rPr>
              <a:t> </a:t>
            </a:r>
            <a:r>
              <a:rPr lang="en-GB" sz="1500" spc="-35" noProof="0" dirty="0">
                <a:latin typeface="Arial"/>
                <a:cs typeface="Arial"/>
              </a:rPr>
              <a:t>design</a:t>
            </a:r>
            <a:r>
              <a:rPr lang="en-GB" sz="1500" spc="-85" noProof="0" dirty="0">
                <a:latin typeface="Arial"/>
                <a:cs typeface="Arial"/>
              </a:rPr>
              <a:t> </a:t>
            </a:r>
            <a:r>
              <a:rPr lang="en-GB" sz="1500" spc="-35" noProof="0" dirty="0">
                <a:latin typeface="Arial"/>
                <a:cs typeface="Arial"/>
              </a:rPr>
              <a:t>is</a:t>
            </a:r>
            <a:r>
              <a:rPr lang="en-GB" sz="1500" spc="-85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the</a:t>
            </a:r>
            <a:r>
              <a:rPr lang="en-GB" sz="1500" spc="-85" noProof="0" dirty="0">
                <a:latin typeface="Arial"/>
                <a:cs typeface="Arial"/>
              </a:rPr>
              <a:t> </a:t>
            </a:r>
            <a:r>
              <a:rPr lang="en-GB" sz="1500" spc="-50" noProof="0" dirty="0">
                <a:latin typeface="Arial"/>
                <a:cs typeface="Arial"/>
              </a:rPr>
              <a:t>process,</a:t>
            </a:r>
            <a:r>
              <a:rPr lang="en-GB" sz="1500" spc="-85" noProof="0" dirty="0">
                <a:latin typeface="Arial"/>
                <a:cs typeface="Arial"/>
              </a:rPr>
              <a:t> </a:t>
            </a:r>
            <a:r>
              <a:rPr lang="en-GB" sz="1500" spc="-35" noProof="0" dirty="0">
                <a:latin typeface="Arial"/>
                <a:cs typeface="Arial"/>
              </a:rPr>
              <a:t>and</a:t>
            </a:r>
            <a:r>
              <a:rPr lang="en-GB" sz="1500" spc="-85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ideally</a:t>
            </a:r>
            <a:r>
              <a:rPr lang="en-GB" sz="1500" spc="-80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the</a:t>
            </a:r>
            <a:r>
              <a:rPr lang="en-GB" sz="1500" spc="-85" noProof="0" dirty="0">
                <a:latin typeface="Arial"/>
                <a:cs typeface="Arial"/>
              </a:rPr>
              <a:t> </a:t>
            </a:r>
            <a:r>
              <a:rPr lang="en-GB" sz="1500" spc="-10" noProof="0" dirty="0">
                <a:latin typeface="Arial"/>
                <a:cs typeface="Arial"/>
              </a:rPr>
              <a:t>foundation, </a:t>
            </a:r>
            <a:r>
              <a:rPr lang="en-GB" sz="1500" noProof="0" dirty="0">
                <a:latin typeface="Arial"/>
                <a:cs typeface="Arial"/>
              </a:rPr>
              <a:t>of</a:t>
            </a:r>
            <a:r>
              <a:rPr lang="en-GB" sz="1500" spc="-60" noProof="0" dirty="0">
                <a:latin typeface="Arial"/>
                <a:cs typeface="Arial"/>
              </a:rPr>
              <a:t> </a:t>
            </a:r>
            <a:r>
              <a:rPr lang="en-GB" sz="1500" spc="-85" noProof="0" dirty="0">
                <a:latin typeface="Arial"/>
                <a:cs typeface="Arial"/>
              </a:rPr>
              <a:t>a</a:t>
            </a:r>
            <a:r>
              <a:rPr lang="en-GB" sz="1500" spc="-60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coherent</a:t>
            </a:r>
            <a:r>
              <a:rPr lang="en-GB" sz="1500" spc="-60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interactive</a:t>
            </a:r>
            <a:r>
              <a:rPr lang="en-GB" sz="1500" spc="-60" noProof="0" dirty="0">
                <a:latin typeface="Arial"/>
                <a:cs typeface="Arial"/>
              </a:rPr>
              <a:t> </a:t>
            </a:r>
            <a:r>
              <a:rPr lang="en-GB" sz="1500" spc="-30" noProof="0" dirty="0">
                <a:latin typeface="Arial"/>
                <a:cs typeface="Arial"/>
              </a:rPr>
              <a:t>experience.</a:t>
            </a:r>
            <a:r>
              <a:rPr lang="en-GB" sz="1500" spc="-60" noProof="0" dirty="0">
                <a:latin typeface="Arial"/>
                <a:cs typeface="Arial"/>
              </a:rPr>
              <a:t> </a:t>
            </a:r>
            <a:r>
              <a:rPr lang="en-GB" sz="1500" spc="-40" noProof="0" dirty="0">
                <a:latin typeface="Arial"/>
                <a:cs typeface="Arial"/>
              </a:rPr>
              <a:t>The</a:t>
            </a:r>
            <a:r>
              <a:rPr lang="en-GB" sz="1500" spc="-60" noProof="0" dirty="0">
                <a:latin typeface="Arial"/>
                <a:cs typeface="Arial"/>
              </a:rPr>
              <a:t> </a:t>
            </a:r>
            <a:r>
              <a:rPr lang="en-GB" sz="1500" spc="-20" noProof="0" dirty="0">
                <a:latin typeface="Arial"/>
                <a:cs typeface="Arial"/>
              </a:rPr>
              <a:t>focus</a:t>
            </a:r>
            <a:r>
              <a:rPr lang="en-GB" sz="1500" spc="-60" noProof="0" dirty="0">
                <a:latin typeface="Arial"/>
                <a:cs typeface="Arial"/>
              </a:rPr>
              <a:t> </a:t>
            </a:r>
            <a:r>
              <a:rPr lang="en-GB" sz="1500" spc="-25" noProof="0" dirty="0">
                <a:latin typeface="Arial"/>
                <a:cs typeface="Arial"/>
              </a:rPr>
              <a:t>of </a:t>
            </a:r>
            <a:r>
              <a:rPr lang="en-GB" sz="1500" spc="-30" noProof="0" dirty="0">
                <a:latin typeface="Arial"/>
                <a:cs typeface="Arial"/>
              </a:rPr>
              <a:t>UX</a:t>
            </a:r>
            <a:r>
              <a:rPr lang="en-GB" sz="1500" spc="-45" noProof="0" dirty="0">
                <a:latin typeface="Arial"/>
                <a:cs typeface="Arial"/>
              </a:rPr>
              <a:t> </a:t>
            </a:r>
            <a:r>
              <a:rPr lang="en-GB" sz="1500" spc="-35" noProof="0" dirty="0">
                <a:latin typeface="Arial"/>
                <a:cs typeface="Arial"/>
              </a:rPr>
              <a:t>design</a:t>
            </a:r>
            <a:r>
              <a:rPr lang="en-GB" sz="1500" spc="-40" noProof="0" dirty="0">
                <a:latin typeface="Arial"/>
                <a:cs typeface="Arial"/>
              </a:rPr>
              <a:t> </a:t>
            </a:r>
            <a:r>
              <a:rPr lang="en-GB" sz="1500" spc="-35" noProof="0" dirty="0">
                <a:latin typeface="Arial"/>
                <a:cs typeface="Arial"/>
              </a:rPr>
              <a:t>is</a:t>
            </a:r>
            <a:r>
              <a:rPr lang="en-GB" sz="1500" spc="-40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primarily</a:t>
            </a:r>
            <a:r>
              <a:rPr lang="en-GB" sz="1500" spc="-40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around</a:t>
            </a:r>
            <a:r>
              <a:rPr lang="en-GB" sz="1500" spc="-40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interaction</a:t>
            </a:r>
            <a:r>
              <a:rPr lang="en-GB" sz="1500" spc="-40" noProof="0" dirty="0">
                <a:latin typeface="Arial"/>
                <a:cs typeface="Arial"/>
              </a:rPr>
              <a:t> </a:t>
            </a:r>
            <a:r>
              <a:rPr lang="en-GB" sz="1500" spc="-25" noProof="0" dirty="0">
                <a:latin typeface="Arial"/>
                <a:cs typeface="Arial"/>
              </a:rPr>
              <a:t>and </a:t>
            </a:r>
            <a:r>
              <a:rPr lang="en-GB" sz="1500" noProof="0" dirty="0">
                <a:latin typeface="Arial"/>
                <a:cs typeface="Arial"/>
              </a:rPr>
              <a:t>functionality,</a:t>
            </a:r>
            <a:r>
              <a:rPr lang="en-GB" sz="1500" spc="-45" noProof="0" dirty="0">
                <a:latin typeface="Arial"/>
                <a:cs typeface="Arial"/>
              </a:rPr>
              <a:t> </a:t>
            </a:r>
            <a:r>
              <a:rPr lang="en-GB" sz="1500" spc="60" noProof="0" dirty="0">
                <a:latin typeface="Arial"/>
                <a:cs typeface="Arial"/>
              </a:rPr>
              <a:t>with</a:t>
            </a:r>
            <a:r>
              <a:rPr lang="en-GB" sz="1500" spc="-40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the</a:t>
            </a:r>
            <a:r>
              <a:rPr lang="en-GB" sz="1500" spc="-40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objective</a:t>
            </a:r>
            <a:r>
              <a:rPr lang="en-GB" sz="1500" spc="-40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of</a:t>
            </a:r>
            <a:r>
              <a:rPr lang="en-GB" sz="1500" spc="-40" noProof="0" dirty="0">
                <a:latin typeface="Arial"/>
                <a:cs typeface="Arial"/>
              </a:rPr>
              <a:t> </a:t>
            </a:r>
            <a:r>
              <a:rPr lang="en-GB" sz="1500" spc="-10" noProof="0" dirty="0">
                <a:latin typeface="Arial"/>
                <a:cs typeface="Arial"/>
              </a:rPr>
              <a:t>justifying </a:t>
            </a:r>
            <a:r>
              <a:rPr lang="en-GB" sz="1500" spc="-25" noProof="0" dirty="0">
                <a:latin typeface="Arial"/>
                <a:cs typeface="Arial"/>
              </a:rPr>
              <a:t>elements</a:t>
            </a:r>
            <a:r>
              <a:rPr lang="en-GB" sz="1500" spc="-60" noProof="0" dirty="0">
                <a:latin typeface="Arial"/>
                <a:cs typeface="Arial"/>
              </a:rPr>
              <a:t> </a:t>
            </a:r>
            <a:r>
              <a:rPr lang="en-GB" sz="1500" spc="65" noProof="0" dirty="0">
                <a:latin typeface="Arial"/>
                <a:cs typeface="Arial"/>
              </a:rPr>
              <a:t>to</a:t>
            </a:r>
            <a:r>
              <a:rPr lang="en-GB" sz="1500" spc="-55" noProof="0" dirty="0">
                <a:latin typeface="Arial"/>
                <a:cs typeface="Arial"/>
              </a:rPr>
              <a:t> </a:t>
            </a:r>
            <a:r>
              <a:rPr lang="en-GB" sz="1500" spc="-25" noProof="0" dirty="0">
                <a:latin typeface="Arial"/>
                <a:cs typeface="Arial"/>
              </a:rPr>
              <a:t>ensure</a:t>
            </a:r>
            <a:r>
              <a:rPr lang="en-GB" sz="1500" spc="-55" noProof="0" dirty="0">
                <a:latin typeface="Arial"/>
                <a:cs typeface="Arial"/>
              </a:rPr>
              <a:t> </a:t>
            </a:r>
            <a:r>
              <a:rPr lang="en-GB" sz="1500" spc="-85" noProof="0" dirty="0">
                <a:latin typeface="Arial"/>
                <a:cs typeface="Arial"/>
              </a:rPr>
              <a:t>a</a:t>
            </a:r>
            <a:r>
              <a:rPr lang="en-GB" sz="1500" spc="-55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better</a:t>
            </a:r>
            <a:r>
              <a:rPr lang="en-GB" sz="1500" spc="-55" noProof="0" dirty="0">
                <a:latin typeface="Arial"/>
                <a:cs typeface="Arial"/>
              </a:rPr>
              <a:t> </a:t>
            </a:r>
            <a:r>
              <a:rPr lang="en-GB" sz="1500" spc="-20" noProof="0" dirty="0">
                <a:latin typeface="Arial"/>
                <a:cs typeface="Arial"/>
              </a:rPr>
              <a:t>user</a:t>
            </a:r>
            <a:r>
              <a:rPr lang="en-GB" sz="1500" spc="-60" noProof="0" dirty="0">
                <a:latin typeface="Arial"/>
                <a:cs typeface="Arial"/>
              </a:rPr>
              <a:t> </a:t>
            </a:r>
            <a:r>
              <a:rPr lang="en-GB" sz="1500" spc="-10" noProof="0" dirty="0">
                <a:latin typeface="Arial"/>
                <a:cs typeface="Arial"/>
              </a:rPr>
              <a:t>experience.</a:t>
            </a:r>
            <a:endParaRPr lang="en-GB" sz="1500" noProof="0" dirty="0">
              <a:latin typeface="Arial"/>
              <a:cs typeface="Arial"/>
            </a:endParaRPr>
          </a:p>
          <a:p>
            <a:pPr marL="12700" marR="281305">
              <a:lnSpc>
                <a:spcPct val="100000"/>
              </a:lnSpc>
              <a:spcBef>
                <a:spcPts val="1575"/>
              </a:spcBef>
            </a:pPr>
            <a:r>
              <a:rPr lang="en-GB" sz="1500" noProof="0" dirty="0">
                <a:latin typeface="Arial"/>
                <a:cs typeface="Arial"/>
              </a:rPr>
              <a:t>Often</a:t>
            </a:r>
            <a:r>
              <a:rPr lang="en-GB" sz="1500" spc="-60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we</a:t>
            </a:r>
            <a:r>
              <a:rPr lang="en-GB" sz="1500" spc="-55" noProof="0" dirty="0">
                <a:latin typeface="Arial"/>
                <a:cs typeface="Arial"/>
              </a:rPr>
              <a:t> </a:t>
            </a:r>
            <a:r>
              <a:rPr lang="en-GB" sz="1500" spc="-80" noProof="0" dirty="0">
                <a:latin typeface="Arial"/>
                <a:cs typeface="Arial"/>
              </a:rPr>
              <a:t>see</a:t>
            </a:r>
            <a:r>
              <a:rPr lang="en-GB" sz="1500" spc="-55" noProof="0" dirty="0">
                <a:latin typeface="Arial"/>
                <a:cs typeface="Arial"/>
              </a:rPr>
              <a:t> </a:t>
            </a:r>
            <a:r>
              <a:rPr lang="en-GB" sz="1500" spc="-30" noProof="0" dirty="0">
                <a:latin typeface="Arial"/>
                <a:cs typeface="Arial"/>
              </a:rPr>
              <a:t>UX</a:t>
            </a:r>
            <a:r>
              <a:rPr lang="en-GB" sz="1500" spc="-55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in</a:t>
            </a:r>
            <a:r>
              <a:rPr lang="en-GB" sz="1500" spc="-55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the</a:t>
            </a:r>
            <a:r>
              <a:rPr lang="en-GB" sz="1500" spc="-55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form</a:t>
            </a:r>
            <a:r>
              <a:rPr lang="en-GB" sz="1500" spc="-55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of</a:t>
            </a:r>
            <a:r>
              <a:rPr lang="en-GB" sz="1500" spc="-55" noProof="0" dirty="0">
                <a:latin typeface="Arial"/>
                <a:cs typeface="Arial"/>
              </a:rPr>
              <a:t> </a:t>
            </a:r>
            <a:r>
              <a:rPr lang="en-GB" sz="1500" spc="-10" noProof="0" dirty="0">
                <a:latin typeface="Arial"/>
                <a:cs typeface="Arial"/>
              </a:rPr>
              <a:t>wireframes,</a:t>
            </a:r>
            <a:r>
              <a:rPr lang="en-GB" sz="1500" spc="-55" noProof="0" dirty="0">
                <a:latin typeface="Arial"/>
                <a:cs typeface="Arial"/>
              </a:rPr>
              <a:t> </a:t>
            </a:r>
            <a:r>
              <a:rPr lang="en-GB" sz="1500" spc="-20" noProof="0" dirty="0">
                <a:latin typeface="Arial"/>
                <a:cs typeface="Arial"/>
              </a:rPr>
              <a:t>also </a:t>
            </a:r>
            <a:r>
              <a:rPr lang="en-GB" sz="1500" noProof="0" dirty="0">
                <a:latin typeface="Arial"/>
                <a:cs typeface="Arial"/>
              </a:rPr>
              <a:t>known</a:t>
            </a:r>
            <a:r>
              <a:rPr lang="en-GB" sz="1500" spc="-35" noProof="0" dirty="0">
                <a:latin typeface="Arial"/>
                <a:cs typeface="Arial"/>
              </a:rPr>
              <a:t> </a:t>
            </a:r>
            <a:r>
              <a:rPr lang="en-GB" sz="1500" spc="-95" noProof="0" dirty="0">
                <a:latin typeface="Arial"/>
                <a:cs typeface="Arial"/>
              </a:rPr>
              <a:t>as</a:t>
            </a:r>
            <a:r>
              <a:rPr lang="en-GB" sz="1500" spc="-35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low</a:t>
            </a:r>
            <a:r>
              <a:rPr lang="en-GB" sz="1500" spc="-35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ﬁdelity</a:t>
            </a:r>
            <a:r>
              <a:rPr lang="en-GB" sz="1500" spc="-35" noProof="0" dirty="0">
                <a:latin typeface="Arial"/>
                <a:cs typeface="Arial"/>
              </a:rPr>
              <a:t> </a:t>
            </a:r>
            <a:r>
              <a:rPr lang="en-GB" sz="1500" spc="-55" noProof="0" dirty="0">
                <a:latin typeface="Arial"/>
                <a:cs typeface="Arial"/>
              </a:rPr>
              <a:t>designs.</a:t>
            </a:r>
            <a:r>
              <a:rPr lang="en-GB" sz="1500" spc="-35" noProof="0" dirty="0">
                <a:latin typeface="Arial"/>
                <a:cs typeface="Arial"/>
              </a:rPr>
              <a:t> </a:t>
            </a:r>
            <a:r>
              <a:rPr lang="en-GB" sz="1500" spc="-60" noProof="0" dirty="0">
                <a:latin typeface="Arial"/>
                <a:cs typeface="Arial"/>
              </a:rPr>
              <a:t>These</a:t>
            </a:r>
            <a:r>
              <a:rPr lang="en-GB" sz="1500" spc="-35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vary</a:t>
            </a:r>
            <a:r>
              <a:rPr lang="en-GB" sz="1500" spc="-35" noProof="0" dirty="0">
                <a:latin typeface="Arial"/>
                <a:cs typeface="Arial"/>
              </a:rPr>
              <a:t> </a:t>
            </a:r>
            <a:r>
              <a:rPr lang="en-GB" sz="1500" spc="-20" noProof="0" dirty="0">
                <a:latin typeface="Arial"/>
                <a:cs typeface="Arial"/>
              </a:rPr>
              <a:t>from </a:t>
            </a:r>
            <a:r>
              <a:rPr lang="en-GB" sz="1500" spc="-10" noProof="0" dirty="0">
                <a:latin typeface="Arial"/>
                <a:cs typeface="Arial"/>
              </a:rPr>
              <a:t>simply</a:t>
            </a:r>
            <a:r>
              <a:rPr lang="en-GB" sz="1500" spc="-70" noProof="0" dirty="0">
                <a:latin typeface="Arial"/>
                <a:cs typeface="Arial"/>
              </a:rPr>
              <a:t> </a:t>
            </a:r>
            <a:r>
              <a:rPr lang="en-GB" sz="1500" spc="-40" noProof="0" dirty="0">
                <a:latin typeface="Arial"/>
                <a:cs typeface="Arial"/>
              </a:rPr>
              <a:t>sketches</a:t>
            </a:r>
            <a:r>
              <a:rPr lang="en-GB" sz="1500" spc="-65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through</a:t>
            </a:r>
            <a:r>
              <a:rPr lang="en-GB" sz="1500" spc="-70" noProof="0" dirty="0">
                <a:latin typeface="Arial"/>
                <a:cs typeface="Arial"/>
              </a:rPr>
              <a:t> </a:t>
            </a:r>
            <a:r>
              <a:rPr lang="en-GB" sz="1500" spc="65" noProof="0" dirty="0">
                <a:latin typeface="Arial"/>
                <a:cs typeface="Arial"/>
              </a:rPr>
              <a:t>to</a:t>
            </a:r>
            <a:r>
              <a:rPr lang="en-GB" sz="1500" spc="-65" noProof="0" dirty="0">
                <a:latin typeface="Arial"/>
                <a:cs typeface="Arial"/>
              </a:rPr>
              <a:t> </a:t>
            </a:r>
            <a:r>
              <a:rPr lang="en-GB" sz="1500" spc="-30" noProof="0" dirty="0">
                <a:latin typeface="Arial"/>
                <a:cs typeface="Arial"/>
              </a:rPr>
              <a:t>complex</a:t>
            </a:r>
            <a:r>
              <a:rPr lang="en-GB" sz="1500" spc="-70" noProof="0" dirty="0">
                <a:latin typeface="Arial"/>
                <a:cs typeface="Arial"/>
              </a:rPr>
              <a:t> </a:t>
            </a:r>
            <a:r>
              <a:rPr lang="en-GB" sz="1500" spc="-10" noProof="0" dirty="0">
                <a:latin typeface="Arial"/>
                <a:cs typeface="Arial"/>
              </a:rPr>
              <a:t>coloured </a:t>
            </a:r>
            <a:r>
              <a:rPr lang="en-GB" sz="1500" spc="-50" noProof="0" dirty="0">
                <a:latin typeface="Arial"/>
                <a:cs typeface="Arial"/>
              </a:rPr>
              <a:t>design,</a:t>
            </a:r>
            <a:r>
              <a:rPr lang="en-GB" sz="1500" spc="-55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but</a:t>
            </a:r>
            <a:r>
              <a:rPr lang="en-GB" sz="1500" spc="-55" noProof="0" dirty="0">
                <a:latin typeface="Arial"/>
                <a:cs typeface="Arial"/>
              </a:rPr>
              <a:t> </a:t>
            </a:r>
            <a:r>
              <a:rPr lang="en-GB" sz="1500" spc="-10" noProof="0" dirty="0">
                <a:latin typeface="Arial"/>
                <a:cs typeface="Arial"/>
              </a:rPr>
              <a:t>generally</a:t>
            </a:r>
            <a:r>
              <a:rPr lang="en-GB" sz="1500" spc="-55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they</a:t>
            </a:r>
            <a:r>
              <a:rPr lang="en-GB" sz="1500" spc="-50" noProof="0" dirty="0">
                <a:latin typeface="Arial"/>
                <a:cs typeface="Arial"/>
              </a:rPr>
              <a:t> </a:t>
            </a:r>
            <a:r>
              <a:rPr lang="en-GB" sz="1500" spc="-20" noProof="0" dirty="0">
                <a:latin typeface="Arial"/>
                <a:cs typeface="Arial"/>
              </a:rPr>
              <a:t>avoid</a:t>
            </a:r>
            <a:r>
              <a:rPr lang="en-GB" sz="1500" spc="-55" noProof="0" dirty="0">
                <a:latin typeface="Arial"/>
                <a:cs typeface="Arial"/>
              </a:rPr>
              <a:t> </a:t>
            </a:r>
            <a:r>
              <a:rPr lang="en-GB" sz="1500" spc="-10" noProof="0" dirty="0">
                <a:latin typeface="Arial"/>
                <a:cs typeface="Arial"/>
              </a:rPr>
              <a:t>over-inﬂuencing </a:t>
            </a:r>
            <a:r>
              <a:rPr lang="en-GB" sz="1500" noProof="0" dirty="0">
                <a:latin typeface="Arial"/>
                <a:cs typeface="Arial"/>
              </a:rPr>
              <a:t>the</a:t>
            </a:r>
            <a:r>
              <a:rPr lang="en-GB" sz="1500" spc="-50" noProof="0" dirty="0">
                <a:latin typeface="Arial"/>
                <a:cs typeface="Arial"/>
              </a:rPr>
              <a:t> </a:t>
            </a:r>
            <a:r>
              <a:rPr lang="en-GB" sz="1500" spc="-25" noProof="0" dirty="0">
                <a:latin typeface="Arial"/>
                <a:cs typeface="Arial"/>
              </a:rPr>
              <a:t>UI.</a:t>
            </a:r>
            <a:endParaRPr lang="en-GB" sz="1500" noProof="0" dirty="0">
              <a:latin typeface="Arial"/>
              <a:cs typeface="Arial"/>
            </a:endParaRPr>
          </a:p>
          <a:p>
            <a:pPr marL="12700" marR="15875">
              <a:lnSpc>
                <a:spcPct val="100000"/>
              </a:lnSpc>
              <a:spcBef>
                <a:spcPts val="1575"/>
              </a:spcBef>
            </a:pPr>
            <a:r>
              <a:rPr lang="en-GB" sz="1500" noProof="0" dirty="0">
                <a:latin typeface="Arial"/>
                <a:cs typeface="Arial"/>
              </a:rPr>
              <a:t>A</a:t>
            </a:r>
            <a:r>
              <a:rPr lang="en-GB" sz="1500" spc="-85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core</a:t>
            </a:r>
            <a:r>
              <a:rPr lang="en-GB" sz="1500" spc="-85" noProof="0" dirty="0">
                <a:latin typeface="Arial"/>
                <a:cs typeface="Arial"/>
              </a:rPr>
              <a:t> </a:t>
            </a:r>
            <a:r>
              <a:rPr lang="en-GB" sz="1500" spc="-30" noProof="0" dirty="0">
                <a:latin typeface="Arial"/>
                <a:cs typeface="Arial"/>
              </a:rPr>
              <a:t>reason</a:t>
            </a:r>
            <a:r>
              <a:rPr lang="en-GB" sz="1500" spc="-80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why</a:t>
            </a:r>
            <a:r>
              <a:rPr lang="en-GB" sz="1500" spc="-85" noProof="0" dirty="0">
                <a:latin typeface="Arial"/>
                <a:cs typeface="Arial"/>
              </a:rPr>
              <a:t> </a:t>
            </a:r>
            <a:r>
              <a:rPr lang="en-GB" sz="1500" spc="-30" noProof="0" dirty="0">
                <a:latin typeface="Arial"/>
                <a:cs typeface="Arial"/>
              </a:rPr>
              <a:t>UX</a:t>
            </a:r>
            <a:r>
              <a:rPr lang="en-GB" sz="1500" spc="-80" noProof="0" dirty="0">
                <a:latin typeface="Arial"/>
                <a:cs typeface="Arial"/>
              </a:rPr>
              <a:t> </a:t>
            </a:r>
            <a:r>
              <a:rPr lang="en-GB" sz="1500" spc="-35" noProof="0" dirty="0">
                <a:latin typeface="Arial"/>
                <a:cs typeface="Arial"/>
              </a:rPr>
              <a:t>is</a:t>
            </a:r>
            <a:r>
              <a:rPr lang="en-GB" sz="1500" spc="-85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important</a:t>
            </a:r>
            <a:r>
              <a:rPr lang="en-GB" sz="1500" spc="-85" noProof="0" dirty="0">
                <a:latin typeface="Arial"/>
                <a:cs typeface="Arial"/>
              </a:rPr>
              <a:t> </a:t>
            </a:r>
            <a:r>
              <a:rPr lang="en-GB" sz="1500" spc="-35" noProof="0" dirty="0">
                <a:latin typeface="Arial"/>
                <a:cs typeface="Arial"/>
              </a:rPr>
              <a:t>is</a:t>
            </a:r>
            <a:r>
              <a:rPr lang="en-GB" sz="1500" spc="-80" noProof="0" dirty="0">
                <a:latin typeface="Arial"/>
                <a:cs typeface="Arial"/>
              </a:rPr>
              <a:t> </a:t>
            </a:r>
            <a:r>
              <a:rPr lang="en-GB" sz="1500" spc="50" noProof="0" dirty="0">
                <a:latin typeface="Arial"/>
                <a:cs typeface="Arial"/>
              </a:rPr>
              <a:t>that</a:t>
            </a:r>
            <a:r>
              <a:rPr lang="en-GB" sz="1500" spc="-85" noProof="0" dirty="0">
                <a:latin typeface="Arial"/>
                <a:cs typeface="Arial"/>
              </a:rPr>
              <a:t> </a:t>
            </a:r>
            <a:r>
              <a:rPr lang="en-GB" sz="1500" spc="90" noProof="0" dirty="0">
                <a:latin typeface="Arial"/>
                <a:cs typeface="Arial"/>
              </a:rPr>
              <a:t>it</a:t>
            </a:r>
            <a:r>
              <a:rPr lang="en-GB" sz="1500" spc="-80" noProof="0" dirty="0">
                <a:latin typeface="Arial"/>
                <a:cs typeface="Arial"/>
              </a:rPr>
              <a:t> </a:t>
            </a:r>
            <a:r>
              <a:rPr lang="en-GB" sz="1500" spc="-10" noProof="0" dirty="0">
                <a:latin typeface="Arial"/>
                <a:cs typeface="Arial"/>
              </a:rPr>
              <a:t>focuses on</a:t>
            </a:r>
            <a:r>
              <a:rPr lang="en-GB" sz="1500" spc="-85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the</a:t>
            </a:r>
            <a:r>
              <a:rPr lang="en-GB" sz="1500" spc="-85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journey</a:t>
            </a:r>
            <a:r>
              <a:rPr lang="en-GB" sz="1500" spc="-80" noProof="0" dirty="0">
                <a:latin typeface="Arial"/>
                <a:cs typeface="Arial"/>
              </a:rPr>
              <a:t> </a:t>
            </a:r>
            <a:r>
              <a:rPr lang="en-GB" sz="1500" spc="-85" noProof="0" dirty="0">
                <a:latin typeface="Arial"/>
                <a:cs typeface="Arial"/>
              </a:rPr>
              <a:t>a </a:t>
            </a:r>
            <a:r>
              <a:rPr lang="en-GB" sz="1500" spc="-20" noProof="0" dirty="0">
                <a:latin typeface="Arial"/>
                <a:cs typeface="Arial"/>
              </a:rPr>
              <a:t>user</a:t>
            </a:r>
            <a:r>
              <a:rPr lang="en-GB" sz="1500" spc="-85" noProof="0" dirty="0">
                <a:latin typeface="Arial"/>
                <a:cs typeface="Arial"/>
              </a:rPr>
              <a:t> </a:t>
            </a:r>
            <a:r>
              <a:rPr lang="en-GB" sz="1500" spc="-45" noProof="0" dirty="0">
                <a:latin typeface="Arial"/>
                <a:cs typeface="Arial"/>
              </a:rPr>
              <a:t>may</a:t>
            </a:r>
            <a:r>
              <a:rPr lang="en-GB" sz="1500" spc="-80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take</a:t>
            </a:r>
            <a:r>
              <a:rPr lang="en-GB" sz="1500" spc="-85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through</a:t>
            </a:r>
            <a:r>
              <a:rPr lang="en-GB" sz="1500" spc="-80" noProof="0" dirty="0">
                <a:latin typeface="Arial"/>
                <a:cs typeface="Arial"/>
              </a:rPr>
              <a:t> </a:t>
            </a:r>
            <a:r>
              <a:rPr lang="en-GB" sz="1500" spc="-25" noProof="0" dirty="0">
                <a:latin typeface="Arial"/>
                <a:cs typeface="Arial"/>
              </a:rPr>
              <a:t>our</a:t>
            </a:r>
            <a:r>
              <a:rPr lang="en-GB" sz="1500" spc="500" noProof="0" dirty="0">
                <a:latin typeface="Arial"/>
                <a:cs typeface="Arial"/>
              </a:rPr>
              <a:t> </a:t>
            </a:r>
            <a:r>
              <a:rPr lang="en-GB" sz="1500" spc="-10" noProof="0" dirty="0">
                <a:latin typeface="Arial"/>
                <a:cs typeface="Arial"/>
              </a:rPr>
              <a:t>website,</a:t>
            </a:r>
            <a:r>
              <a:rPr lang="en-GB" sz="1500" spc="-85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how</a:t>
            </a:r>
            <a:r>
              <a:rPr lang="en-GB" sz="1500" spc="-80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they</a:t>
            </a:r>
            <a:r>
              <a:rPr lang="en-GB" sz="1500" spc="-80" noProof="0" dirty="0">
                <a:latin typeface="Arial"/>
                <a:cs typeface="Arial"/>
              </a:rPr>
              <a:t> </a:t>
            </a:r>
            <a:r>
              <a:rPr lang="en-GB" sz="1500" spc="-45" noProof="0" dirty="0">
                <a:latin typeface="Arial"/>
                <a:cs typeface="Arial"/>
              </a:rPr>
              <a:t>may</a:t>
            </a:r>
            <a:r>
              <a:rPr lang="en-GB" sz="1500" spc="-80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interact</a:t>
            </a:r>
            <a:r>
              <a:rPr lang="en-GB" sz="1500" spc="-85" noProof="0" dirty="0">
                <a:latin typeface="Arial"/>
                <a:cs typeface="Arial"/>
              </a:rPr>
              <a:t> </a:t>
            </a:r>
            <a:r>
              <a:rPr lang="en-GB" sz="1500" spc="60" noProof="0" dirty="0">
                <a:latin typeface="Arial"/>
                <a:cs typeface="Arial"/>
              </a:rPr>
              <a:t>with</a:t>
            </a:r>
            <a:r>
              <a:rPr lang="en-GB" sz="1500" spc="-80" noProof="0" dirty="0">
                <a:latin typeface="Arial"/>
                <a:cs typeface="Arial"/>
              </a:rPr>
              <a:t> </a:t>
            </a:r>
            <a:r>
              <a:rPr lang="en-GB" sz="1500" spc="90" noProof="0" dirty="0">
                <a:latin typeface="Arial"/>
                <a:cs typeface="Arial"/>
              </a:rPr>
              <a:t>it</a:t>
            </a:r>
            <a:r>
              <a:rPr lang="en-GB" sz="1500" spc="-80" noProof="0" dirty="0">
                <a:latin typeface="Arial"/>
                <a:cs typeface="Arial"/>
              </a:rPr>
              <a:t> </a:t>
            </a:r>
            <a:r>
              <a:rPr lang="en-GB" sz="1500" spc="-35" noProof="0" dirty="0">
                <a:latin typeface="Arial"/>
                <a:cs typeface="Arial"/>
              </a:rPr>
              <a:t>and</a:t>
            </a:r>
            <a:r>
              <a:rPr lang="en-GB" sz="1500" spc="-80" noProof="0" dirty="0">
                <a:latin typeface="Arial"/>
                <a:cs typeface="Arial"/>
              </a:rPr>
              <a:t> </a:t>
            </a:r>
            <a:r>
              <a:rPr lang="en-GB" sz="1500" spc="-10" noProof="0" dirty="0">
                <a:latin typeface="Arial"/>
                <a:cs typeface="Arial"/>
              </a:rPr>
              <a:t>forces</a:t>
            </a:r>
            <a:r>
              <a:rPr lang="en-GB" sz="1500" spc="-85" noProof="0" dirty="0">
                <a:latin typeface="Arial"/>
                <a:cs typeface="Arial"/>
              </a:rPr>
              <a:t> </a:t>
            </a:r>
            <a:r>
              <a:rPr lang="en-GB" sz="1500" spc="-25" noProof="0" dirty="0">
                <a:latin typeface="Arial"/>
                <a:cs typeface="Arial"/>
              </a:rPr>
              <a:t>us </a:t>
            </a:r>
            <a:r>
              <a:rPr lang="en-GB" sz="1500" spc="65" noProof="0" dirty="0">
                <a:latin typeface="Arial"/>
                <a:cs typeface="Arial"/>
              </a:rPr>
              <a:t>to</a:t>
            </a:r>
            <a:r>
              <a:rPr lang="en-GB" sz="1500" spc="-85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question</a:t>
            </a:r>
            <a:r>
              <a:rPr lang="en-GB" sz="1500" spc="-80" noProof="0" dirty="0">
                <a:latin typeface="Arial"/>
                <a:cs typeface="Arial"/>
              </a:rPr>
              <a:t> </a:t>
            </a:r>
            <a:r>
              <a:rPr lang="en-GB" sz="1500" spc="50" noProof="0" dirty="0">
                <a:latin typeface="Arial"/>
                <a:cs typeface="Arial"/>
              </a:rPr>
              <a:t>will</a:t>
            </a:r>
            <a:r>
              <a:rPr lang="en-GB" sz="1500" spc="-85" noProof="0" dirty="0">
                <a:latin typeface="Arial"/>
                <a:cs typeface="Arial"/>
              </a:rPr>
              <a:t> a</a:t>
            </a:r>
            <a:r>
              <a:rPr lang="en-GB" sz="1500" spc="-80" noProof="0" dirty="0">
                <a:latin typeface="Arial"/>
                <a:cs typeface="Arial"/>
              </a:rPr>
              <a:t> </a:t>
            </a:r>
            <a:r>
              <a:rPr lang="en-GB" sz="1500" spc="-20" noProof="0" dirty="0">
                <a:latin typeface="Arial"/>
                <a:cs typeface="Arial"/>
              </a:rPr>
              <a:t>user</a:t>
            </a:r>
            <a:r>
              <a:rPr lang="en-GB" sz="1500" spc="-85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beneﬁt</a:t>
            </a:r>
            <a:r>
              <a:rPr lang="en-GB" sz="1500" spc="-80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from</a:t>
            </a:r>
            <a:r>
              <a:rPr lang="en-GB" sz="1500" spc="-85" noProof="0" dirty="0">
                <a:latin typeface="Arial"/>
                <a:cs typeface="Arial"/>
              </a:rPr>
              <a:t> </a:t>
            </a:r>
            <a:r>
              <a:rPr lang="en-GB" sz="1500" spc="-10" noProof="0" dirty="0">
                <a:latin typeface="Arial"/>
                <a:cs typeface="Arial"/>
              </a:rPr>
              <a:t>this.</a:t>
            </a:r>
            <a:endParaRPr lang="en-GB" sz="1500" noProof="0" dirty="0">
              <a:latin typeface="Arial"/>
              <a:cs typeface="Arial"/>
            </a:endParaRPr>
          </a:p>
        </p:txBody>
      </p:sp>
      <p:grpSp>
        <p:nvGrpSpPr>
          <p:cNvPr id="4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086100" y="0"/>
            <a:ext cx="4058285" cy="5143500"/>
            <a:chOff x="5086100" y="0"/>
            <a:chExt cx="4058285" cy="5143500"/>
          </a:xfrm>
        </p:grpSpPr>
        <p:sp>
          <p:nvSpPr>
            <p:cNvPr id="5" name="object 5"/>
            <p:cNvSpPr/>
            <p:nvPr/>
          </p:nvSpPr>
          <p:spPr>
            <a:xfrm>
              <a:off x="5086100" y="0"/>
              <a:ext cx="4058285" cy="5143500"/>
            </a:xfrm>
            <a:custGeom>
              <a:avLst/>
              <a:gdLst/>
              <a:ahLst/>
              <a:cxnLst/>
              <a:rect l="l" t="t" r="r" b="b"/>
              <a:pathLst>
                <a:path w="4058284" h="5143500">
                  <a:moveTo>
                    <a:pt x="4057799" y="5143499"/>
                  </a:moveTo>
                  <a:lnTo>
                    <a:pt x="0" y="5143499"/>
                  </a:lnTo>
                  <a:lnTo>
                    <a:pt x="0" y="0"/>
                  </a:lnTo>
                  <a:lnTo>
                    <a:pt x="4057799" y="0"/>
                  </a:lnTo>
                  <a:lnTo>
                    <a:pt x="4057799" y="5143499"/>
                  </a:lnTo>
                  <a:close/>
                </a:path>
              </a:pathLst>
            </a:custGeom>
            <a:solidFill>
              <a:srgbClr val="F7CE47"/>
            </a:solidFill>
          </p:spPr>
          <p:txBody>
            <a:bodyPr wrap="square" lIns="0" tIns="0" rIns="0" bIns="0" rtlCol="0"/>
            <a:lstStyle/>
            <a:p>
              <a:endParaRPr lang="en-GB" noProof="0" dirty="0"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81796" y="4732099"/>
              <a:ext cx="1070833" cy="35399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86100" y="1241130"/>
              <a:ext cx="4057799" cy="266123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lang="en-GB" spc="-10" noProof="0" dirty="0"/>
              <a:t>Example</a:t>
            </a:r>
          </a:p>
        </p:txBody>
      </p:sp>
      <p:pic>
        <p:nvPicPr>
          <p:cNvPr id="3" name="object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81796" y="4736048"/>
            <a:ext cx="1069515" cy="336892"/>
          </a:xfrm>
          <a:prstGeom prst="rect">
            <a:avLst/>
          </a:prstGeom>
        </p:spPr>
      </p:pic>
      <p:grpSp>
        <p:nvGrpSpPr>
          <p:cNvPr id="4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2372045" y="307812"/>
            <a:ext cx="5166360" cy="4283075"/>
            <a:chOff x="2372045" y="307812"/>
            <a:chExt cx="5166360" cy="428307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72045" y="535891"/>
              <a:ext cx="4947934" cy="405453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53112" y="307812"/>
              <a:ext cx="585275" cy="58527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lang="en-GB" spc="-10" noProof="0" dirty="0"/>
              <a:t>Example</a:t>
            </a:r>
          </a:p>
        </p:txBody>
      </p:sp>
      <p:pic>
        <p:nvPicPr>
          <p:cNvPr id="3" name="object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81796" y="4736048"/>
            <a:ext cx="1069515" cy="336892"/>
          </a:xfrm>
          <a:prstGeom prst="rect">
            <a:avLst/>
          </a:prstGeom>
        </p:spPr>
      </p:pic>
      <p:grpSp>
        <p:nvGrpSpPr>
          <p:cNvPr id="4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056006" y="780399"/>
            <a:ext cx="7146290" cy="3553460"/>
            <a:chOff x="1056006" y="780399"/>
            <a:chExt cx="7146290" cy="355346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56006" y="1348493"/>
              <a:ext cx="6839620" cy="29852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616700" y="780399"/>
              <a:ext cx="585274" cy="58527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lang="en-GB" spc="-10" noProof="0" dirty="0"/>
              <a:t>Example</a:t>
            </a:r>
          </a:p>
        </p:txBody>
      </p:sp>
      <p:pic>
        <p:nvPicPr>
          <p:cNvPr id="3" name="object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81796" y="4736048"/>
            <a:ext cx="1069515" cy="336892"/>
          </a:xfrm>
          <a:prstGeom prst="rect">
            <a:avLst/>
          </a:prstGeom>
        </p:spPr>
      </p:pic>
      <p:pic>
        <p:nvPicPr>
          <p:cNvPr id="4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6783" y="1327849"/>
            <a:ext cx="3863206" cy="3022332"/>
          </a:xfrm>
          <a:prstGeom prst="rect">
            <a:avLst/>
          </a:prstGeom>
        </p:spPr>
      </p:pic>
      <p:pic>
        <p:nvPicPr>
          <p:cNvPr id="5" name="object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71993" y="1406225"/>
            <a:ext cx="4364280" cy="290056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086100" y="0"/>
            <a:ext cx="4058285" cy="5143500"/>
            <a:chOff x="5086100" y="0"/>
            <a:chExt cx="4058285" cy="5143500"/>
          </a:xfrm>
        </p:grpSpPr>
        <p:sp>
          <p:nvSpPr>
            <p:cNvPr id="3" name="object 3"/>
            <p:cNvSpPr/>
            <p:nvPr/>
          </p:nvSpPr>
          <p:spPr>
            <a:xfrm>
              <a:off x="5086100" y="0"/>
              <a:ext cx="4058285" cy="5143500"/>
            </a:xfrm>
            <a:custGeom>
              <a:avLst/>
              <a:gdLst/>
              <a:ahLst/>
              <a:cxnLst/>
              <a:rect l="l" t="t" r="r" b="b"/>
              <a:pathLst>
                <a:path w="4058284" h="5143500">
                  <a:moveTo>
                    <a:pt x="4057799" y="5143499"/>
                  </a:moveTo>
                  <a:lnTo>
                    <a:pt x="0" y="5143499"/>
                  </a:lnTo>
                  <a:lnTo>
                    <a:pt x="0" y="0"/>
                  </a:lnTo>
                  <a:lnTo>
                    <a:pt x="4057799" y="0"/>
                  </a:lnTo>
                  <a:lnTo>
                    <a:pt x="4057799" y="5143499"/>
                  </a:lnTo>
                  <a:close/>
                </a:path>
              </a:pathLst>
            </a:custGeom>
            <a:solidFill>
              <a:srgbClr val="F7CE47"/>
            </a:solidFill>
          </p:spPr>
          <p:txBody>
            <a:bodyPr wrap="square" lIns="0" tIns="0" rIns="0" bIns="0" rtlCol="0"/>
            <a:lstStyle/>
            <a:p>
              <a:endParaRPr lang="en-GB" noProof="0" dirty="0"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81796" y="4732099"/>
              <a:ext cx="1070833" cy="35399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30600" y="887350"/>
              <a:ext cx="3368800" cy="336880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39924" y="698400"/>
            <a:ext cx="37033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u="heavy" spc="-10" noProof="0" dirty="0">
                <a:uFill>
                  <a:solidFill>
                    <a:srgbClr val="00033D"/>
                  </a:solidFill>
                </a:uFill>
              </a:rPr>
              <a:t>U</a:t>
            </a:r>
            <a:r>
              <a:rPr lang="en-GB" spc="-10" noProof="0" dirty="0"/>
              <a:t>ser</a:t>
            </a:r>
            <a:r>
              <a:rPr lang="en-GB" spc="-145" noProof="0" dirty="0"/>
              <a:t> </a:t>
            </a:r>
            <a:r>
              <a:rPr lang="en-GB" u="heavy" spc="45" noProof="0" dirty="0">
                <a:uFill>
                  <a:solidFill>
                    <a:srgbClr val="00033D"/>
                  </a:solidFill>
                </a:uFill>
              </a:rPr>
              <a:t>I</a:t>
            </a:r>
            <a:r>
              <a:rPr lang="en-GB" spc="45" noProof="0" dirty="0"/>
              <a:t>nterface</a:t>
            </a:r>
            <a:r>
              <a:rPr lang="en-GB" spc="-85" noProof="0" dirty="0"/>
              <a:t> </a:t>
            </a:r>
            <a:r>
              <a:rPr lang="en-GB" spc="-10" noProof="0" dirty="0"/>
              <a:t>Design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39924" y="1333655"/>
            <a:ext cx="4290695" cy="3140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65405">
              <a:lnSpc>
                <a:spcPct val="100000"/>
              </a:lnSpc>
              <a:spcBef>
                <a:spcPts val="100"/>
              </a:spcBef>
            </a:pPr>
            <a:r>
              <a:rPr lang="en-GB" sz="1500" noProof="0" dirty="0">
                <a:latin typeface="Arial"/>
                <a:cs typeface="Arial"/>
              </a:rPr>
              <a:t>UI</a:t>
            </a:r>
            <a:r>
              <a:rPr lang="en-GB" sz="1500" spc="-65" noProof="0" dirty="0">
                <a:latin typeface="Arial"/>
                <a:cs typeface="Arial"/>
              </a:rPr>
              <a:t> </a:t>
            </a:r>
            <a:r>
              <a:rPr lang="en-GB" sz="1500" spc="-35" noProof="0" dirty="0">
                <a:latin typeface="Arial"/>
                <a:cs typeface="Arial"/>
              </a:rPr>
              <a:t>design</a:t>
            </a:r>
            <a:r>
              <a:rPr lang="en-GB" sz="1500" spc="-65" noProof="0" dirty="0">
                <a:latin typeface="Arial"/>
                <a:cs typeface="Arial"/>
              </a:rPr>
              <a:t> </a:t>
            </a:r>
            <a:r>
              <a:rPr lang="en-GB" sz="1500" spc="-35" noProof="0" dirty="0">
                <a:latin typeface="Arial"/>
                <a:cs typeface="Arial"/>
              </a:rPr>
              <a:t>is</a:t>
            </a:r>
            <a:r>
              <a:rPr lang="en-GB" sz="1500" spc="-65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the</a:t>
            </a:r>
            <a:r>
              <a:rPr lang="en-GB" sz="1500" spc="-60" noProof="0" dirty="0">
                <a:latin typeface="Arial"/>
                <a:cs typeface="Arial"/>
              </a:rPr>
              <a:t> </a:t>
            </a:r>
            <a:r>
              <a:rPr lang="en-GB" sz="1500" spc="-40" noProof="0" dirty="0">
                <a:latin typeface="Arial"/>
                <a:cs typeface="Arial"/>
              </a:rPr>
              <a:t>process</a:t>
            </a:r>
            <a:r>
              <a:rPr lang="en-GB" sz="1500" spc="-65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of</a:t>
            </a:r>
            <a:r>
              <a:rPr lang="en-GB" sz="1500" spc="-65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crafting</a:t>
            </a:r>
            <a:r>
              <a:rPr lang="en-GB" sz="1500" spc="-65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interfaces</a:t>
            </a:r>
            <a:r>
              <a:rPr lang="en-GB" sz="1500" spc="-60" noProof="0" dirty="0">
                <a:latin typeface="Arial"/>
                <a:cs typeface="Arial"/>
              </a:rPr>
              <a:t> </a:t>
            </a:r>
            <a:r>
              <a:rPr lang="en-GB" sz="1500" spc="35" noProof="0" dirty="0">
                <a:latin typeface="Arial"/>
                <a:cs typeface="Arial"/>
              </a:rPr>
              <a:t>for </a:t>
            </a:r>
            <a:r>
              <a:rPr lang="en-GB" sz="1500" noProof="0" dirty="0">
                <a:latin typeface="Arial"/>
                <a:cs typeface="Arial"/>
              </a:rPr>
              <a:t>digital</a:t>
            </a:r>
            <a:r>
              <a:rPr lang="en-GB" sz="1500" spc="-70" noProof="0" dirty="0">
                <a:latin typeface="Arial"/>
                <a:cs typeface="Arial"/>
              </a:rPr>
              <a:t> </a:t>
            </a:r>
            <a:r>
              <a:rPr lang="en-GB" sz="1500" spc="-45" noProof="0" dirty="0">
                <a:latin typeface="Arial"/>
                <a:cs typeface="Arial"/>
              </a:rPr>
              <a:t>devices,</a:t>
            </a:r>
            <a:r>
              <a:rPr lang="en-GB" sz="1500" spc="-70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the</a:t>
            </a:r>
            <a:r>
              <a:rPr lang="en-GB" sz="1500" spc="-70" noProof="0" dirty="0">
                <a:latin typeface="Arial"/>
                <a:cs typeface="Arial"/>
              </a:rPr>
              <a:t> </a:t>
            </a:r>
            <a:r>
              <a:rPr lang="en-GB" sz="1500" spc="-20" noProof="0" dirty="0">
                <a:latin typeface="Arial"/>
                <a:cs typeface="Arial"/>
              </a:rPr>
              <a:t>focus</a:t>
            </a:r>
            <a:r>
              <a:rPr lang="en-GB" sz="1500" spc="-65" noProof="0" dirty="0">
                <a:latin typeface="Arial"/>
                <a:cs typeface="Arial"/>
              </a:rPr>
              <a:t> </a:t>
            </a:r>
            <a:r>
              <a:rPr lang="en-GB" sz="1500" spc="-20" noProof="0" dirty="0">
                <a:latin typeface="Arial"/>
                <a:cs typeface="Arial"/>
              </a:rPr>
              <a:t>being</a:t>
            </a:r>
            <a:r>
              <a:rPr lang="en-GB" sz="1500" spc="-70" noProof="0" dirty="0">
                <a:latin typeface="Arial"/>
                <a:cs typeface="Arial"/>
              </a:rPr>
              <a:t> </a:t>
            </a:r>
            <a:r>
              <a:rPr lang="en-GB" sz="1500" spc="-10" noProof="0" dirty="0">
                <a:latin typeface="Arial"/>
                <a:cs typeface="Arial"/>
              </a:rPr>
              <a:t>on</a:t>
            </a:r>
            <a:r>
              <a:rPr lang="en-GB" sz="1500" spc="-70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the</a:t>
            </a:r>
            <a:r>
              <a:rPr lang="en-GB" sz="1500" spc="-65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look</a:t>
            </a:r>
            <a:r>
              <a:rPr lang="en-GB" sz="1500" spc="-70" noProof="0" dirty="0">
                <a:latin typeface="Arial"/>
                <a:cs typeface="Arial"/>
              </a:rPr>
              <a:t> </a:t>
            </a:r>
            <a:r>
              <a:rPr lang="en-GB" sz="1500" spc="-35" noProof="0" dirty="0">
                <a:latin typeface="Arial"/>
                <a:cs typeface="Arial"/>
              </a:rPr>
              <a:t>and</a:t>
            </a:r>
            <a:r>
              <a:rPr lang="en-GB" sz="1500" spc="-70" noProof="0" dirty="0">
                <a:latin typeface="Arial"/>
                <a:cs typeface="Arial"/>
              </a:rPr>
              <a:t> </a:t>
            </a:r>
            <a:r>
              <a:rPr lang="en-GB" sz="1500" spc="-10" noProof="0" dirty="0">
                <a:latin typeface="Arial"/>
                <a:cs typeface="Arial"/>
              </a:rPr>
              <a:t>feel.</a:t>
            </a:r>
            <a:endParaRPr lang="en-GB" sz="1500" noProof="0" dirty="0">
              <a:latin typeface="Arial"/>
              <a:cs typeface="Arial"/>
            </a:endParaRPr>
          </a:p>
          <a:p>
            <a:pPr marL="12700" marR="38100">
              <a:lnSpc>
                <a:spcPct val="100000"/>
              </a:lnSpc>
              <a:spcBef>
                <a:spcPts val="1575"/>
              </a:spcBef>
            </a:pPr>
            <a:r>
              <a:rPr lang="en-GB" sz="1500" spc="-30" noProof="0" dirty="0">
                <a:latin typeface="Arial"/>
                <a:cs typeface="Arial"/>
              </a:rPr>
              <a:t>This</a:t>
            </a:r>
            <a:r>
              <a:rPr lang="en-GB" sz="1500" spc="-60" noProof="0" dirty="0">
                <a:latin typeface="Arial"/>
                <a:cs typeface="Arial"/>
              </a:rPr>
              <a:t> </a:t>
            </a:r>
            <a:r>
              <a:rPr lang="en-GB" sz="1500" spc="-35" noProof="0" dirty="0">
                <a:latin typeface="Arial"/>
                <a:cs typeface="Arial"/>
              </a:rPr>
              <a:t>is</a:t>
            </a:r>
            <a:r>
              <a:rPr lang="en-GB" sz="1500" spc="-55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primarily</a:t>
            </a:r>
            <a:r>
              <a:rPr lang="en-GB" sz="1500" spc="-60" noProof="0" dirty="0">
                <a:latin typeface="Arial"/>
                <a:cs typeface="Arial"/>
              </a:rPr>
              <a:t> </a:t>
            </a:r>
            <a:r>
              <a:rPr lang="en-GB" sz="1500" spc="-25" noProof="0" dirty="0">
                <a:latin typeface="Arial"/>
                <a:cs typeface="Arial"/>
              </a:rPr>
              <a:t>focused</a:t>
            </a:r>
            <a:r>
              <a:rPr lang="en-GB" sz="1500" spc="-55" noProof="0" dirty="0">
                <a:latin typeface="Arial"/>
                <a:cs typeface="Arial"/>
              </a:rPr>
              <a:t> </a:t>
            </a:r>
            <a:r>
              <a:rPr lang="en-GB" sz="1500" spc="-10" noProof="0" dirty="0">
                <a:latin typeface="Arial"/>
                <a:cs typeface="Arial"/>
              </a:rPr>
              <a:t>on</a:t>
            </a:r>
            <a:r>
              <a:rPr lang="en-GB" sz="1500" spc="-60" noProof="0" dirty="0">
                <a:latin typeface="Arial"/>
                <a:cs typeface="Arial"/>
              </a:rPr>
              <a:t> </a:t>
            </a:r>
            <a:r>
              <a:rPr lang="en-GB" sz="1500" spc="-25" noProof="0" dirty="0">
                <a:latin typeface="Arial"/>
                <a:cs typeface="Arial"/>
              </a:rPr>
              <a:t>Graphical</a:t>
            </a:r>
            <a:r>
              <a:rPr lang="en-GB" sz="1500" spc="-55" noProof="0" dirty="0">
                <a:latin typeface="Arial"/>
                <a:cs typeface="Arial"/>
              </a:rPr>
              <a:t> </a:t>
            </a:r>
            <a:r>
              <a:rPr lang="en-GB" sz="1500" spc="-20" noProof="0" dirty="0">
                <a:latin typeface="Arial"/>
                <a:cs typeface="Arial"/>
              </a:rPr>
              <a:t>User </a:t>
            </a:r>
            <a:r>
              <a:rPr lang="en-GB" sz="1500" noProof="0" dirty="0">
                <a:latin typeface="Arial"/>
                <a:cs typeface="Arial"/>
              </a:rPr>
              <a:t>Interfaces</a:t>
            </a:r>
            <a:r>
              <a:rPr lang="en-GB" sz="1500" spc="-105" noProof="0" dirty="0">
                <a:latin typeface="Arial"/>
                <a:cs typeface="Arial"/>
              </a:rPr>
              <a:t> </a:t>
            </a:r>
            <a:r>
              <a:rPr lang="en-GB" sz="1500" spc="-35" noProof="0" dirty="0">
                <a:latin typeface="Arial"/>
                <a:cs typeface="Arial"/>
              </a:rPr>
              <a:t>(GUI)</a:t>
            </a:r>
            <a:r>
              <a:rPr lang="en-GB" sz="1500" spc="-100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although</a:t>
            </a:r>
            <a:r>
              <a:rPr lang="en-GB" sz="1500" spc="-105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this</a:t>
            </a:r>
            <a:r>
              <a:rPr lang="en-GB" sz="1500" spc="-100" noProof="0" dirty="0">
                <a:latin typeface="Arial"/>
                <a:cs typeface="Arial"/>
              </a:rPr>
              <a:t> </a:t>
            </a:r>
            <a:r>
              <a:rPr lang="en-GB" sz="1500" spc="-35" noProof="0" dirty="0">
                <a:latin typeface="Arial"/>
                <a:cs typeface="Arial"/>
              </a:rPr>
              <a:t>is</a:t>
            </a:r>
            <a:r>
              <a:rPr lang="en-GB" sz="1500" spc="-105" noProof="0" dirty="0">
                <a:latin typeface="Arial"/>
                <a:cs typeface="Arial"/>
              </a:rPr>
              <a:t> </a:t>
            </a:r>
            <a:r>
              <a:rPr lang="en-GB" sz="1500" spc="-30" noProof="0" dirty="0">
                <a:latin typeface="Arial"/>
                <a:cs typeface="Arial"/>
              </a:rPr>
              <a:t>expanding</a:t>
            </a:r>
            <a:r>
              <a:rPr lang="en-GB" sz="1500" spc="-100" noProof="0" dirty="0">
                <a:latin typeface="Arial"/>
                <a:cs typeface="Arial"/>
              </a:rPr>
              <a:t> </a:t>
            </a:r>
            <a:r>
              <a:rPr lang="en-GB" sz="1500" spc="60" noProof="0" dirty="0">
                <a:latin typeface="Arial"/>
                <a:cs typeface="Arial"/>
              </a:rPr>
              <a:t>with</a:t>
            </a:r>
            <a:r>
              <a:rPr lang="en-GB" sz="1500" spc="-105" noProof="0" dirty="0">
                <a:latin typeface="Arial"/>
                <a:cs typeface="Arial"/>
              </a:rPr>
              <a:t> </a:t>
            </a:r>
            <a:r>
              <a:rPr lang="en-GB" sz="1500" spc="-25" noProof="0" dirty="0">
                <a:latin typeface="Arial"/>
                <a:cs typeface="Arial"/>
              </a:rPr>
              <a:t>the </a:t>
            </a:r>
            <a:r>
              <a:rPr lang="en-GB" sz="1500" noProof="0" dirty="0">
                <a:latin typeface="Arial"/>
                <a:cs typeface="Arial"/>
              </a:rPr>
              <a:t>Internet</a:t>
            </a:r>
            <a:r>
              <a:rPr lang="en-GB" sz="1500" spc="-60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of</a:t>
            </a:r>
            <a:r>
              <a:rPr lang="en-GB" sz="1500" spc="-60" noProof="0" dirty="0">
                <a:latin typeface="Arial"/>
                <a:cs typeface="Arial"/>
              </a:rPr>
              <a:t> </a:t>
            </a:r>
            <a:r>
              <a:rPr lang="en-GB" sz="1500" spc="-40" noProof="0" dirty="0">
                <a:latin typeface="Arial"/>
                <a:cs typeface="Arial"/>
              </a:rPr>
              <a:t>Things</a:t>
            </a:r>
            <a:r>
              <a:rPr lang="en-GB" sz="1500" spc="-55" noProof="0" dirty="0">
                <a:latin typeface="Arial"/>
                <a:cs typeface="Arial"/>
              </a:rPr>
              <a:t> </a:t>
            </a:r>
            <a:r>
              <a:rPr lang="en-GB" sz="1500" spc="-25" noProof="0" dirty="0">
                <a:latin typeface="Arial"/>
                <a:cs typeface="Arial"/>
              </a:rPr>
              <a:t>(IoT)</a:t>
            </a:r>
            <a:r>
              <a:rPr lang="en-GB" sz="1500" spc="-60" noProof="0" dirty="0">
                <a:latin typeface="Arial"/>
                <a:cs typeface="Arial"/>
              </a:rPr>
              <a:t> </a:t>
            </a:r>
            <a:r>
              <a:rPr lang="en-GB" sz="1500" spc="60" noProof="0" dirty="0">
                <a:latin typeface="Arial"/>
                <a:cs typeface="Arial"/>
              </a:rPr>
              <a:t>with</a:t>
            </a:r>
            <a:r>
              <a:rPr lang="en-GB" sz="1500" spc="-55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technology</a:t>
            </a:r>
            <a:r>
              <a:rPr lang="en-GB" sz="1500" spc="-60" noProof="0" dirty="0">
                <a:latin typeface="Arial"/>
                <a:cs typeface="Arial"/>
              </a:rPr>
              <a:t> </a:t>
            </a:r>
            <a:r>
              <a:rPr lang="en-GB" sz="1500" spc="-45" noProof="0" dirty="0">
                <a:latin typeface="Arial"/>
                <a:cs typeface="Arial"/>
              </a:rPr>
              <a:t>such</a:t>
            </a:r>
            <a:r>
              <a:rPr lang="en-GB" sz="1500" spc="-60" noProof="0" dirty="0">
                <a:latin typeface="Arial"/>
                <a:cs typeface="Arial"/>
              </a:rPr>
              <a:t> </a:t>
            </a:r>
            <a:r>
              <a:rPr lang="en-GB" sz="1500" spc="-25" noProof="0" dirty="0">
                <a:latin typeface="Arial"/>
                <a:cs typeface="Arial"/>
              </a:rPr>
              <a:t>as </a:t>
            </a:r>
            <a:r>
              <a:rPr lang="en-GB" sz="1500" spc="-10" noProof="0" dirty="0">
                <a:latin typeface="Arial"/>
                <a:cs typeface="Arial"/>
              </a:rPr>
              <a:t>Augmented</a:t>
            </a:r>
            <a:r>
              <a:rPr lang="en-GB" sz="1500" spc="-55" noProof="0" dirty="0">
                <a:latin typeface="Arial"/>
                <a:cs typeface="Arial"/>
              </a:rPr>
              <a:t> </a:t>
            </a:r>
            <a:r>
              <a:rPr lang="en-GB" sz="1500" spc="-30" noProof="0" dirty="0">
                <a:latin typeface="Arial"/>
                <a:cs typeface="Arial"/>
              </a:rPr>
              <a:t>Reality(AR)</a:t>
            </a:r>
            <a:r>
              <a:rPr lang="en-GB" sz="1500" spc="-55" noProof="0" dirty="0">
                <a:latin typeface="Arial"/>
                <a:cs typeface="Arial"/>
              </a:rPr>
              <a:t> </a:t>
            </a:r>
            <a:r>
              <a:rPr lang="en-GB" sz="1500" spc="-30" noProof="0" dirty="0">
                <a:latin typeface="Arial"/>
                <a:cs typeface="Arial"/>
              </a:rPr>
              <a:t>heads-up-</a:t>
            </a:r>
            <a:r>
              <a:rPr lang="en-GB" sz="1500" spc="-35" noProof="0" dirty="0">
                <a:latin typeface="Arial"/>
                <a:cs typeface="Arial"/>
              </a:rPr>
              <a:t>displays</a:t>
            </a:r>
            <a:r>
              <a:rPr lang="en-GB" sz="1500" spc="-55" noProof="0" dirty="0">
                <a:latin typeface="Arial"/>
                <a:cs typeface="Arial"/>
              </a:rPr>
              <a:t> </a:t>
            </a:r>
            <a:r>
              <a:rPr lang="en-GB" sz="1500" spc="-10" noProof="0" dirty="0">
                <a:latin typeface="Arial"/>
                <a:cs typeface="Arial"/>
              </a:rPr>
              <a:t>(HUD).</a:t>
            </a:r>
            <a:endParaRPr lang="en-GB" sz="1500" noProof="0" dirty="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1575"/>
              </a:spcBef>
            </a:pPr>
            <a:r>
              <a:rPr lang="en-GB" sz="1500" noProof="0" dirty="0">
                <a:latin typeface="Arial"/>
                <a:cs typeface="Arial"/>
              </a:rPr>
              <a:t>When</a:t>
            </a:r>
            <a:r>
              <a:rPr lang="en-GB" sz="1500" spc="-105" noProof="0" dirty="0">
                <a:latin typeface="Arial"/>
                <a:cs typeface="Arial"/>
              </a:rPr>
              <a:t> </a:t>
            </a:r>
            <a:r>
              <a:rPr lang="en-GB" sz="1500" spc="90" noProof="0" dirty="0">
                <a:latin typeface="Arial"/>
                <a:cs typeface="Arial"/>
              </a:rPr>
              <a:t>it</a:t>
            </a:r>
            <a:r>
              <a:rPr lang="en-GB" sz="1500" spc="-100" noProof="0" dirty="0">
                <a:latin typeface="Arial"/>
                <a:cs typeface="Arial"/>
              </a:rPr>
              <a:t> </a:t>
            </a:r>
            <a:r>
              <a:rPr lang="en-GB" sz="1500" spc="-50" noProof="0" dirty="0">
                <a:latin typeface="Arial"/>
                <a:cs typeface="Arial"/>
              </a:rPr>
              <a:t>comes</a:t>
            </a:r>
            <a:r>
              <a:rPr lang="en-GB" sz="1500" spc="-100" noProof="0" dirty="0">
                <a:latin typeface="Arial"/>
                <a:cs typeface="Arial"/>
              </a:rPr>
              <a:t> </a:t>
            </a:r>
            <a:r>
              <a:rPr lang="en-GB" sz="1500" spc="65" noProof="0" dirty="0">
                <a:latin typeface="Arial"/>
                <a:cs typeface="Arial"/>
              </a:rPr>
              <a:t>to</a:t>
            </a:r>
            <a:r>
              <a:rPr lang="en-GB" sz="1500" spc="-100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the</a:t>
            </a:r>
            <a:r>
              <a:rPr lang="en-GB" sz="1500" spc="-100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web</a:t>
            </a:r>
            <a:r>
              <a:rPr lang="en-GB" sz="1500" spc="-100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the</a:t>
            </a:r>
            <a:r>
              <a:rPr lang="en-GB" sz="1500" spc="-105" noProof="0" dirty="0">
                <a:latin typeface="Arial"/>
                <a:cs typeface="Arial"/>
              </a:rPr>
              <a:t> </a:t>
            </a:r>
            <a:r>
              <a:rPr lang="en-GB" sz="1500" spc="-20" noProof="0" dirty="0">
                <a:latin typeface="Arial"/>
                <a:cs typeface="Arial"/>
              </a:rPr>
              <a:t>focus</a:t>
            </a:r>
            <a:r>
              <a:rPr lang="en-GB" sz="1500" spc="-100" noProof="0" dirty="0">
                <a:latin typeface="Arial"/>
                <a:cs typeface="Arial"/>
              </a:rPr>
              <a:t> </a:t>
            </a:r>
            <a:r>
              <a:rPr lang="en-GB" sz="1500" spc="-10" noProof="0" dirty="0">
                <a:latin typeface="Arial"/>
                <a:cs typeface="Arial"/>
              </a:rPr>
              <a:t>on</a:t>
            </a:r>
            <a:r>
              <a:rPr lang="en-GB" sz="1500" spc="-100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UI</a:t>
            </a:r>
            <a:r>
              <a:rPr lang="en-GB" sz="1500" spc="-100" noProof="0" dirty="0">
                <a:latin typeface="Arial"/>
                <a:cs typeface="Arial"/>
              </a:rPr>
              <a:t> </a:t>
            </a:r>
            <a:r>
              <a:rPr lang="en-GB" sz="1500" spc="-35" noProof="0" dirty="0">
                <a:latin typeface="Arial"/>
                <a:cs typeface="Arial"/>
              </a:rPr>
              <a:t>is</a:t>
            </a:r>
            <a:r>
              <a:rPr lang="en-GB" sz="1500" spc="-100" noProof="0" dirty="0">
                <a:latin typeface="Arial"/>
                <a:cs typeface="Arial"/>
              </a:rPr>
              <a:t> </a:t>
            </a:r>
            <a:r>
              <a:rPr lang="en-GB" sz="1500" spc="65" noProof="0" dirty="0">
                <a:latin typeface="Arial"/>
                <a:cs typeface="Arial"/>
              </a:rPr>
              <a:t>to</a:t>
            </a:r>
            <a:r>
              <a:rPr lang="en-GB" sz="1500" spc="-100" noProof="0" dirty="0">
                <a:latin typeface="Arial"/>
                <a:cs typeface="Arial"/>
              </a:rPr>
              <a:t> </a:t>
            </a:r>
            <a:r>
              <a:rPr lang="en-GB" sz="1500" spc="-10" noProof="0" dirty="0">
                <a:latin typeface="Arial"/>
                <a:cs typeface="Arial"/>
              </a:rPr>
              <a:t>build upon</a:t>
            </a:r>
            <a:r>
              <a:rPr lang="en-GB" sz="1500" spc="-114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the</a:t>
            </a:r>
            <a:r>
              <a:rPr lang="en-GB" sz="1500" spc="-110" noProof="0" dirty="0">
                <a:latin typeface="Arial"/>
                <a:cs typeface="Arial"/>
              </a:rPr>
              <a:t> </a:t>
            </a:r>
            <a:r>
              <a:rPr lang="en-GB" sz="1500" spc="-30" noProof="0" dirty="0">
                <a:latin typeface="Arial"/>
                <a:cs typeface="Arial"/>
              </a:rPr>
              <a:t>UX</a:t>
            </a:r>
            <a:r>
              <a:rPr lang="en-GB" sz="1500" spc="-114" noProof="0" dirty="0">
                <a:latin typeface="Arial"/>
                <a:cs typeface="Arial"/>
              </a:rPr>
              <a:t> </a:t>
            </a:r>
            <a:r>
              <a:rPr lang="en-GB" sz="1500" spc="65" noProof="0" dirty="0">
                <a:latin typeface="Arial"/>
                <a:cs typeface="Arial"/>
              </a:rPr>
              <a:t>to</a:t>
            </a:r>
            <a:r>
              <a:rPr lang="en-GB" sz="1500" spc="-110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create</a:t>
            </a:r>
            <a:r>
              <a:rPr lang="en-GB" sz="1500" spc="-114" noProof="0" dirty="0">
                <a:latin typeface="Arial"/>
                <a:cs typeface="Arial"/>
              </a:rPr>
              <a:t> </a:t>
            </a:r>
            <a:r>
              <a:rPr lang="en-GB" sz="1500" spc="-85" noProof="0" dirty="0">
                <a:latin typeface="Arial"/>
                <a:cs typeface="Arial"/>
              </a:rPr>
              <a:t>a</a:t>
            </a:r>
            <a:r>
              <a:rPr lang="en-GB" sz="1500" spc="-110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visually</a:t>
            </a:r>
            <a:r>
              <a:rPr lang="en-GB" sz="1500" spc="-110" noProof="0" dirty="0">
                <a:latin typeface="Arial"/>
                <a:cs typeface="Arial"/>
              </a:rPr>
              <a:t> </a:t>
            </a:r>
            <a:r>
              <a:rPr lang="en-GB" sz="1500" spc="-10" noProof="0" dirty="0">
                <a:latin typeface="Arial"/>
                <a:cs typeface="Arial"/>
              </a:rPr>
              <a:t>appealing, </a:t>
            </a:r>
            <a:r>
              <a:rPr lang="en-GB" sz="1500" spc="-50" noProof="0" dirty="0">
                <a:latin typeface="Arial"/>
                <a:cs typeface="Arial"/>
              </a:rPr>
              <a:t>accessible</a:t>
            </a:r>
            <a:r>
              <a:rPr lang="en-GB" sz="1500" spc="-75" noProof="0" dirty="0">
                <a:latin typeface="Arial"/>
                <a:cs typeface="Arial"/>
              </a:rPr>
              <a:t> </a:t>
            </a:r>
            <a:r>
              <a:rPr lang="en-GB" sz="1500" spc="-35" noProof="0" dirty="0">
                <a:latin typeface="Arial"/>
                <a:cs typeface="Arial"/>
              </a:rPr>
              <a:t>and</a:t>
            </a:r>
            <a:r>
              <a:rPr lang="en-GB" sz="1500" spc="-75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reactive</a:t>
            </a:r>
            <a:r>
              <a:rPr lang="en-GB" sz="1500" spc="-70" noProof="0" dirty="0">
                <a:latin typeface="Arial"/>
                <a:cs typeface="Arial"/>
              </a:rPr>
              <a:t> </a:t>
            </a:r>
            <a:r>
              <a:rPr lang="en-GB" sz="1500" spc="-10" noProof="0" dirty="0">
                <a:latin typeface="Arial"/>
                <a:cs typeface="Arial"/>
              </a:rPr>
              <a:t>interface.</a:t>
            </a:r>
            <a:endParaRPr lang="en-GB" sz="1500" noProof="0" dirty="0">
              <a:latin typeface="Arial"/>
              <a:cs typeface="Arial"/>
            </a:endParaRPr>
          </a:p>
          <a:p>
            <a:pPr marL="12700" marR="502284">
              <a:lnSpc>
                <a:spcPct val="100000"/>
              </a:lnSpc>
              <a:spcBef>
                <a:spcPts val="1575"/>
              </a:spcBef>
            </a:pPr>
            <a:r>
              <a:rPr lang="en-GB" sz="1500" spc="-30" noProof="0" dirty="0">
                <a:latin typeface="Arial"/>
                <a:cs typeface="Arial"/>
              </a:rPr>
              <a:t>This</a:t>
            </a:r>
            <a:r>
              <a:rPr lang="en-GB" sz="1500" spc="-95" noProof="0" dirty="0">
                <a:latin typeface="Arial"/>
                <a:cs typeface="Arial"/>
              </a:rPr>
              <a:t> </a:t>
            </a:r>
            <a:r>
              <a:rPr lang="en-GB" sz="1500" spc="-35" noProof="0" dirty="0">
                <a:latin typeface="Arial"/>
                <a:cs typeface="Arial"/>
              </a:rPr>
              <a:t>covers</a:t>
            </a:r>
            <a:r>
              <a:rPr lang="en-GB" sz="1500" spc="-90" noProof="0" dirty="0">
                <a:latin typeface="Arial"/>
                <a:cs typeface="Arial"/>
              </a:rPr>
              <a:t> </a:t>
            </a:r>
            <a:r>
              <a:rPr lang="en-GB" sz="1500" spc="-55" noProof="0" dirty="0">
                <a:latin typeface="Arial"/>
                <a:cs typeface="Arial"/>
              </a:rPr>
              <a:t>areas</a:t>
            </a:r>
            <a:r>
              <a:rPr lang="en-GB" sz="1500" spc="-90" noProof="0" dirty="0">
                <a:latin typeface="Arial"/>
                <a:cs typeface="Arial"/>
              </a:rPr>
              <a:t> </a:t>
            </a:r>
            <a:r>
              <a:rPr lang="en-GB" sz="1500" spc="-45" noProof="0" dirty="0">
                <a:latin typeface="Arial"/>
                <a:cs typeface="Arial"/>
              </a:rPr>
              <a:t>such</a:t>
            </a:r>
            <a:r>
              <a:rPr lang="en-GB" sz="1500" spc="-90" noProof="0" dirty="0">
                <a:latin typeface="Arial"/>
                <a:cs typeface="Arial"/>
              </a:rPr>
              <a:t> </a:t>
            </a:r>
            <a:r>
              <a:rPr lang="en-GB" sz="1500" spc="-95" noProof="0" dirty="0">
                <a:latin typeface="Arial"/>
                <a:cs typeface="Arial"/>
              </a:rPr>
              <a:t>as</a:t>
            </a:r>
            <a:r>
              <a:rPr lang="en-GB" sz="1500" spc="-90" noProof="0" dirty="0">
                <a:latin typeface="Arial"/>
                <a:cs typeface="Arial"/>
              </a:rPr>
              <a:t> </a:t>
            </a:r>
            <a:r>
              <a:rPr lang="en-GB" sz="1500" spc="-20" noProof="0" dirty="0">
                <a:latin typeface="Arial"/>
                <a:cs typeface="Arial"/>
              </a:rPr>
              <a:t>colours,</a:t>
            </a:r>
            <a:r>
              <a:rPr lang="en-GB" sz="1500" spc="-90" noProof="0" dirty="0">
                <a:latin typeface="Arial"/>
                <a:cs typeface="Arial"/>
              </a:rPr>
              <a:t> </a:t>
            </a:r>
            <a:r>
              <a:rPr lang="en-GB" sz="1500" spc="-10" noProof="0" dirty="0">
                <a:latin typeface="Arial"/>
                <a:cs typeface="Arial"/>
              </a:rPr>
              <a:t>typography, </a:t>
            </a:r>
            <a:r>
              <a:rPr lang="en-GB" sz="1500" spc="-45" noProof="0" dirty="0">
                <a:latin typeface="Arial"/>
                <a:cs typeface="Arial"/>
              </a:rPr>
              <a:t>spacing</a:t>
            </a:r>
            <a:r>
              <a:rPr lang="en-GB" sz="1500" spc="-90" noProof="0" dirty="0">
                <a:latin typeface="Arial"/>
                <a:cs typeface="Arial"/>
              </a:rPr>
              <a:t> </a:t>
            </a:r>
            <a:r>
              <a:rPr lang="en-GB" sz="1500" spc="-35" noProof="0" dirty="0">
                <a:latin typeface="Arial"/>
                <a:cs typeface="Arial"/>
              </a:rPr>
              <a:t>and</a:t>
            </a:r>
            <a:r>
              <a:rPr lang="en-GB" sz="1500" spc="-85" noProof="0" dirty="0">
                <a:latin typeface="Arial"/>
                <a:cs typeface="Arial"/>
              </a:rPr>
              <a:t> </a:t>
            </a:r>
            <a:r>
              <a:rPr lang="en-GB" sz="1500" spc="-10" noProof="0" dirty="0">
                <a:latin typeface="Arial"/>
                <a:cs typeface="Arial"/>
              </a:rPr>
              <a:t>sizing.</a:t>
            </a:r>
            <a:endParaRPr lang="en-GB" sz="1500" noProof="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lang="en-GB" spc="-10" noProof="0" dirty="0"/>
              <a:t>Example</a:t>
            </a:r>
          </a:p>
        </p:txBody>
      </p:sp>
      <p:pic>
        <p:nvPicPr>
          <p:cNvPr id="3" name="object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81796" y="4736048"/>
            <a:ext cx="1069515" cy="336892"/>
          </a:xfrm>
          <a:prstGeom prst="rect">
            <a:avLst/>
          </a:prstGeom>
        </p:spPr>
      </p:pic>
      <p:grpSp>
        <p:nvGrpSpPr>
          <p:cNvPr id="4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971049" y="1183111"/>
            <a:ext cx="3755390" cy="3435350"/>
            <a:chOff x="971049" y="1183111"/>
            <a:chExt cx="3755390" cy="343535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71049" y="1322111"/>
              <a:ext cx="3610399" cy="329627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79200" y="1183111"/>
              <a:ext cx="447149" cy="447149"/>
            </a:xfrm>
            <a:prstGeom prst="rect">
              <a:avLst/>
            </a:prstGeom>
          </p:spPr>
        </p:pic>
      </p:grpSp>
      <p:grpSp>
        <p:nvGrpSpPr>
          <p:cNvPr id="7" name="object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165958" y="1182873"/>
            <a:ext cx="3415665" cy="3435985"/>
            <a:chOff x="5165958" y="1182873"/>
            <a:chExt cx="3415665" cy="3435985"/>
          </a:xfrm>
        </p:grpSpPr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65958" y="1374906"/>
              <a:ext cx="3204635" cy="324371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155103" y="1182873"/>
              <a:ext cx="426372" cy="42637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lang="en-GB" spc="-10" noProof="0" dirty="0"/>
              <a:t>Example</a:t>
            </a:r>
          </a:p>
        </p:txBody>
      </p:sp>
      <p:pic>
        <p:nvPicPr>
          <p:cNvPr id="3" name="object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81796" y="4736048"/>
            <a:ext cx="1069515" cy="336892"/>
          </a:xfrm>
          <a:prstGeom prst="rect">
            <a:avLst/>
          </a:prstGeom>
        </p:spPr>
      </p:pic>
      <p:pic>
        <p:nvPicPr>
          <p:cNvPr id="4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19987" y="649900"/>
            <a:ext cx="4704025" cy="428429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9924" y="255488"/>
            <a:ext cx="3681729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u="heavy" noProof="0" dirty="0">
                <a:uFill>
                  <a:solidFill>
                    <a:srgbClr val="00033D"/>
                  </a:solidFill>
                </a:uFill>
              </a:rPr>
              <a:t>C</a:t>
            </a:r>
            <a:r>
              <a:rPr lang="en-GB" noProof="0" dirty="0"/>
              <a:t>ustomer</a:t>
            </a:r>
            <a:r>
              <a:rPr lang="en-GB" spc="-145" noProof="0" dirty="0"/>
              <a:t> </a:t>
            </a:r>
            <a:r>
              <a:rPr lang="en-GB" spc="-10" noProof="0" dirty="0"/>
              <a:t>E</a:t>
            </a:r>
            <a:r>
              <a:rPr lang="en-GB" u="heavy" spc="-10" noProof="0" dirty="0">
                <a:uFill>
                  <a:solidFill>
                    <a:srgbClr val="00033D"/>
                  </a:solidFill>
                </a:uFill>
              </a:rPr>
              <a:t>x</a:t>
            </a:r>
            <a:r>
              <a:rPr lang="en-GB" spc="-10" noProof="0" dirty="0"/>
              <a:t>perience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9924" y="890742"/>
            <a:ext cx="4283710" cy="402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63220">
              <a:lnSpc>
                <a:spcPct val="100000"/>
              </a:lnSpc>
              <a:spcBef>
                <a:spcPts val="100"/>
              </a:spcBef>
            </a:pPr>
            <a:r>
              <a:rPr lang="en-GB" sz="1500" spc="-60" noProof="0" dirty="0">
                <a:latin typeface="Arial"/>
                <a:cs typeface="Arial"/>
              </a:rPr>
              <a:t>CX</a:t>
            </a:r>
            <a:r>
              <a:rPr lang="en-GB" sz="1500" spc="-90" noProof="0" dirty="0">
                <a:latin typeface="Arial"/>
                <a:cs typeface="Arial"/>
              </a:rPr>
              <a:t> </a:t>
            </a:r>
            <a:r>
              <a:rPr lang="en-GB" sz="1500" spc="-35" noProof="0" dirty="0">
                <a:latin typeface="Arial"/>
                <a:cs typeface="Arial"/>
              </a:rPr>
              <a:t>is</a:t>
            </a:r>
            <a:r>
              <a:rPr lang="en-GB" sz="1500" spc="-85" noProof="0" dirty="0">
                <a:latin typeface="Arial"/>
                <a:cs typeface="Arial"/>
              </a:rPr>
              <a:t> a </a:t>
            </a:r>
            <a:r>
              <a:rPr lang="en-GB" sz="1500" noProof="0" dirty="0">
                <a:latin typeface="Arial"/>
                <a:cs typeface="Arial"/>
              </a:rPr>
              <a:t>broader</a:t>
            </a:r>
            <a:r>
              <a:rPr lang="en-GB" sz="1500" spc="-85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term</a:t>
            </a:r>
            <a:r>
              <a:rPr lang="en-GB" sz="1500" spc="-85" noProof="0" dirty="0">
                <a:latin typeface="Arial"/>
                <a:cs typeface="Arial"/>
              </a:rPr>
              <a:t> </a:t>
            </a:r>
            <a:r>
              <a:rPr lang="en-GB" sz="1500" spc="50" noProof="0" dirty="0">
                <a:latin typeface="Arial"/>
                <a:cs typeface="Arial"/>
              </a:rPr>
              <a:t>that</a:t>
            </a:r>
            <a:r>
              <a:rPr lang="en-GB" sz="1500" spc="-85" noProof="0" dirty="0">
                <a:latin typeface="Arial"/>
                <a:cs typeface="Arial"/>
              </a:rPr>
              <a:t> </a:t>
            </a:r>
            <a:r>
              <a:rPr lang="en-GB" sz="1500" spc="-35" noProof="0" dirty="0">
                <a:latin typeface="Arial"/>
                <a:cs typeface="Arial"/>
              </a:rPr>
              <a:t>is</a:t>
            </a:r>
            <a:r>
              <a:rPr lang="en-GB" sz="1500" spc="-85" noProof="0" dirty="0">
                <a:latin typeface="Arial"/>
                <a:cs typeface="Arial"/>
              </a:rPr>
              <a:t> </a:t>
            </a:r>
            <a:r>
              <a:rPr lang="en-GB" sz="1500" spc="-25" noProof="0" dirty="0">
                <a:latin typeface="Arial"/>
                <a:cs typeface="Arial"/>
              </a:rPr>
              <a:t>becoming</a:t>
            </a:r>
            <a:r>
              <a:rPr lang="en-GB" sz="1500" spc="-85" noProof="0" dirty="0">
                <a:latin typeface="Arial"/>
                <a:cs typeface="Arial"/>
              </a:rPr>
              <a:t> </a:t>
            </a:r>
            <a:r>
              <a:rPr lang="en-GB" sz="1500" spc="-20" noProof="0" dirty="0">
                <a:latin typeface="Arial"/>
                <a:cs typeface="Arial"/>
              </a:rPr>
              <a:t>more </a:t>
            </a:r>
            <a:r>
              <a:rPr lang="en-GB" sz="1500" spc="-35" noProof="0" dirty="0">
                <a:latin typeface="Arial"/>
                <a:cs typeface="Arial"/>
              </a:rPr>
              <a:t>commonplace</a:t>
            </a:r>
            <a:r>
              <a:rPr lang="en-GB" sz="1500" spc="-30" noProof="0" dirty="0">
                <a:latin typeface="Arial"/>
                <a:cs typeface="Arial"/>
              </a:rPr>
              <a:t> </a:t>
            </a:r>
            <a:r>
              <a:rPr lang="en-GB" sz="1500" spc="-95" noProof="0" dirty="0">
                <a:latin typeface="Arial"/>
                <a:cs typeface="Arial"/>
              </a:rPr>
              <a:t>as</a:t>
            </a:r>
            <a:r>
              <a:rPr lang="en-GB" sz="1500" spc="-30" noProof="0" dirty="0">
                <a:latin typeface="Arial"/>
                <a:cs typeface="Arial"/>
              </a:rPr>
              <a:t> </a:t>
            </a:r>
            <a:r>
              <a:rPr lang="en-GB" sz="1500" spc="-85" noProof="0" dirty="0">
                <a:latin typeface="Arial"/>
                <a:cs typeface="Arial"/>
              </a:rPr>
              <a:t>a</a:t>
            </a:r>
            <a:r>
              <a:rPr lang="en-GB" sz="1500" spc="-30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deﬁnition</a:t>
            </a:r>
            <a:r>
              <a:rPr lang="en-GB" sz="1500" spc="-30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of</a:t>
            </a:r>
            <a:r>
              <a:rPr lang="en-GB" sz="1500" spc="-30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the</a:t>
            </a:r>
            <a:r>
              <a:rPr lang="en-GB" sz="1500" spc="-30" noProof="0" dirty="0">
                <a:latin typeface="Arial"/>
                <a:cs typeface="Arial"/>
              </a:rPr>
              <a:t> </a:t>
            </a:r>
            <a:r>
              <a:rPr lang="en-GB" sz="1500" spc="-10" noProof="0" dirty="0">
                <a:latin typeface="Arial"/>
                <a:cs typeface="Arial"/>
              </a:rPr>
              <a:t>relationship </a:t>
            </a:r>
            <a:r>
              <a:rPr lang="en-GB" sz="1500" noProof="0" dirty="0">
                <a:latin typeface="Arial"/>
                <a:cs typeface="Arial"/>
              </a:rPr>
              <a:t>between</a:t>
            </a:r>
            <a:r>
              <a:rPr lang="en-GB" sz="1500" spc="-105" noProof="0" dirty="0">
                <a:latin typeface="Arial"/>
                <a:cs typeface="Arial"/>
              </a:rPr>
              <a:t> </a:t>
            </a:r>
            <a:r>
              <a:rPr lang="en-GB" sz="1500" spc="-85" noProof="0" dirty="0">
                <a:latin typeface="Arial"/>
                <a:cs typeface="Arial"/>
              </a:rPr>
              <a:t>a</a:t>
            </a:r>
            <a:r>
              <a:rPr lang="en-GB" sz="1500" spc="-105" noProof="0" dirty="0">
                <a:latin typeface="Arial"/>
                <a:cs typeface="Arial"/>
              </a:rPr>
              <a:t> </a:t>
            </a:r>
            <a:r>
              <a:rPr lang="en-GB" sz="1500" spc="-20" noProof="0" dirty="0">
                <a:latin typeface="Arial"/>
                <a:cs typeface="Arial"/>
              </a:rPr>
              <a:t>user</a:t>
            </a:r>
            <a:r>
              <a:rPr lang="en-GB" sz="1500" spc="-105" noProof="0" dirty="0">
                <a:latin typeface="Arial"/>
                <a:cs typeface="Arial"/>
              </a:rPr>
              <a:t> </a:t>
            </a:r>
            <a:r>
              <a:rPr lang="en-GB" sz="1500" spc="-35" noProof="0" dirty="0">
                <a:latin typeface="Arial"/>
                <a:cs typeface="Arial"/>
              </a:rPr>
              <a:t>and</a:t>
            </a:r>
            <a:r>
              <a:rPr lang="en-GB" sz="1500" spc="-105" noProof="0" dirty="0">
                <a:latin typeface="Arial"/>
                <a:cs typeface="Arial"/>
              </a:rPr>
              <a:t> </a:t>
            </a:r>
            <a:r>
              <a:rPr lang="en-GB" sz="1500" spc="-85" noProof="0" dirty="0">
                <a:latin typeface="Arial"/>
                <a:cs typeface="Arial"/>
              </a:rPr>
              <a:t>a</a:t>
            </a:r>
            <a:r>
              <a:rPr lang="en-GB" sz="1500" spc="-105" noProof="0" dirty="0">
                <a:latin typeface="Arial"/>
                <a:cs typeface="Arial"/>
              </a:rPr>
              <a:t> </a:t>
            </a:r>
            <a:r>
              <a:rPr lang="en-GB" sz="1500" spc="-10" noProof="0" dirty="0">
                <a:latin typeface="Arial"/>
                <a:cs typeface="Arial"/>
              </a:rPr>
              <a:t>company.</a:t>
            </a:r>
            <a:endParaRPr lang="en-GB" sz="1500" noProof="0" dirty="0">
              <a:latin typeface="Arial"/>
              <a:cs typeface="Arial"/>
            </a:endParaRPr>
          </a:p>
          <a:p>
            <a:pPr marL="12700" marR="356870">
              <a:lnSpc>
                <a:spcPct val="100000"/>
              </a:lnSpc>
              <a:spcBef>
                <a:spcPts val="1575"/>
              </a:spcBef>
            </a:pPr>
            <a:r>
              <a:rPr lang="en-GB" sz="1500" spc="-30" noProof="0" dirty="0">
                <a:latin typeface="Arial"/>
                <a:cs typeface="Arial"/>
              </a:rPr>
              <a:t>This</a:t>
            </a:r>
            <a:r>
              <a:rPr lang="en-GB" sz="1500" spc="-75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often</a:t>
            </a:r>
            <a:r>
              <a:rPr lang="en-GB" sz="1500" spc="-75" noProof="0" dirty="0">
                <a:latin typeface="Arial"/>
                <a:cs typeface="Arial"/>
              </a:rPr>
              <a:t> </a:t>
            </a:r>
            <a:r>
              <a:rPr lang="en-GB" sz="1500" spc="-20" noProof="0" dirty="0">
                <a:latin typeface="Arial"/>
                <a:cs typeface="Arial"/>
              </a:rPr>
              <a:t>extends</a:t>
            </a:r>
            <a:r>
              <a:rPr lang="en-GB" sz="1500" spc="-70" noProof="0" dirty="0">
                <a:latin typeface="Arial"/>
                <a:cs typeface="Arial"/>
              </a:rPr>
              <a:t> </a:t>
            </a:r>
            <a:r>
              <a:rPr lang="en-GB" sz="1500" spc="-20" noProof="0" dirty="0">
                <a:latin typeface="Arial"/>
                <a:cs typeface="Arial"/>
              </a:rPr>
              <a:t>beyond</a:t>
            </a:r>
            <a:r>
              <a:rPr lang="en-GB" sz="1500" spc="-75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just</a:t>
            </a:r>
            <a:r>
              <a:rPr lang="en-GB" sz="1500" spc="-70" noProof="0" dirty="0">
                <a:latin typeface="Arial"/>
                <a:cs typeface="Arial"/>
              </a:rPr>
              <a:t> </a:t>
            </a:r>
            <a:r>
              <a:rPr lang="en-GB" sz="1500" spc="-85" noProof="0" dirty="0">
                <a:latin typeface="Arial"/>
                <a:cs typeface="Arial"/>
              </a:rPr>
              <a:t>a</a:t>
            </a:r>
            <a:r>
              <a:rPr lang="en-GB" sz="1500" spc="-75" noProof="0" dirty="0">
                <a:latin typeface="Arial"/>
                <a:cs typeface="Arial"/>
              </a:rPr>
              <a:t> </a:t>
            </a:r>
            <a:r>
              <a:rPr lang="en-GB" sz="1500" spc="-35" noProof="0" dirty="0">
                <a:latin typeface="Arial"/>
                <a:cs typeface="Arial"/>
              </a:rPr>
              <a:t>users</a:t>
            </a:r>
            <a:r>
              <a:rPr lang="en-GB" sz="1500" spc="-75" noProof="0" dirty="0">
                <a:latin typeface="Arial"/>
                <a:cs typeface="Arial"/>
              </a:rPr>
              <a:t> </a:t>
            </a:r>
            <a:r>
              <a:rPr lang="en-GB" sz="1500" spc="-10" noProof="0" dirty="0">
                <a:latin typeface="Arial"/>
                <a:cs typeface="Arial"/>
              </a:rPr>
              <a:t>digital </a:t>
            </a:r>
            <a:r>
              <a:rPr lang="en-GB" sz="1500" noProof="0" dirty="0">
                <a:latin typeface="Arial"/>
                <a:cs typeface="Arial"/>
              </a:rPr>
              <a:t>interaction,</a:t>
            </a:r>
            <a:r>
              <a:rPr lang="en-GB" sz="1500" spc="-75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however</a:t>
            </a:r>
            <a:r>
              <a:rPr lang="en-GB" sz="1500" spc="-70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in</a:t>
            </a:r>
            <a:r>
              <a:rPr lang="en-GB" sz="1500" spc="-75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the</a:t>
            </a:r>
            <a:r>
              <a:rPr lang="en-GB" sz="1500" spc="-70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modern</a:t>
            </a:r>
            <a:r>
              <a:rPr lang="en-GB" sz="1500" spc="-75" noProof="0" dirty="0">
                <a:latin typeface="Arial"/>
                <a:cs typeface="Arial"/>
              </a:rPr>
              <a:t> </a:t>
            </a:r>
            <a:r>
              <a:rPr lang="en-GB" sz="1500" spc="-35" noProof="0" dirty="0">
                <a:latin typeface="Arial"/>
                <a:cs typeface="Arial"/>
              </a:rPr>
              <a:t>and</a:t>
            </a:r>
            <a:r>
              <a:rPr lang="en-GB" sz="1500" spc="-70" noProof="0" dirty="0">
                <a:latin typeface="Arial"/>
                <a:cs typeface="Arial"/>
              </a:rPr>
              <a:t> </a:t>
            </a:r>
            <a:r>
              <a:rPr lang="en-GB" sz="1500" spc="-10" noProof="0" dirty="0">
                <a:latin typeface="Arial"/>
                <a:cs typeface="Arial"/>
              </a:rPr>
              <a:t>remote </a:t>
            </a:r>
            <a:r>
              <a:rPr lang="en-GB" sz="1500" noProof="0" dirty="0">
                <a:latin typeface="Arial"/>
                <a:cs typeface="Arial"/>
              </a:rPr>
              <a:t>world</a:t>
            </a:r>
            <a:r>
              <a:rPr lang="en-GB" sz="1500" spc="-55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this</a:t>
            </a:r>
            <a:r>
              <a:rPr lang="en-GB" sz="1500" spc="-50" noProof="0" dirty="0">
                <a:latin typeface="Arial"/>
                <a:cs typeface="Arial"/>
              </a:rPr>
              <a:t> </a:t>
            </a:r>
            <a:r>
              <a:rPr lang="en-GB" sz="1500" spc="-35" noProof="0" dirty="0">
                <a:latin typeface="Arial"/>
                <a:cs typeface="Arial"/>
              </a:rPr>
              <a:t>is</a:t>
            </a:r>
            <a:r>
              <a:rPr lang="en-GB" sz="1500" spc="-50" noProof="0" dirty="0">
                <a:latin typeface="Arial"/>
                <a:cs typeface="Arial"/>
              </a:rPr>
              <a:t> </a:t>
            </a:r>
            <a:r>
              <a:rPr lang="en-GB" sz="1500" spc="-85" noProof="0" dirty="0">
                <a:latin typeface="Arial"/>
                <a:cs typeface="Arial"/>
              </a:rPr>
              <a:t>a</a:t>
            </a:r>
            <a:r>
              <a:rPr lang="en-GB" sz="1500" spc="-55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now</a:t>
            </a:r>
            <a:r>
              <a:rPr lang="en-GB" sz="1500" spc="-50" noProof="0" dirty="0">
                <a:latin typeface="Arial"/>
                <a:cs typeface="Arial"/>
              </a:rPr>
              <a:t> </a:t>
            </a:r>
            <a:r>
              <a:rPr lang="en-GB" sz="1500" spc="-85" noProof="0" dirty="0">
                <a:latin typeface="Arial"/>
                <a:cs typeface="Arial"/>
              </a:rPr>
              <a:t>a</a:t>
            </a:r>
            <a:r>
              <a:rPr lang="en-GB" sz="1500" spc="-50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primary</a:t>
            </a:r>
            <a:r>
              <a:rPr lang="en-GB" sz="1500" spc="-55" noProof="0" dirty="0">
                <a:latin typeface="Arial"/>
                <a:cs typeface="Arial"/>
              </a:rPr>
              <a:t> </a:t>
            </a:r>
            <a:r>
              <a:rPr lang="en-GB" sz="1500" spc="-10" noProof="0" dirty="0">
                <a:latin typeface="Arial"/>
                <a:cs typeface="Arial"/>
              </a:rPr>
              <a:t>factor.</a:t>
            </a:r>
            <a:endParaRPr lang="en-GB" sz="1500" noProof="0" dirty="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1575"/>
              </a:spcBef>
            </a:pPr>
            <a:r>
              <a:rPr lang="en-GB" sz="1500" spc="-10" noProof="0" dirty="0">
                <a:latin typeface="Arial"/>
                <a:cs typeface="Arial"/>
              </a:rPr>
              <a:t>There</a:t>
            </a:r>
            <a:r>
              <a:rPr lang="en-GB" sz="1500" spc="-85" noProof="0" dirty="0">
                <a:latin typeface="Arial"/>
                <a:cs typeface="Arial"/>
              </a:rPr>
              <a:t> </a:t>
            </a:r>
            <a:r>
              <a:rPr lang="en-GB" sz="1500" spc="-35" noProof="0" dirty="0">
                <a:latin typeface="Arial"/>
                <a:cs typeface="Arial"/>
              </a:rPr>
              <a:t>is</a:t>
            </a:r>
            <a:r>
              <a:rPr lang="en-GB" sz="1500" spc="-85" noProof="0" dirty="0">
                <a:latin typeface="Arial"/>
                <a:cs typeface="Arial"/>
              </a:rPr>
              <a:t> </a:t>
            </a:r>
            <a:r>
              <a:rPr lang="en-GB" sz="1500" spc="-10" noProof="0" dirty="0">
                <a:latin typeface="Arial"/>
                <a:cs typeface="Arial"/>
              </a:rPr>
              <a:t>no</a:t>
            </a:r>
            <a:r>
              <a:rPr lang="en-GB" sz="1500" spc="-85" noProof="0" dirty="0">
                <a:latin typeface="Arial"/>
                <a:cs typeface="Arial"/>
              </a:rPr>
              <a:t> </a:t>
            </a:r>
            <a:r>
              <a:rPr lang="en-GB" sz="1500" spc="-25" noProof="0" dirty="0">
                <a:latin typeface="Arial"/>
                <a:cs typeface="Arial"/>
              </a:rPr>
              <a:t>single</a:t>
            </a:r>
            <a:r>
              <a:rPr lang="en-GB" sz="1500" spc="-85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route</a:t>
            </a:r>
            <a:r>
              <a:rPr lang="en-GB" sz="1500" spc="-80" noProof="0" dirty="0">
                <a:latin typeface="Arial"/>
                <a:cs typeface="Arial"/>
              </a:rPr>
              <a:t> </a:t>
            </a:r>
            <a:r>
              <a:rPr lang="en-GB" sz="1500" spc="60" noProof="0" dirty="0">
                <a:latin typeface="Arial"/>
                <a:cs typeface="Arial"/>
              </a:rPr>
              <a:t>for</a:t>
            </a:r>
            <a:r>
              <a:rPr lang="en-GB" sz="1500" spc="-85" noProof="0" dirty="0">
                <a:latin typeface="Arial"/>
                <a:cs typeface="Arial"/>
              </a:rPr>
              <a:t> </a:t>
            </a:r>
            <a:r>
              <a:rPr lang="en-GB" sz="1500" spc="-60" noProof="0" dirty="0">
                <a:latin typeface="Arial"/>
                <a:cs typeface="Arial"/>
              </a:rPr>
              <a:t>CX</a:t>
            </a:r>
            <a:r>
              <a:rPr lang="en-GB" sz="1500" spc="-85" noProof="0" dirty="0">
                <a:latin typeface="Arial"/>
                <a:cs typeface="Arial"/>
              </a:rPr>
              <a:t> </a:t>
            </a:r>
            <a:r>
              <a:rPr lang="en-GB" sz="1500" spc="-80" noProof="0" dirty="0">
                <a:latin typeface="Arial"/>
                <a:cs typeface="Arial"/>
              </a:rPr>
              <a:t>success,</a:t>
            </a:r>
            <a:r>
              <a:rPr lang="en-GB" sz="1500" spc="-85" noProof="0" dirty="0">
                <a:latin typeface="Arial"/>
                <a:cs typeface="Arial"/>
              </a:rPr>
              <a:t> </a:t>
            </a:r>
            <a:r>
              <a:rPr lang="en-GB" sz="1500" spc="90" noProof="0" dirty="0">
                <a:latin typeface="Arial"/>
                <a:cs typeface="Arial"/>
              </a:rPr>
              <a:t>it</a:t>
            </a:r>
            <a:r>
              <a:rPr lang="en-GB" sz="1500" spc="-80" noProof="0" dirty="0">
                <a:latin typeface="Arial"/>
                <a:cs typeface="Arial"/>
              </a:rPr>
              <a:t> </a:t>
            </a:r>
            <a:r>
              <a:rPr lang="en-GB" sz="1500" spc="-35" noProof="0" dirty="0">
                <a:latin typeface="Arial"/>
                <a:cs typeface="Arial"/>
              </a:rPr>
              <a:t>is</a:t>
            </a:r>
            <a:r>
              <a:rPr lang="en-GB" sz="1500" spc="-85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often</a:t>
            </a:r>
            <a:r>
              <a:rPr lang="en-GB" sz="1500" spc="-85" noProof="0" dirty="0">
                <a:latin typeface="Arial"/>
                <a:cs typeface="Arial"/>
              </a:rPr>
              <a:t> </a:t>
            </a:r>
            <a:r>
              <a:rPr lang="en-GB" sz="1500" spc="-25" noProof="0" dirty="0">
                <a:latin typeface="Arial"/>
                <a:cs typeface="Arial"/>
              </a:rPr>
              <a:t>an amalgamation</a:t>
            </a:r>
            <a:r>
              <a:rPr lang="en-GB" sz="1500" spc="-55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of</a:t>
            </a:r>
            <a:r>
              <a:rPr lang="en-GB" sz="1500" spc="-50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factors</a:t>
            </a:r>
            <a:r>
              <a:rPr lang="en-GB" sz="1500" spc="-55" noProof="0" dirty="0">
                <a:latin typeface="Arial"/>
                <a:cs typeface="Arial"/>
              </a:rPr>
              <a:t> </a:t>
            </a:r>
            <a:r>
              <a:rPr lang="en-GB" sz="1500" spc="-45" noProof="0" dirty="0">
                <a:latin typeface="Arial"/>
                <a:cs typeface="Arial"/>
              </a:rPr>
              <a:t>such</a:t>
            </a:r>
            <a:r>
              <a:rPr lang="en-GB" sz="1500" spc="-50" noProof="0" dirty="0">
                <a:latin typeface="Arial"/>
                <a:cs typeface="Arial"/>
              </a:rPr>
              <a:t> </a:t>
            </a:r>
            <a:r>
              <a:rPr lang="en-GB" sz="1500" spc="-25" noProof="0" dirty="0">
                <a:latin typeface="Arial"/>
                <a:cs typeface="Arial"/>
              </a:rPr>
              <a:t>as:</a:t>
            </a:r>
            <a:endParaRPr lang="en-GB" sz="1500" noProof="0" dirty="0">
              <a:latin typeface="Arial"/>
              <a:cs typeface="Arial"/>
            </a:endParaRPr>
          </a:p>
          <a:p>
            <a:pPr marL="469265" indent="-343535">
              <a:lnSpc>
                <a:spcPct val="100000"/>
              </a:lnSpc>
              <a:spcBef>
                <a:spcPts val="1575"/>
              </a:spcBef>
              <a:buChar char="●"/>
              <a:tabLst>
                <a:tab pos="469265" algn="l"/>
              </a:tabLst>
            </a:pPr>
            <a:r>
              <a:rPr lang="en-GB" sz="1500" spc="-100" noProof="0" dirty="0">
                <a:latin typeface="Arial"/>
                <a:cs typeface="Arial"/>
              </a:rPr>
              <a:t>Ease </a:t>
            </a:r>
            <a:r>
              <a:rPr lang="en-GB" sz="1500" noProof="0" dirty="0">
                <a:latin typeface="Arial"/>
                <a:cs typeface="Arial"/>
              </a:rPr>
              <a:t>of</a:t>
            </a:r>
            <a:r>
              <a:rPr lang="en-GB" sz="1500" spc="-100" noProof="0" dirty="0">
                <a:latin typeface="Arial"/>
                <a:cs typeface="Arial"/>
              </a:rPr>
              <a:t> </a:t>
            </a:r>
            <a:r>
              <a:rPr lang="en-GB" sz="1500" spc="-65" noProof="0" dirty="0">
                <a:latin typeface="Arial"/>
                <a:cs typeface="Arial"/>
              </a:rPr>
              <a:t>use</a:t>
            </a:r>
            <a:r>
              <a:rPr lang="en-GB" sz="1500" spc="-100" noProof="0" dirty="0">
                <a:latin typeface="Arial"/>
                <a:cs typeface="Arial"/>
              </a:rPr>
              <a:t> </a:t>
            </a:r>
            <a:r>
              <a:rPr lang="en-GB" sz="1500" spc="-45" noProof="0" dirty="0">
                <a:latin typeface="Arial"/>
                <a:cs typeface="Arial"/>
              </a:rPr>
              <a:t>(UX,</a:t>
            </a:r>
            <a:r>
              <a:rPr lang="en-GB" sz="1500" spc="-100" noProof="0" dirty="0">
                <a:latin typeface="Arial"/>
                <a:cs typeface="Arial"/>
              </a:rPr>
              <a:t> </a:t>
            </a:r>
            <a:r>
              <a:rPr lang="en-GB" sz="1500" spc="-25" noProof="0" dirty="0">
                <a:latin typeface="Arial"/>
                <a:cs typeface="Arial"/>
              </a:rPr>
              <a:t>UI,</a:t>
            </a:r>
            <a:r>
              <a:rPr lang="en-GB" sz="1500" spc="-100" noProof="0" dirty="0">
                <a:latin typeface="Arial"/>
                <a:cs typeface="Arial"/>
              </a:rPr>
              <a:t> </a:t>
            </a:r>
            <a:r>
              <a:rPr lang="en-GB" sz="1500" spc="-10" noProof="0" dirty="0">
                <a:latin typeface="Arial"/>
                <a:cs typeface="Arial"/>
              </a:rPr>
              <a:t>etc.)</a:t>
            </a:r>
            <a:endParaRPr lang="en-GB" sz="1500" noProof="0" dirty="0">
              <a:latin typeface="Arial"/>
              <a:cs typeface="Arial"/>
            </a:endParaRPr>
          </a:p>
          <a:p>
            <a:pPr marL="469265" indent="-343535">
              <a:lnSpc>
                <a:spcPct val="100000"/>
              </a:lnSpc>
              <a:buChar char="●"/>
              <a:tabLst>
                <a:tab pos="469265" algn="l"/>
              </a:tabLst>
            </a:pPr>
            <a:r>
              <a:rPr lang="en-GB" sz="1500" noProof="0" dirty="0">
                <a:latin typeface="Arial"/>
                <a:cs typeface="Arial"/>
              </a:rPr>
              <a:t>Customer</a:t>
            </a:r>
            <a:r>
              <a:rPr lang="en-GB" sz="1500" spc="-100" noProof="0" dirty="0">
                <a:latin typeface="Arial"/>
                <a:cs typeface="Arial"/>
              </a:rPr>
              <a:t> </a:t>
            </a:r>
            <a:r>
              <a:rPr lang="en-GB" sz="1500" spc="-35" noProof="0" dirty="0">
                <a:latin typeface="Arial"/>
                <a:cs typeface="Arial"/>
              </a:rPr>
              <a:t>Service</a:t>
            </a:r>
            <a:r>
              <a:rPr lang="en-GB" sz="1500" spc="-95" noProof="0" dirty="0">
                <a:latin typeface="Arial"/>
                <a:cs typeface="Arial"/>
              </a:rPr>
              <a:t> </a:t>
            </a:r>
            <a:r>
              <a:rPr lang="en-GB" sz="1500" spc="-20" noProof="0" dirty="0">
                <a:latin typeface="Arial"/>
                <a:cs typeface="Arial"/>
              </a:rPr>
              <a:t>(Chatbots,</a:t>
            </a:r>
            <a:r>
              <a:rPr lang="en-GB" sz="1500" spc="-95" noProof="0" dirty="0">
                <a:latin typeface="Arial"/>
                <a:cs typeface="Arial"/>
              </a:rPr>
              <a:t> </a:t>
            </a:r>
            <a:r>
              <a:rPr lang="en-GB" sz="1500" spc="-10" noProof="0" dirty="0">
                <a:latin typeface="Arial"/>
                <a:cs typeface="Arial"/>
              </a:rPr>
              <a:t>etc.)</a:t>
            </a:r>
            <a:endParaRPr lang="en-GB" sz="1500" noProof="0" dirty="0">
              <a:latin typeface="Arial"/>
              <a:cs typeface="Arial"/>
            </a:endParaRPr>
          </a:p>
          <a:p>
            <a:pPr marL="469265" indent="-343535">
              <a:lnSpc>
                <a:spcPct val="100000"/>
              </a:lnSpc>
              <a:buChar char="●"/>
              <a:tabLst>
                <a:tab pos="469265" algn="l"/>
              </a:tabLst>
            </a:pPr>
            <a:r>
              <a:rPr lang="en-GB" sz="1500" noProof="0" dirty="0">
                <a:latin typeface="Arial"/>
                <a:cs typeface="Arial"/>
              </a:rPr>
              <a:t>Communication</a:t>
            </a:r>
            <a:r>
              <a:rPr lang="en-GB" sz="1500" spc="-65" noProof="0" dirty="0">
                <a:latin typeface="Arial"/>
                <a:cs typeface="Arial"/>
              </a:rPr>
              <a:t> </a:t>
            </a:r>
            <a:r>
              <a:rPr lang="en-GB" sz="1500" spc="-35" noProof="0" dirty="0">
                <a:latin typeface="Arial"/>
                <a:cs typeface="Arial"/>
              </a:rPr>
              <a:t>(Email</a:t>
            </a:r>
            <a:r>
              <a:rPr lang="en-GB" sz="1500" spc="-60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notiﬁcations,</a:t>
            </a:r>
            <a:r>
              <a:rPr lang="en-GB" sz="1500" spc="-60" noProof="0" dirty="0">
                <a:latin typeface="Arial"/>
                <a:cs typeface="Arial"/>
              </a:rPr>
              <a:t> </a:t>
            </a:r>
            <a:r>
              <a:rPr lang="en-GB" sz="1500" spc="-10" noProof="0" dirty="0">
                <a:latin typeface="Arial"/>
                <a:cs typeface="Arial"/>
              </a:rPr>
              <a:t>etc.)</a:t>
            </a:r>
            <a:endParaRPr lang="en-GB" sz="1500" noProof="0" dirty="0">
              <a:latin typeface="Arial"/>
              <a:cs typeface="Arial"/>
            </a:endParaRPr>
          </a:p>
          <a:p>
            <a:pPr marL="12700" marR="83185">
              <a:lnSpc>
                <a:spcPct val="100000"/>
              </a:lnSpc>
              <a:spcBef>
                <a:spcPts val="1575"/>
              </a:spcBef>
            </a:pPr>
            <a:r>
              <a:rPr lang="en-GB" sz="1500" noProof="0" dirty="0">
                <a:latin typeface="Arial"/>
                <a:cs typeface="Arial"/>
              </a:rPr>
              <a:t>A</a:t>
            </a:r>
            <a:r>
              <a:rPr lang="en-GB" sz="1500" spc="-70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primary</a:t>
            </a:r>
            <a:r>
              <a:rPr lang="en-GB" sz="1500" spc="-70" noProof="0" dirty="0">
                <a:latin typeface="Arial"/>
                <a:cs typeface="Arial"/>
              </a:rPr>
              <a:t> </a:t>
            </a:r>
            <a:r>
              <a:rPr lang="en-GB" sz="1500" spc="-40" noProof="0" dirty="0">
                <a:latin typeface="Arial"/>
                <a:cs typeface="Arial"/>
              </a:rPr>
              <a:t>measure</a:t>
            </a:r>
            <a:r>
              <a:rPr lang="en-GB" sz="1500" spc="-65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our</a:t>
            </a:r>
            <a:r>
              <a:rPr lang="en-GB" sz="1500" spc="-70" noProof="0" dirty="0">
                <a:latin typeface="Arial"/>
                <a:cs typeface="Arial"/>
              </a:rPr>
              <a:t> </a:t>
            </a:r>
            <a:r>
              <a:rPr lang="en-GB" sz="1500" spc="-10" noProof="0" dirty="0">
                <a:latin typeface="Arial"/>
                <a:cs typeface="Arial"/>
              </a:rPr>
              <a:t>level</a:t>
            </a:r>
            <a:r>
              <a:rPr lang="en-GB" sz="1500" spc="-65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of</a:t>
            </a:r>
            <a:r>
              <a:rPr lang="en-GB" sz="1500" spc="-70" noProof="0" dirty="0">
                <a:latin typeface="Arial"/>
                <a:cs typeface="Arial"/>
              </a:rPr>
              <a:t> </a:t>
            </a:r>
            <a:r>
              <a:rPr lang="en-GB" sz="1500" spc="-60" noProof="0" dirty="0">
                <a:latin typeface="Arial"/>
                <a:cs typeface="Arial"/>
              </a:rPr>
              <a:t>CX</a:t>
            </a:r>
            <a:r>
              <a:rPr lang="en-GB" sz="1500" spc="-70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satisfaction</a:t>
            </a:r>
            <a:r>
              <a:rPr lang="en-GB" sz="1500" spc="-65" noProof="0" dirty="0">
                <a:latin typeface="Arial"/>
                <a:cs typeface="Arial"/>
              </a:rPr>
              <a:t> </a:t>
            </a:r>
            <a:r>
              <a:rPr lang="en-GB" sz="1500" spc="-25" noProof="0" dirty="0">
                <a:latin typeface="Arial"/>
                <a:cs typeface="Arial"/>
              </a:rPr>
              <a:t>is </a:t>
            </a:r>
            <a:r>
              <a:rPr lang="en-GB" sz="1500" spc="-10" noProof="0" dirty="0">
                <a:latin typeface="Arial"/>
                <a:cs typeface="Arial"/>
              </a:rPr>
              <a:t>commonly</a:t>
            </a:r>
            <a:r>
              <a:rPr lang="en-GB" sz="1500" spc="-75" noProof="0" dirty="0">
                <a:latin typeface="Arial"/>
                <a:cs typeface="Arial"/>
              </a:rPr>
              <a:t> </a:t>
            </a:r>
            <a:r>
              <a:rPr lang="en-GB" sz="1500" spc="-10" noProof="0" dirty="0">
                <a:latin typeface="Arial"/>
                <a:cs typeface="Arial"/>
              </a:rPr>
              <a:t>by</a:t>
            </a:r>
            <a:r>
              <a:rPr lang="en-GB" sz="1500" spc="-75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  <a:hlinkClick r:id="rId2"/>
              </a:rPr>
              <a:t>Net</a:t>
            </a:r>
            <a:r>
              <a:rPr lang="en-GB" sz="1500" spc="-75" noProof="0" dirty="0">
                <a:latin typeface="Arial"/>
                <a:cs typeface="Arial"/>
                <a:hlinkClick r:id="rId2"/>
              </a:rPr>
              <a:t> </a:t>
            </a:r>
            <a:r>
              <a:rPr lang="en-GB" sz="1500" noProof="0" dirty="0">
                <a:latin typeface="Arial"/>
                <a:cs typeface="Arial"/>
                <a:hlinkClick r:id="rId2"/>
              </a:rPr>
              <a:t>Promoter</a:t>
            </a:r>
            <a:r>
              <a:rPr lang="en-GB" sz="1500" spc="-75" noProof="0" dirty="0">
                <a:latin typeface="Arial"/>
                <a:cs typeface="Arial"/>
                <a:hlinkClick r:id="rId2"/>
              </a:rPr>
              <a:t> </a:t>
            </a:r>
            <a:r>
              <a:rPr lang="en-GB" sz="1500" spc="-55" noProof="0" dirty="0">
                <a:latin typeface="Arial"/>
                <a:cs typeface="Arial"/>
                <a:hlinkClick r:id="rId2"/>
              </a:rPr>
              <a:t>Score</a:t>
            </a:r>
            <a:r>
              <a:rPr lang="en-GB" sz="1500" spc="-75" noProof="0" dirty="0">
                <a:latin typeface="Arial"/>
                <a:cs typeface="Arial"/>
                <a:hlinkClick r:id="rId2"/>
              </a:rPr>
              <a:t> </a:t>
            </a:r>
            <a:r>
              <a:rPr lang="en-GB" sz="1500" spc="-75" noProof="0" dirty="0">
                <a:latin typeface="Arial"/>
                <a:cs typeface="Arial"/>
              </a:rPr>
              <a:t>(NPS),</a:t>
            </a:r>
            <a:r>
              <a:rPr lang="en-GB" sz="1500" spc="-70" noProof="0" dirty="0">
                <a:latin typeface="Arial"/>
                <a:cs typeface="Arial"/>
              </a:rPr>
              <a:t> </a:t>
            </a:r>
            <a:r>
              <a:rPr lang="en-GB" sz="1500" spc="60" noProof="0" dirty="0">
                <a:latin typeface="Arial"/>
                <a:cs typeface="Arial"/>
              </a:rPr>
              <a:t>with</a:t>
            </a:r>
            <a:r>
              <a:rPr lang="en-GB" sz="1500" spc="-75" noProof="0" dirty="0">
                <a:latin typeface="Arial"/>
                <a:cs typeface="Arial"/>
              </a:rPr>
              <a:t> </a:t>
            </a:r>
            <a:r>
              <a:rPr lang="en-GB" sz="1500" spc="-20" noProof="0" dirty="0">
                <a:latin typeface="Arial"/>
                <a:cs typeface="Arial"/>
              </a:rPr>
              <a:t>data </a:t>
            </a:r>
            <a:r>
              <a:rPr lang="en-GB" sz="1500" noProof="0" dirty="0">
                <a:latin typeface="Arial"/>
                <a:cs typeface="Arial"/>
              </a:rPr>
              <a:t>collected</a:t>
            </a:r>
            <a:r>
              <a:rPr lang="en-GB" sz="1500" spc="-105" noProof="0" dirty="0">
                <a:latin typeface="Arial"/>
                <a:cs typeface="Arial"/>
              </a:rPr>
              <a:t> </a:t>
            </a:r>
            <a:r>
              <a:rPr lang="en-GB" sz="1500" spc="-10" noProof="0" dirty="0">
                <a:latin typeface="Arial"/>
                <a:cs typeface="Arial"/>
              </a:rPr>
              <a:t>by</a:t>
            </a:r>
            <a:r>
              <a:rPr lang="en-GB" sz="1500" spc="-105" noProof="0" dirty="0">
                <a:latin typeface="Arial"/>
                <a:cs typeface="Arial"/>
              </a:rPr>
              <a:t> </a:t>
            </a:r>
            <a:r>
              <a:rPr lang="en-GB" sz="1500" spc="-35" noProof="0" dirty="0">
                <a:latin typeface="Arial"/>
                <a:cs typeface="Arial"/>
              </a:rPr>
              <a:t>surveys</a:t>
            </a:r>
            <a:r>
              <a:rPr lang="en-GB" sz="1500" spc="-105" noProof="0" dirty="0">
                <a:latin typeface="Arial"/>
                <a:cs typeface="Arial"/>
              </a:rPr>
              <a:t> </a:t>
            </a:r>
            <a:r>
              <a:rPr lang="en-GB" sz="1500" spc="-10" noProof="0" dirty="0">
                <a:latin typeface="Arial"/>
                <a:cs typeface="Arial"/>
              </a:rPr>
              <a:t>usually.</a:t>
            </a:r>
            <a:endParaRPr lang="en-GB" sz="1500" noProof="0" dirty="0">
              <a:latin typeface="Arial"/>
              <a:cs typeface="Arial"/>
            </a:endParaRPr>
          </a:p>
        </p:txBody>
      </p:sp>
      <p:grpSp>
        <p:nvGrpSpPr>
          <p:cNvPr id="4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086100" y="0"/>
            <a:ext cx="4058285" cy="5143500"/>
            <a:chOff x="5086100" y="0"/>
            <a:chExt cx="4058285" cy="5143500"/>
          </a:xfrm>
        </p:grpSpPr>
        <p:sp>
          <p:nvSpPr>
            <p:cNvPr id="5" name="object 5"/>
            <p:cNvSpPr/>
            <p:nvPr/>
          </p:nvSpPr>
          <p:spPr>
            <a:xfrm>
              <a:off x="5086100" y="0"/>
              <a:ext cx="4058285" cy="5143500"/>
            </a:xfrm>
            <a:custGeom>
              <a:avLst/>
              <a:gdLst/>
              <a:ahLst/>
              <a:cxnLst/>
              <a:rect l="l" t="t" r="r" b="b"/>
              <a:pathLst>
                <a:path w="4058284" h="5143500">
                  <a:moveTo>
                    <a:pt x="4057799" y="5143499"/>
                  </a:moveTo>
                  <a:lnTo>
                    <a:pt x="0" y="5143499"/>
                  </a:lnTo>
                  <a:lnTo>
                    <a:pt x="0" y="0"/>
                  </a:lnTo>
                  <a:lnTo>
                    <a:pt x="4057799" y="0"/>
                  </a:lnTo>
                  <a:lnTo>
                    <a:pt x="4057799" y="5143499"/>
                  </a:lnTo>
                  <a:close/>
                </a:path>
              </a:pathLst>
            </a:custGeom>
            <a:solidFill>
              <a:srgbClr val="F7CE47"/>
            </a:solidFill>
          </p:spPr>
          <p:txBody>
            <a:bodyPr wrap="square" lIns="0" tIns="0" rIns="0" bIns="0" rtlCol="0"/>
            <a:lstStyle/>
            <a:p>
              <a:endParaRPr lang="en-GB" noProof="0" dirty="0"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81796" y="4732099"/>
              <a:ext cx="1070833" cy="35399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06925" y="957537"/>
              <a:ext cx="3216150" cy="322842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lang="en-GB" spc="-10" noProof="0" dirty="0"/>
              <a:t>Example</a:t>
            </a:r>
          </a:p>
        </p:txBody>
      </p:sp>
      <p:pic>
        <p:nvPicPr>
          <p:cNvPr id="3" name="object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81796" y="4736048"/>
            <a:ext cx="1069515" cy="336892"/>
          </a:xfrm>
          <a:prstGeom prst="rect">
            <a:avLst/>
          </a:prstGeom>
        </p:spPr>
      </p:pic>
      <p:pic>
        <p:nvPicPr>
          <p:cNvPr id="4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6900" y="1132775"/>
            <a:ext cx="2690913" cy="3266074"/>
          </a:xfrm>
          <a:prstGeom prst="rect">
            <a:avLst/>
          </a:prstGeom>
        </p:spPr>
      </p:pic>
      <p:pic>
        <p:nvPicPr>
          <p:cNvPr id="5" name="object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451914" y="1132775"/>
            <a:ext cx="2516800" cy="3266073"/>
          </a:xfrm>
          <a:prstGeom prst="rect">
            <a:avLst/>
          </a:prstGeom>
        </p:spPr>
      </p:pic>
      <p:pic>
        <p:nvPicPr>
          <p:cNvPr id="6" name="object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362816" y="1132775"/>
            <a:ext cx="2615257" cy="326607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9924" y="369788"/>
            <a:ext cx="269938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pc="65" noProof="0" dirty="0"/>
              <a:t>Why</a:t>
            </a:r>
            <a:r>
              <a:rPr lang="en-GB" spc="-150" noProof="0" dirty="0"/>
              <a:t> </a:t>
            </a:r>
            <a:r>
              <a:rPr lang="en-GB" noProof="0" dirty="0"/>
              <a:t>it</a:t>
            </a:r>
            <a:r>
              <a:rPr lang="en-GB" spc="-70" noProof="0" dirty="0"/>
              <a:t> </a:t>
            </a:r>
            <a:r>
              <a:rPr lang="en-GB" spc="-10" noProof="0" dirty="0"/>
              <a:t>matters?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9924" y="1005042"/>
            <a:ext cx="4299585" cy="3797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6515">
              <a:lnSpc>
                <a:spcPct val="100000"/>
              </a:lnSpc>
              <a:spcBef>
                <a:spcPts val="100"/>
              </a:spcBef>
            </a:pPr>
            <a:r>
              <a:rPr lang="en-GB" sz="1500" spc="-60" noProof="0" dirty="0">
                <a:latin typeface="Arial"/>
                <a:cs typeface="Arial"/>
              </a:rPr>
              <a:t>These</a:t>
            </a:r>
            <a:r>
              <a:rPr lang="en-GB" sz="1500" spc="-95" noProof="0" dirty="0">
                <a:latin typeface="Arial"/>
                <a:cs typeface="Arial"/>
              </a:rPr>
              <a:t> </a:t>
            </a:r>
            <a:r>
              <a:rPr lang="en-GB" sz="1500" spc="-10" noProof="0" dirty="0">
                <a:latin typeface="Arial"/>
                <a:cs typeface="Arial"/>
              </a:rPr>
              <a:t>techniques</a:t>
            </a:r>
            <a:r>
              <a:rPr lang="en-GB" sz="1500" spc="-90" noProof="0" dirty="0">
                <a:latin typeface="Arial"/>
                <a:cs typeface="Arial"/>
              </a:rPr>
              <a:t> </a:t>
            </a:r>
            <a:r>
              <a:rPr lang="en-GB" sz="1500" spc="-35" noProof="0" dirty="0">
                <a:latin typeface="Arial"/>
                <a:cs typeface="Arial"/>
              </a:rPr>
              <a:t>and</a:t>
            </a:r>
            <a:r>
              <a:rPr lang="en-GB" sz="1500" spc="-90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terms</a:t>
            </a:r>
            <a:r>
              <a:rPr lang="en-GB" sz="1500" spc="-90" noProof="0" dirty="0">
                <a:latin typeface="Arial"/>
                <a:cs typeface="Arial"/>
              </a:rPr>
              <a:t> </a:t>
            </a:r>
            <a:r>
              <a:rPr lang="en-GB" sz="1500" spc="-10" noProof="0" dirty="0">
                <a:latin typeface="Arial"/>
                <a:cs typeface="Arial"/>
              </a:rPr>
              <a:t>exist</a:t>
            </a:r>
            <a:r>
              <a:rPr lang="en-GB" sz="1500" spc="-90" noProof="0" dirty="0">
                <a:latin typeface="Arial"/>
                <a:cs typeface="Arial"/>
              </a:rPr>
              <a:t> </a:t>
            </a:r>
            <a:r>
              <a:rPr lang="en-GB" sz="1500" spc="60" noProof="0" dirty="0">
                <a:latin typeface="Arial"/>
                <a:cs typeface="Arial"/>
              </a:rPr>
              <a:t>for</a:t>
            </a:r>
            <a:r>
              <a:rPr lang="en-GB" sz="1500" spc="-90" noProof="0" dirty="0">
                <a:latin typeface="Arial"/>
                <a:cs typeface="Arial"/>
              </a:rPr>
              <a:t> </a:t>
            </a:r>
            <a:r>
              <a:rPr lang="en-GB" sz="1500" spc="-85" noProof="0" dirty="0">
                <a:latin typeface="Arial"/>
                <a:cs typeface="Arial"/>
              </a:rPr>
              <a:t>a</a:t>
            </a:r>
            <a:r>
              <a:rPr lang="en-GB" sz="1500" spc="-90" noProof="0" dirty="0">
                <a:latin typeface="Arial"/>
                <a:cs typeface="Arial"/>
              </a:rPr>
              <a:t> </a:t>
            </a:r>
            <a:r>
              <a:rPr lang="en-GB" sz="1500" spc="-45" noProof="0" dirty="0">
                <a:latin typeface="Arial"/>
                <a:cs typeface="Arial"/>
              </a:rPr>
              <a:t>reason,</a:t>
            </a:r>
            <a:r>
              <a:rPr lang="en-GB" sz="1500" spc="-95" noProof="0" dirty="0">
                <a:latin typeface="Arial"/>
                <a:cs typeface="Arial"/>
              </a:rPr>
              <a:t> </a:t>
            </a:r>
            <a:r>
              <a:rPr lang="en-GB" sz="1500" spc="-20" noProof="0" dirty="0">
                <a:latin typeface="Arial"/>
                <a:cs typeface="Arial"/>
              </a:rPr>
              <a:t>they </a:t>
            </a:r>
            <a:r>
              <a:rPr lang="en-GB" sz="1500" spc="-10" noProof="0" dirty="0">
                <a:latin typeface="Arial"/>
                <a:cs typeface="Arial"/>
              </a:rPr>
              <a:t>are</a:t>
            </a:r>
            <a:r>
              <a:rPr lang="en-GB" sz="1500" spc="-65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part</a:t>
            </a:r>
            <a:r>
              <a:rPr lang="en-GB" sz="1500" spc="-60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of</a:t>
            </a:r>
            <a:r>
              <a:rPr lang="en-GB" sz="1500" spc="-60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our</a:t>
            </a:r>
            <a:r>
              <a:rPr lang="en-GB" sz="1500" spc="-60" noProof="0" dirty="0">
                <a:latin typeface="Arial"/>
                <a:cs typeface="Arial"/>
              </a:rPr>
              <a:t> </a:t>
            </a:r>
            <a:r>
              <a:rPr lang="en-GB" sz="1500" spc="-10" noProof="0" dirty="0">
                <a:latin typeface="Arial"/>
                <a:cs typeface="Arial"/>
              </a:rPr>
              <a:t>way</a:t>
            </a:r>
            <a:r>
              <a:rPr lang="en-GB" sz="1500" spc="-60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of</a:t>
            </a:r>
            <a:r>
              <a:rPr lang="en-GB" sz="1500" spc="-60" noProof="0" dirty="0">
                <a:latin typeface="Arial"/>
                <a:cs typeface="Arial"/>
              </a:rPr>
              <a:t> </a:t>
            </a:r>
            <a:r>
              <a:rPr lang="en-GB" sz="1500" spc="-30" noProof="0" dirty="0">
                <a:latin typeface="Arial"/>
                <a:cs typeface="Arial"/>
              </a:rPr>
              <a:t>measuring</a:t>
            </a:r>
            <a:r>
              <a:rPr lang="en-GB" sz="1500" spc="-60" noProof="0" dirty="0">
                <a:latin typeface="Arial"/>
                <a:cs typeface="Arial"/>
              </a:rPr>
              <a:t> </a:t>
            </a:r>
            <a:r>
              <a:rPr lang="en-GB" sz="1500" spc="-10" noProof="0" dirty="0">
                <a:latin typeface="Arial"/>
                <a:cs typeface="Arial"/>
              </a:rPr>
              <a:t>success.</a:t>
            </a:r>
            <a:endParaRPr lang="en-GB" sz="1500" noProof="0" dirty="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1575"/>
              </a:spcBef>
            </a:pPr>
            <a:r>
              <a:rPr lang="en-GB" sz="1500" spc="60" noProof="0" dirty="0">
                <a:latin typeface="Arial"/>
                <a:cs typeface="Arial"/>
              </a:rPr>
              <a:t>Not</a:t>
            </a:r>
            <a:r>
              <a:rPr lang="en-GB" sz="1500" spc="-90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only</a:t>
            </a:r>
            <a:r>
              <a:rPr lang="en-GB" sz="1500" spc="-90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do</a:t>
            </a:r>
            <a:r>
              <a:rPr lang="en-GB" sz="1500" spc="-85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they</a:t>
            </a:r>
            <a:r>
              <a:rPr lang="en-GB" sz="1500" spc="-90" noProof="0" dirty="0">
                <a:latin typeface="Arial"/>
                <a:cs typeface="Arial"/>
              </a:rPr>
              <a:t> </a:t>
            </a:r>
            <a:r>
              <a:rPr lang="en-GB" sz="1500" spc="-10" noProof="0" dirty="0">
                <a:latin typeface="Arial"/>
                <a:cs typeface="Arial"/>
              </a:rPr>
              <a:t>help</a:t>
            </a:r>
            <a:r>
              <a:rPr lang="en-GB" sz="1500" spc="-85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tell</a:t>
            </a:r>
            <a:r>
              <a:rPr lang="en-GB" sz="1500" spc="-90" noProof="0" dirty="0">
                <a:latin typeface="Arial"/>
                <a:cs typeface="Arial"/>
              </a:rPr>
              <a:t> </a:t>
            </a:r>
            <a:r>
              <a:rPr lang="en-GB" sz="1500" spc="-65" noProof="0" dirty="0">
                <a:latin typeface="Arial"/>
                <a:cs typeface="Arial"/>
              </a:rPr>
              <a:t>us</a:t>
            </a:r>
            <a:r>
              <a:rPr lang="en-GB" sz="1500" spc="-85" noProof="0" dirty="0">
                <a:latin typeface="Arial"/>
                <a:cs typeface="Arial"/>
              </a:rPr>
              <a:t> </a:t>
            </a:r>
            <a:r>
              <a:rPr lang="en-GB" sz="1500" spc="65" noProof="0" dirty="0">
                <a:latin typeface="Arial"/>
                <a:cs typeface="Arial"/>
              </a:rPr>
              <a:t>if</a:t>
            </a:r>
            <a:r>
              <a:rPr lang="en-GB" sz="1500" spc="-90" noProof="0" dirty="0">
                <a:latin typeface="Arial"/>
                <a:cs typeface="Arial"/>
              </a:rPr>
              <a:t> </a:t>
            </a:r>
            <a:r>
              <a:rPr lang="en-GB" sz="1500" spc="-10" noProof="0" dirty="0">
                <a:latin typeface="Arial"/>
                <a:cs typeface="Arial"/>
              </a:rPr>
              <a:t>we’re</a:t>
            </a:r>
            <a:r>
              <a:rPr lang="en-GB" sz="1500" spc="-85" noProof="0" dirty="0">
                <a:latin typeface="Arial"/>
                <a:cs typeface="Arial"/>
              </a:rPr>
              <a:t> </a:t>
            </a:r>
            <a:r>
              <a:rPr lang="en-GB" sz="1500" spc="-10" noProof="0" dirty="0">
                <a:latin typeface="Arial"/>
                <a:cs typeface="Arial"/>
              </a:rPr>
              <a:t>doing something</a:t>
            </a:r>
            <a:r>
              <a:rPr lang="en-GB" sz="1500" spc="-70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well,</a:t>
            </a:r>
            <a:r>
              <a:rPr lang="en-GB" sz="1500" spc="-70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they</a:t>
            </a:r>
            <a:r>
              <a:rPr lang="en-GB" sz="1500" spc="-70" noProof="0" dirty="0">
                <a:latin typeface="Arial"/>
                <a:cs typeface="Arial"/>
              </a:rPr>
              <a:t> </a:t>
            </a:r>
            <a:r>
              <a:rPr lang="en-GB" sz="1500" spc="-10" noProof="0" dirty="0">
                <a:latin typeface="Arial"/>
                <a:cs typeface="Arial"/>
              </a:rPr>
              <a:t>are</a:t>
            </a:r>
            <a:r>
              <a:rPr lang="en-GB" sz="1500" spc="-70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powerful</a:t>
            </a:r>
            <a:r>
              <a:rPr lang="en-GB" sz="1500" spc="-70" noProof="0" dirty="0">
                <a:latin typeface="Arial"/>
                <a:cs typeface="Arial"/>
              </a:rPr>
              <a:t> </a:t>
            </a:r>
            <a:r>
              <a:rPr lang="en-GB" sz="1500" spc="-55" noProof="0" dirty="0">
                <a:latin typeface="Arial"/>
                <a:cs typeface="Arial"/>
              </a:rPr>
              <a:t>processes</a:t>
            </a:r>
            <a:r>
              <a:rPr lang="en-GB" sz="1500" spc="-65" noProof="0" dirty="0">
                <a:latin typeface="Arial"/>
                <a:cs typeface="Arial"/>
              </a:rPr>
              <a:t> </a:t>
            </a:r>
            <a:r>
              <a:rPr lang="en-GB" sz="1500" spc="65" noProof="0" dirty="0">
                <a:latin typeface="Arial"/>
                <a:cs typeface="Arial"/>
              </a:rPr>
              <a:t>to</a:t>
            </a:r>
            <a:r>
              <a:rPr lang="en-GB" sz="1500" spc="-70" noProof="0" dirty="0">
                <a:latin typeface="Arial"/>
                <a:cs typeface="Arial"/>
              </a:rPr>
              <a:t> </a:t>
            </a:r>
            <a:r>
              <a:rPr lang="en-GB" sz="1500" spc="-20" noProof="0" dirty="0">
                <a:latin typeface="Arial"/>
                <a:cs typeface="Arial"/>
              </a:rPr>
              <a:t>help </a:t>
            </a:r>
            <a:r>
              <a:rPr lang="en-GB" sz="1500" noProof="0" dirty="0">
                <a:latin typeface="Arial"/>
                <a:cs typeface="Arial"/>
              </a:rPr>
              <a:t>validate</a:t>
            </a:r>
            <a:r>
              <a:rPr lang="en-GB" sz="1500" spc="-55" noProof="0" dirty="0">
                <a:latin typeface="Arial"/>
                <a:cs typeface="Arial"/>
              </a:rPr>
              <a:t> </a:t>
            </a:r>
            <a:r>
              <a:rPr lang="en-GB" sz="1500" spc="-35" noProof="0" dirty="0">
                <a:latin typeface="Arial"/>
                <a:cs typeface="Arial"/>
              </a:rPr>
              <a:t>and</a:t>
            </a:r>
            <a:r>
              <a:rPr lang="en-GB" sz="1500" spc="-55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dictate</a:t>
            </a:r>
            <a:r>
              <a:rPr lang="en-GB" sz="1500" spc="-55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our</a:t>
            </a:r>
            <a:r>
              <a:rPr lang="en-GB" sz="1500" spc="-55" noProof="0" dirty="0">
                <a:latin typeface="Arial"/>
                <a:cs typeface="Arial"/>
              </a:rPr>
              <a:t> </a:t>
            </a:r>
            <a:r>
              <a:rPr lang="en-GB" sz="1500" spc="-10" noProof="0" dirty="0">
                <a:latin typeface="Arial"/>
                <a:cs typeface="Arial"/>
              </a:rPr>
              <a:t>efforts.</a:t>
            </a:r>
            <a:endParaRPr lang="en-GB" sz="1500" noProof="0" dirty="0">
              <a:latin typeface="Arial"/>
              <a:cs typeface="Arial"/>
            </a:endParaRPr>
          </a:p>
          <a:p>
            <a:pPr marL="12700" marR="21590">
              <a:lnSpc>
                <a:spcPct val="100000"/>
              </a:lnSpc>
              <a:spcBef>
                <a:spcPts val="1575"/>
              </a:spcBef>
            </a:pPr>
            <a:r>
              <a:rPr lang="en-GB" sz="1500" spc="75" noProof="0" dirty="0">
                <a:latin typeface="Arial"/>
                <a:cs typeface="Arial"/>
              </a:rPr>
              <a:t>With</a:t>
            </a:r>
            <a:r>
              <a:rPr lang="en-GB" sz="1500" spc="-55" noProof="0" dirty="0">
                <a:latin typeface="Arial"/>
                <a:cs typeface="Arial"/>
              </a:rPr>
              <a:t> </a:t>
            </a:r>
            <a:r>
              <a:rPr lang="en-GB" sz="1500" spc="-20" noProof="0" dirty="0">
                <a:latin typeface="Arial"/>
                <a:cs typeface="Arial"/>
              </a:rPr>
              <a:t>these</a:t>
            </a:r>
            <a:r>
              <a:rPr lang="en-GB" sz="1500" spc="-55" noProof="0" dirty="0">
                <a:latin typeface="Arial"/>
                <a:cs typeface="Arial"/>
              </a:rPr>
              <a:t> processes </a:t>
            </a:r>
            <a:r>
              <a:rPr lang="en-GB" sz="1500" noProof="0" dirty="0">
                <a:latin typeface="Arial"/>
                <a:cs typeface="Arial"/>
              </a:rPr>
              <a:t>we</a:t>
            </a:r>
            <a:r>
              <a:rPr lang="en-GB" sz="1500" spc="-55" noProof="0" dirty="0">
                <a:latin typeface="Arial"/>
                <a:cs typeface="Arial"/>
              </a:rPr>
              <a:t> can </a:t>
            </a:r>
            <a:r>
              <a:rPr lang="en-GB" sz="1500" noProof="0" dirty="0">
                <a:latin typeface="Arial"/>
                <a:cs typeface="Arial"/>
              </a:rPr>
              <a:t>identify</a:t>
            </a:r>
            <a:r>
              <a:rPr lang="en-GB" sz="1500" spc="-55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what</a:t>
            </a:r>
            <a:r>
              <a:rPr lang="en-GB" sz="1500" spc="-50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tools</a:t>
            </a:r>
            <a:r>
              <a:rPr lang="en-GB" sz="1500" spc="-55" noProof="0" dirty="0">
                <a:latin typeface="Arial"/>
                <a:cs typeface="Arial"/>
              </a:rPr>
              <a:t> </a:t>
            </a:r>
            <a:r>
              <a:rPr lang="en-GB" sz="1500" spc="-25" noProof="0" dirty="0">
                <a:latin typeface="Arial"/>
                <a:cs typeface="Arial"/>
              </a:rPr>
              <a:t>we </a:t>
            </a:r>
            <a:r>
              <a:rPr lang="en-GB" sz="1500" spc="-20" noProof="0" dirty="0">
                <a:latin typeface="Arial"/>
                <a:cs typeface="Arial"/>
              </a:rPr>
              <a:t>should</a:t>
            </a:r>
            <a:r>
              <a:rPr lang="en-GB" sz="1500" spc="-80" noProof="0" dirty="0">
                <a:latin typeface="Arial"/>
                <a:cs typeface="Arial"/>
              </a:rPr>
              <a:t> </a:t>
            </a:r>
            <a:r>
              <a:rPr lang="en-GB" sz="1500" spc="-50" noProof="0" dirty="0">
                <a:latin typeface="Arial"/>
                <a:cs typeface="Arial"/>
              </a:rPr>
              <a:t>using,</a:t>
            </a:r>
            <a:r>
              <a:rPr lang="en-GB" sz="1500" spc="-80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what</a:t>
            </a:r>
            <a:r>
              <a:rPr lang="en-GB" sz="1500" spc="-80" noProof="0" dirty="0">
                <a:latin typeface="Arial"/>
                <a:cs typeface="Arial"/>
              </a:rPr>
              <a:t> </a:t>
            </a:r>
            <a:r>
              <a:rPr lang="en-GB" sz="1500" spc="-35" noProof="0" dirty="0">
                <a:latin typeface="Arial"/>
                <a:cs typeface="Arial"/>
              </a:rPr>
              <a:t>services</a:t>
            </a:r>
            <a:r>
              <a:rPr lang="en-GB" sz="1500" spc="-75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we</a:t>
            </a:r>
            <a:r>
              <a:rPr lang="en-GB" sz="1500" spc="-80" noProof="0" dirty="0">
                <a:latin typeface="Arial"/>
                <a:cs typeface="Arial"/>
              </a:rPr>
              <a:t> </a:t>
            </a:r>
            <a:r>
              <a:rPr lang="en-GB" sz="1500" spc="-20" noProof="0" dirty="0">
                <a:latin typeface="Arial"/>
                <a:cs typeface="Arial"/>
              </a:rPr>
              <a:t>should</a:t>
            </a:r>
            <a:r>
              <a:rPr lang="en-GB" sz="1500" spc="-80" noProof="0" dirty="0">
                <a:latin typeface="Arial"/>
                <a:cs typeface="Arial"/>
              </a:rPr>
              <a:t> </a:t>
            </a:r>
            <a:r>
              <a:rPr lang="en-GB" sz="1500" spc="-10" noProof="0" dirty="0">
                <a:latin typeface="Arial"/>
                <a:cs typeface="Arial"/>
              </a:rPr>
              <a:t>providing</a:t>
            </a:r>
            <a:r>
              <a:rPr lang="en-GB" sz="1500" spc="500" noProof="0" dirty="0">
                <a:latin typeface="Arial"/>
                <a:cs typeface="Arial"/>
              </a:rPr>
              <a:t> </a:t>
            </a:r>
            <a:r>
              <a:rPr lang="en-GB" sz="1500" spc="-35" noProof="0" dirty="0">
                <a:latin typeface="Arial"/>
                <a:cs typeface="Arial"/>
              </a:rPr>
              <a:t>and</a:t>
            </a:r>
            <a:r>
              <a:rPr lang="en-GB" sz="1500" spc="-95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what</a:t>
            </a:r>
            <a:r>
              <a:rPr lang="en-GB" sz="1500" spc="-95" noProof="0" dirty="0">
                <a:latin typeface="Arial"/>
                <a:cs typeface="Arial"/>
              </a:rPr>
              <a:t> </a:t>
            </a:r>
            <a:r>
              <a:rPr lang="en-GB" sz="1500" spc="-10" noProof="0" dirty="0">
                <a:latin typeface="Arial"/>
                <a:cs typeface="Arial"/>
              </a:rPr>
              <a:t>data</a:t>
            </a:r>
            <a:r>
              <a:rPr lang="en-GB" sz="1500" spc="-95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we</a:t>
            </a:r>
            <a:r>
              <a:rPr lang="en-GB" sz="1500" spc="-90" noProof="0" dirty="0">
                <a:latin typeface="Arial"/>
                <a:cs typeface="Arial"/>
              </a:rPr>
              <a:t> </a:t>
            </a:r>
            <a:r>
              <a:rPr lang="en-GB" sz="1500" spc="-20" noProof="0" dirty="0">
                <a:latin typeface="Arial"/>
                <a:cs typeface="Arial"/>
              </a:rPr>
              <a:t>should</a:t>
            </a:r>
            <a:r>
              <a:rPr lang="en-GB" sz="1500" spc="-95" noProof="0" dirty="0">
                <a:latin typeface="Arial"/>
                <a:cs typeface="Arial"/>
              </a:rPr>
              <a:t> </a:t>
            </a:r>
            <a:r>
              <a:rPr lang="en-GB" sz="1500" spc="-35" noProof="0" dirty="0">
                <a:latin typeface="Arial"/>
                <a:cs typeface="Arial"/>
              </a:rPr>
              <a:t>be</a:t>
            </a:r>
            <a:r>
              <a:rPr lang="en-GB" sz="1500" spc="-95" noProof="0" dirty="0">
                <a:latin typeface="Arial"/>
                <a:cs typeface="Arial"/>
              </a:rPr>
              <a:t> </a:t>
            </a:r>
            <a:r>
              <a:rPr lang="en-GB" sz="1500" spc="-10" noProof="0" dirty="0">
                <a:latin typeface="Arial"/>
                <a:cs typeface="Arial"/>
              </a:rPr>
              <a:t>collecting.</a:t>
            </a:r>
            <a:endParaRPr lang="en-GB" sz="1500" noProof="0" dirty="0">
              <a:latin typeface="Arial"/>
              <a:cs typeface="Arial"/>
            </a:endParaRPr>
          </a:p>
          <a:p>
            <a:pPr marL="12700" marR="74295">
              <a:lnSpc>
                <a:spcPct val="100000"/>
              </a:lnSpc>
              <a:spcBef>
                <a:spcPts val="1575"/>
              </a:spcBef>
            </a:pPr>
            <a:r>
              <a:rPr lang="en-GB" sz="1500" spc="-55" noProof="0" dirty="0">
                <a:latin typeface="Arial"/>
                <a:cs typeface="Arial"/>
              </a:rPr>
              <a:t>Even</a:t>
            </a:r>
            <a:r>
              <a:rPr lang="en-GB" sz="1500" spc="-85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in</a:t>
            </a:r>
            <a:r>
              <a:rPr lang="en-GB" sz="1500" spc="-75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the</a:t>
            </a:r>
            <a:r>
              <a:rPr lang="en-GB" sz="1500" spc="-75" noProof="0" dirty="0">
                <a:latin typeface="Arial"/>
                <a:cs typeface="Arial"/>
              </a:rPr>
              <a:t> </a:t>
            </a:r>
            <a:r>
              <a:rPr lang="en-GB" sz="1500" spc="-10" noProof="0" dirty="0">
                <a:latin typeface="Arial"/>
                <a:cs typeface="Arial"/>
              </a:rPr>
              <a:t>simplest</a:t>
            </a:r>
            <a:r>
              <a:rPr lang="en-GB" sz="1500" spc="-75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of</a:t>
            </a:r>
            <a:r>
              <a:rPr lang="en-GB" sz="1500" spc="-75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web</a:t>
            </a:r>
            <a:r>
              <a:rPr lang="en-GB" sz="1500" spc="-75" noProof="0" dirty="0">
                <a:latin typeface="Arial"/>
                <a:cs typeface="Arial"/>
              </a:rPr>
              <a:t> </a:t>
            </a:r>
            <a:r>
              <a:rPr lang="en-GB" sz="1500" spc="-30" noProof="0" dirty="0">
                <a:latin typeface="Arial"/>
                <a:cs typeface="Arial"/>
              </a:rPr>
              <a:t>experiences</a:t>
            </a:r>
            <a:r>
              <a:rPr lang="en-GB" sz="1500" spc="-75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taking</a:t>
            </a:r>
            <a:r>
              <a:rPr lang="en-GB" sz="1500" spc="-75" noProof="0" dirty="0">
                <a:latin typeface="Arial"/>
                <a:cs typeface="Arial"/>
              </a:rPr>
              <a:t> </a:t>
            </a:r>
            <a:r>
              <a:rPr lang="en-GB" sz="1500" spc="-20" noProof="0" dirty="0">
                <a:latin typeface="Arial"/>
                <a:cs typeface="Arial"/>
              </a:rPr>
              <a:t>into </a:t>
            </a:r>
            <a:r>
              <a:rPr lang="en-GB" sz="1500" spc="-10" noProof="0" dirty="0">
                <a:latin typeface="Arial"/>
                <a:cs typeface="Arial"/>
              </a:rPr>
              <a:t>account</a:t>
            </a:r>
            <a:r>
              <a:rPr lang="en-GB" sz="1500" spc="-105" noProof="0" dirty="0">
                <a:latin typeface="Arial"/>
                <a:cs typeface="Arial"/>
              </a:rPr>
              <a:t> </a:t>
            </a:r>
            <a:r>
              <a:rPr lang="en-GB" sz="1500" spc="-30" noProof="0" dirty="0">
                <a:latin typeface="Arial"/>
                <a:cs typeface="Arial"/>
              </a:rPr>
              <a:t>UX</a:t>
            </a:r>
            <a:r>
              <a:rPr lang="en-GB" sz="1500" spc="-100" noProof="0" dirty="0">
                <a:latin typeface="Arial"/>
                <a:cs typeface="Arial"/>
              </a:rPr>
              <a:t> </a:t>
            </a:r>
            <a:r>
              <a:rPr lang="en-GB" sz="1500" spc="-35" noProof="0" dirty="0">
                <a:latin typeface="Arial"/>
                <a:cs typeface="Arial"/>
              </a:rPr>
              <a:t>and</a:t>
            </a:r>
            <a:r>
              <a:rPr lang="en-GB" sz="1500" spc="-105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UI</a:t>
            </a:r>
            <a:r>
              <a:rPr lang="en-GB" sz="1500" spc="-100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principles</a:t>
            </a:r>
            <a:r>
              <a:rPr lang="en-GB" sz="1500" spc="-105" noProof="0" dirty="0">
                <a:latin typeface="Arial"/>
                <a:cs typeface="Arial"/>
              </a:rPr>
              <a:t> </a:t>
            </a:r>
            <a:r>
              <a:rPr lang="en-GB" sz="1500" spc="-35" noProof="0" dirty="0">
                <a:latin typeface="Arial"/>
                <a:cs typeface="Arial"/>
              </a:rPr>
              <a:t>is</a:t>
            </a:r>
            <a:r>
              <a:rPr lang="en-GB" sz="1500" spc="-100" noProof="0" dirty="0">
                <a:latin typeface="Arial"/>
                <a:cs typeface="Arial"/>
              </a:rPr>
              <a:t> </a:t>
            </a:r>
            <a:r>
              <a:rPr lang="en-GB" sz="1500" spc="-35" noProof="0" dirty="0">
                <a:latin typeface="Arial"/>
                <a:cs typeface="Arial"/>
              </a:rPr>
              <a:t>essential,</a:t>
            </a:r>
            <a:r>
              <a:rPr lang="en-GB" sz="1500" spc="-100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we</a:t>
            </a:r>
            <a:r>
              <a:rPr lang="en-GB" sz="1500" spc="-105" noProof="0" dirty="0">
                <a:latin typeface="Arial"/>
                <a:cs typeface="Arial"/>
              </a:rPr>
              <a:t> </a:t>
            </a:r>
            <a:r>
              <a:rPr lang="en-GB" sz="1500" spc="-10" noProof="0" dirty="0">
                <a:latin typeface="Arial"/>
                <a:cs typeface="Arial"/>
              </a:rPr>
              <a:t>often </a:t>
            </a:r>
            <a:r>
              <a:rPr lang="en-GB" sz="1500" noProof="0" dirty="0">
                <a:latin typeface="Arial"/>
                <a:cs typeface="Arial"/>
              </a:rPr>
              <a:t>do</a:t>
            </a:r>
            <a:r>
              <a:rPr lang="en-GB" sz="1500" spc="-105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this</a:t>
            </a:r>
            <a:r>
              <a:rPr lang="en-GB" sz="1500" spc="-90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at</a:t>
            </a:r>
            <a:r>
              <a:rPr lang="en-GB" sz="1500" spc="-95" noProof="0" dirty="0">
                <a:latin typeface="Arial"/>
                <a:cs typeface="Arial"/>
              </a:rPr>
              <a:t> </a:t>
            </a:r>
            <a:r>
              <a:rPr lang="en-GB" sz="1500" spc="-85" noProof="0" dirty="0">
                <a:latin typeface="Arial"/>
                <a:cs typeface="Arial"/>
              </a:rPr>
              <a:t>a</a:t>
            </a:r>
            <a:r>
              <a:rPr lang="en-GB" sz="1500" spc="-90" noProof="0" dirty="0">
                <a:latin typeface="Arial"/>
                <a:cs typeface="Arial"/>
              </a:rPr>
              <a:t> </a:t>
            </a:r>
            <a:r>
              <a:rPr lang="en-GB" sz="1500" spc="-45" noProof="0" dirty="0">
                <a:latin typeface="Arial"/>
                <a:cs typeface="Arial"/>
              </a:rPr>
              <a:t>basic</a:t>
            </a:r>
            <a:r>
              <a:rPr lang="en-GB" sz="1500" spc="-95" noProof="0" dirty="0">
                <a:latin typeface="Arial"/>
                <a:cs typeface="Arial"/>
              </a:rPr>
              <a:t> </a:t>
            </a:r>
            <a:r>
              <a:rPr lang="en-GB" sz="1500" spc="-10" noProof="0" dirty="0">
                <a:latin typeface="Arial"/>
                <a:cs typeface="Arial"/>
              </a:rPr>
              <a:t>level</a:t>
            </a:r>
            <a:r>
              <a:rPr lang="en-GB" sz="1500" spc="-90" noProof="0" dirty="0">
                <a:latin typeface="Arial"/>
                <a:cs typeface="Arial"/>
              </a:rPr>
              <a:t> </a:t>
            </a:r>
            <a:r>
              <a:rPr lang="en-GB" sz="1500" spc="50" noProof="0" dirty="0">
                <a:latin typeface="Arial"/>
                <a:cs typeface="Arial"/>
              </a:rPr>
              <a:t>without</a:t>
            </a:r>
            <a:r>
              <a:rPr lang="en-GB" sz="1500" spc="-95" noProof="0" dirty="0">
                <a:latin typeface="Arial"/>
                <a:cs typeface="Arial"/>
              </a:rPr>
              <a:t> </a:t>
            </a:r>
            <a:r>
              <a:rPr lang="en-GB" sz="1500" spc="-40" noProof="0" dirty="0">
                <a:latin typeface="Arial"/>
                <a:cs typeface="Arial"/>
              </a:rPr>
              <a:t>even</a:t>
            </a:r>
            <a:r>
              <a:rPr lang="en-GB" sz="1500" spc="-90" noProof="0" dirty="0">
                <a:latin typeface="Arial"/>
                <a:cs typeface="Arial"/>
              </a:rPr>
              <a:t> </a:t>
            </a:r>
            <a:r>
              <a:rPr lang="en-GB" sz="1500" spc="-10" noProof="0" dirty="0">
                <a:latin typeface="Arial"/>
                <a:cs typeface="Arial"/>
              </a:rPr>
              <a:t>realising</a:t>
            </a:r>
            <a:r>
              <a:rPr lang="en-GB" sz="1500" spc="-90" noProof="0" dirty="0">
                <a:latin typeface="Arial"/>
                <a:cs typeface="Arial"/>
              </a:rPr>
              <a:t> </a:t>
            </a:r>
            <a:r>
              <a:rPr lang="en-GB" sz="1500" spc="-25" noProof="0" dirty="0">
                <a:latin typeface="Arial"/>
                <a:cs typeface="Arial"/>
              </a:rPr>
              <a:t>it.</a:t>
            </a:r>
            <a:endParaRPr lang="en-GB" sz="1500" noProof="0" dirty="0">
              <a:latin typeface="Arial"/>
              <a:cs typeface="Arial"/>
            </a:endParaRPr>
          </a:p>
          <a:p>
            <a:pPr marL="12700" marR="165100">
              <a:lnSpc>
                <a:spcPct val="100000"/>
              </a:lnSpc>
              <a:spcBef>
                <a:spcPts val="1575"/>
              </a:spcBef>
            </a:pPr>
            <a:r>
              <a:rPr lang="en-GB" sz="1500" i="1" spc="-55" noProof="0" dirty="0">
                <a:latin typeface="Arial"/>
                <a:cs typeface="Arial"/>
              </a:rPr>
              <a:t>Think</a:t>
            </a:r>
            <a:r>
              <a:rPr lang="en-GB" sz="1500" i="1" spc="-100" noProof="0" dirty="0">
                <a:latin typeface="Arial"/>
                <a:cs typeface="Arial"/>
              </a:rPr>
              <a:t> </a:t>
            </a:r>
            <a:r>
              <a:rPr lang="en-GB" sz="1500" i="1" spc="-50" noProof="0" dirty="0">
                <a:latin typeface="Arial"/>
                <a:cs typeface="Arial"/>
              </a:rPr>
              <a:t>about</a:t>
            </a:r>
            <a:r>
              <a:rPr lang="en-GB" sz="1500" i="1" spc="-100" noProof="0" dirty="0">
                <a:latin typeface="Arial"/>
                <a:cs typeface="Arial"/>
              </a:rPr>
              <a:t> </a:t>
            </a:r>
            <a:r>
              <a:rPr lang="en-GB" sz="1500" i="1" spc="-85" noProof="0" dirty="0">
                <a:latin typeface="Arial"/>
                <a:cs typeface="Arial"/>
              </a:rPr>
              <a:t>where</a:t>
            </a:r>
            <a:r>
              <a:rPr lang="en-GB" sz="1500" i="1" spc="-100" noProof="0" dirty="0">
                <a:latin typeface="Arial"/>
                <a:cs typeface="Arial"/>
              </a:rPr>
              <a:t> </a:t>
            </a:r>
            <a:r>
              <a:rPr lang="en-GB" sz="1500" i="1" spc="-95" noProof="0" dirty="0">
                <a:latin typeface="Arial"/>
                <a:cs typeface="Arial"/>
              </a:rPr>
              <a:t>we </a:t>
            </a:r>
            <a:r>
              <a:rPr lang="en-GB" sz="1500" i="1" spc="-85" noProof="0" dirty="0">
                <a:latin typeface="Arial"/>
                <a:cs typeface="Arial"/>
              </a:rPr>
              <a:t>expect</a:t>
            </a:r>
            <a:r>
              <a:rPr lang="en-GB" sz="1500" i="1" spc="-100" noProof="0" dirty="0">
                <a:latin typeface="Arial"/>
                <a:cs typeface="Arial"/>
              </a:rPr>
              <a:t> </a:t>
            </a:r>
            <a:r>
              <a:rPr lang="en-GB" sz="1500" i="1" spc="-90" noProof="0" dirty="0">
                <a:latin typeface="Arial"/>
                <a:cs typeface="Arial"/>
              </a:rPr>
              <a:t>a</a:t>
            </a:r>
            <a:r>
              <a:rPr lang="en-GB" sz="1500" i="1" spc="-100" noProof="0" dirty="0">
                <a:latin typeface="Arial"/>
                <a:cs typeface="Arial"/>
              </a:rPr>
              <a:t> </a:t>
            </a:r>
            <a:r>
              <a:rPr lang="en-GB" sz="1500" i="1" spc="-80" noProof="0" dirty="0">
                <a:latin typeface="Arial"/>
                <a:cs typeface="Arial"/>
              </a:rPr>
              <a:t>websites</a:t>
            </a:r>
            <a:r>
              <a:rPr lang="en-GB" sz="1500" i="1" spc="-100" noProof="0" dirty="0">
                <a:latin typeface="Arial"/>
                <a:cs typeface="Arial"/>
              </a:rPr>
              <a:t> </a:t>
            </a:r>
            <a:r>
              <a:rPr lang="en-GB" sz="1500" i="1" spc="-80" noProof="0" dirty="0">
                <a:latin typeface="Arial"/>
                <a:cs typeface="Arial"/>
              </a:rPr>
              <a:t>logo</a:t>
            </a:r>
            <a:r>
              <a:rPr lang="en-GB" sz="1500" i="1" spc="-95" noProof="0" dirty="0">
                <a:latin typeface="Arial"/>
                <a:cs typeface="Arial"/>
              </a:rPr>
              <a:t> </a:t>
            </a:r>
            <a:r>
              <a:rPr lang="en-GB" sz="1500" i="1" noProof="0" dirty="0">
                <a:latin typeface="Arial"/>
                <a:cs typeface="Arial"/>
              </a:rPr>
              <a:t>to</a:t>
            </a:r>
            <a:r>
              <a:rPr lang="en-GB" sz="1500" i="1" spc="-100" noProof="0" dirty="0">
                <a:latin typeface="Arial"/>
                <a:cs typeface="Arial"/>
              </a:rPr>
              <a:t> </a:t>
            </a:r>
            <a:r>
              <a:rPr lang="en-GB" sz="1500" i="1" spc="-110" noProof="0" dirty="0">
                <a:latin typeface="Arial"/>
                <a:cs typeface="Arial"/>
              </a:rPr>
              <a:t>be,</a:t>
            </a:r>
            <a:r>
              <a:rPr lang="en-GB" sz="1500" i="1" spc="-100" noProof="0" dirty="0">
                <a:latin typeface="Arial"/>
                <a:cs typeface="Arial"/>
              </a:rPr>
              <a:t> </a:t>
            </a:r>
            <a:r>
              <a:rPr lang="en-GB" sz="1500" i="1" spc="-25" noProof="0" dirty="0">
                <a:latin typeface="Arial"/>
                <a:cs typeface="Arial"/>
              </a:rPr>
              <a:t>or </a:t>
            </a:r>
            <a:r>
              <a:rPr lang="en-GB" sz="1500" i="1" spc="-65" noProof="0" dirty="0">
                <a:latin typeface="Arial"/>
                <a:cs typeface="Arial"/>
              </a:rPr>
              <a:t>how</a:t>
            </a:r>
            <a:r>
              <a:rPr lang="en-GB" sz="1500" i="1" spc="-105" noProof="0" dirty="0">
                <a:latin typeface="Arial"/>
                <a:cs typeface="Arial"/>
              </a:rPr>
              <a:t> </a:t>
            </a:r>
            <a:r>
              <a:rPr lang="en-GB" sz="1500" i="1" spc="-90" noProof="0" dirty="0">
                <a:latin typeface="Arial"/>
                <a:cs typeface="Arial"/>
              </a:rPr>
              <a:t>a</a:t>
            </a:r>
            <a:r>
              <a:rPr lang="en-GB" sz="1500" i="1" spc="-100" noProof="0" dirty="0">
                <a:latin typeface="Arial"/>
                <a:cs typeface="Arial"/>
              </a:rPr>
              <a:t> </a:t>
            </a:r>
            <a:r>
              <a:rPr lang="en-GB" sz="1500" i="1" spc="-65" noProof="0" dirty="0">
                <a:latin typeface="Arial"/>
                <a:cs typeface="Arial"/>
              </a:rPr>
              <a:t>burger</a:t>
            </a:r>
            <a:r>
              <a:rPr lang="en-GB" sz="1500" i="1" spc="-100" noProof="0" dirty="0">
                <a:latin typeface="Arial"/>
                <a:cs typeface="Arial"/>
              </a:rPr>
              <a:t> </a:t>
            </a:r>
            <a:r>
              <a:rPr lang="en-GB" sz="1500" i="1" spc="-90" noProof="0" dirty="0">
                <a:latin typeface="Arial"/>
                <a:cs typeface="Arial"/>
              </a:rPr>
              <a:t>menu</a:t>
            </a:r>
            <a:r>
              <a:rPr lang="en-GB" sz="1500" i="1" spc="-100" noProof="0" dirty="0">
                <a:latin typeface="Arial"/>
                <a:cs typeface="Arial"/>
              </a:rPr>
              <a:t> </a:t>
            </a:r>
            <a:r>
              <a:rPr lang="en-GB" sz="1500" i="1" spc="-75" noProof="0" dirty="0">
                <a:latin typeface="Arial"/>
                <a:cs typeface="Arial"/>
              </a:rPr>
              <a:t>should</a:t>
            </a:r>
            <a:r>
              <a:rPr lang="en-GB" sz="1500" i="1" spc="-105" noProof="0" dirty="0">
                <a:latin typeface="Arial"/>
                <a:cs typeface="Arial"/>
              </a:rPr>
              <a:t> </a:t>
            </a:r>
            <a:r>
              <a:rPr lang="en-GB" sz="1500" i="1" spc="-10" noProof="0" dirty="0">
                <a:latin typeface="Arial"/>
                <a:cs typeface="Arial"/>
              </a:rPr>
              <a:t>behave…</a:t>
            </a:r>
            <a:endParaRPr lang="en-GB" sz="1500" noProof="0" dirty="0">
              <a:latin typeface="Arial"/>
              <a:cs typeface="Arial"/>
            </a:endParaRPr>
          </a:p>
        </p:txBody>
      </p:sp>
      <p:grpSp>
        <p:nvGrpSpPr>
          <p:cNvPr id="4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086100" y="0"/>
            <a:ext cx="4058285" cy="5143500"/>
            <a:chOff x="5086100" y="0"/>
            <a:chExt cx="4058285" cy="5143500"/>
          </a:xfrm>
        </p:grpSpPr>
        <p:sp>
          <p:nvSpPr>
            <p:cNvPr id="5" name="object 5"/>
            <p:cNvSpPr/>
            <p:nvPr/>
          </p:nvSpPr>
          <p:spPr>
            <a:xfrm>
              <a:off x="5086100" y="0"/>
              <a:ext cx="4058285" cy="5143500"/>
            </a:xfrm>
            <a:custGeom>
              <a:avLst/>
              <a:gdLst/>
              <a:ahLst/>
              <a:cxnLst/>
              <a:rect l="l" t="t" r="r" b="b"/>
              <a:pathLst>
                <a:path w="4058284" h="5143500">
                  <a:moveTo>
                    <a:pt x="4057799" y="5143499"/>
                  </a:moveTo>
                  <a:lnTo>
                    <a:pt x="0" y="5143499"/>
                  </a:lnTo>
                  <a:lnTo>
                    <a:pt x="0" y="0"/>
                  </a:lnTo>
                  <a:lnTo>
                    <a:pt x="4057799" y="0"/>
                  </a:lnTo>
                  <a:lnTo>
                    <a:pt x="4057799" y="5143499"/>
                  </a:lnTo>
                  <a:close/>
                </a:path>
              </a:pathLst>
            </a:custGeom>
            <a:solidFill>
              <a:srgbClr val="F7CE47"/>
            </a:solidFill>
          </p:spPr>
          <p:txBody>
            <a:bodyPr wrap="square" lIns="0" tIns="0" rIns="0" bIns="0" rtlCol="0"/>
            <a:lstStyle/>
            <a:p>
              <a:endParaRPr lang="en-GB" noProof="0" dirty="0"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81796" y="4732099"/>
              <a:ext cx="1070833" cy="35399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77375" y="934124"/>
              <a:ext cx="3275248" cy="327524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00033D"/>
          </a:solidFill>
        </p:spPr>
        <p:txBody>
          <a:bodyPr wrap="square" lIns="0" tIns="0" rIns="0" bIns="0" rtlCol="0"/>
          <a:lstStyle/>
          <a:p>
            <a:endParaRPr lang="en-GB" noProof="0" dirty="0"/>
          </a:p>
        </p:txBody>
      </p:sp>
      <p:sp>
        <p:nvSpPr>
          <p:cNvPr id="3" name="object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5198" y="415650"/>
            <a:ext cx="183515" cy="0"/>
          </a:xfrm>
          <a:custGeom>
            <a:avLst/>
            <a:gdLst/>
            <a:ahLst/>
            <a:cxnLst/>
            <a:rect l="l" t="t" r="r" b="b"/>
            <a:pathLst>
              <a:path w="183515">
                <a:moveTo>
                  <a:pt x="0" y="0"/>
                </a:moveTo>
                <a:lnTo>
                  <a:pt x="183299" y="0"/>
                </a:lnTo>
              </a:path>
            </a:pathLst>
          </a:custGeom>
          <a:ln w="1904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lang="en-GB" noProof="0" dirty="0"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56123" y="760791"/>
            <a:ext cx="685673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z="4800" noProof="0" dirty="0">
                <a:solidFill>
                  <a:srgbClr val="FFFFFF"/>
                </a:solidFill>
              </a:rPr>
              <a:t>Standards</a:t>
            </a:r>
            <a:r>
              <a:rPr lang="en-GB" sz="4800" spc="-275" noProof="0" dirty="0">
                <a:solidFill>
                  <a:srgbClr val="FFFFFF"/>
                </a:solidFill>
              </a:rPr>
              <a:t> </a:t>
            </a:r>
            <a:r>
              <a:rPr lang="en-GB" sz="4800" noProof="0" dirty="0">
                <a:solidFill>
                  <a:srgbClr val="FFFFFF"/>
                </a:solidFill>
              </a:rPr>
              <a:t>&amp;</a:t>
            </a:r>
            <a:r>
              <a:rPr lang="en-GB" sz="4800" spc="-270" noProof="0" dirty="0">
                <a:solidFill>
                  <a:srgbClr val="FFFFFF"/>
                </a:solidFill>
              </a:rPr>
              <a:t> </a:t>
            </a:r>
            <a:r>
              <a:rPr lang="en-GB" sz="4800" spc="-10" noProof="0" dirty="0">
                <a:solidFill>
                  <a:srgbClr val="FFFFFF"/>
                </a:solidFill>
              </a:rPr>
              <a:t>Guidelines</a:t>
            </a:r>
            <a:endParaRPr lang="en-GB" sz="4800" noProof="0" dirty="0"/>
          </a:p>
        </p:txBody>
      </p:sp>
      <p:pic>
        <p:nvPicPr>
          <p:cNvPr id="5" name="object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81796" y="4732099"/>
            <a:ext cx="1070833" cy="35399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9924" y="126901"/>
            <a:ext cx="446595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pc="-10" noProof="0" dirty="0"/>
              <a:t>Colour</a:t>
            </a:r>
            <a:r>
              <a:rPr lang="en-GB" spc="-170" noProof="0" dirty="0"/>
              <a:t> </a:t>
            </a:r>
            <a:r>
              <a:rPr lang="en-GB" spc="75" noProof="0" dirty="0"/>
              <a:t>Palettes/Schemes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9924" y="762155"/>
            <a:ext cx="4481830" cy="4283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25095" algn="just">
              <a:lnSpc>
                <a:spcPct val="100000"/>
              </a:lnSpc>
              <a:spcBef>
                <a:spcPts val="100"/>
              </a:spcBef>
            </a:pPr>
            <a:r>
              <a:rPr lang="en-GB" sz="1500" spc="10" noProof="0" dirty="0">
                <a:latin typeface="Arial"/>
                <a:cs typeface="Arial"/>
              </a:rPr>
              <a:t>A</a:t>
            </a:r>
            <a:r>
              <a:rPr lang="en-GB" sz="1500" spc="-130" noProof="0" dirty="0">
                <a:latin typeface="Arial"/>
                <a:cs typeface="Arial"/>
              </a:rPr>
              <a:t> </a:t>
            </a:r>
            <a:r>
              <a:rPr lang="en-GB" sz="1500" spc="10" noProof="0" dirty="0">
                <a:latin typeface="Arial"/>
                <a:cs typeface="Arial"/>
              </a:rPr>
              <a:t>colour</a:t>
            </a:r>
            <a:r>
              <a:rPr lang="en-GB" sz="1500" spc="-130" noProof="0" dirty="0">
                <a:latin typeface="Arial"/>
                <a:cs typeface="Arial"/>
              </a:rPr>
              <a:t> </a:t>
            </a:r>
            <a:r>
              <a:rPr lang="en-GB" sz="1500" spc="15" noProof="0" dirty="0">
                <a:latin typeface="Arial"/>
                <a:cs typeface="Arial"/>
              </a:rPr>
              <a:t>palette</a:t>
            </a:r>
            <a:r>
              <a:rPr lang="en-GB" sz="1500" spc="-130" noProof="0" dirty="0">
                <a:latin typeface="Arial"/>
                <a:cs typeface="Arial"/>
              </a:rPr>
              <a:t> </a:t>
            </a:r>
            <a:r>
              <a:rPr lang="en-GB" sz="1500" spc="-30" noProof="0" dirty="0">
                <a:latin typeface="Arial"/>
                <a:cs typeface="Arial"/>
              </a:rPr>
              <a:t>is</a:t>
            </a:r>
            <a:r>
              <a:rPr lang="en-GB" sz="1500" spc="-130" noProof="0" dirty="0">
                <a:latin typeface="Arial"/>
                <a:cs typeface="Arial"/>
              </a:rPr>
              <a:t> </a:t>
            </a:r>
            <a:r>
              <a:rPr lang="en-GB" sz="1500" spc="25" noProof="0" dirty="0">
                <a:latin typeface="Arial"/>
                <a:cs typeface="Arial"/>
              </a:rPr>
              <a:t>the</a:t>
            </a:r>
            <a:r>
              <a:rPr lang="en-GB" sz="1500" spc="-130" noProof="0" dirty="0">
                <a:latin typeface="Arial"/>
                <a:cs typeface="Arial"/>
              </a:rPr>
              <a:t> </a:t>
            </a:r>
            <a:r>
              <a:rPr lang="en-GB" sz="1500" spc="10" noProof="0" dirty="0">
                <a:latin typeface="Arial"/>
                <a:cs typeface="Arial"/>
              </a:rPr>
              <a:t>collection</a:t>
            </a:r>
            <a:r>
              <a:rPr lang="en-GB" sz="1500" spc="-130" noProof="0" dirty="0">
                <a:latin typeface="Arial"/>
                <a:cs typeface="Arial"/>
              </a:rPr>
              <a:t> </a:t>
            </a:r>
            <a:r>
              <a:rPr lang="en-GB" sz="1500" spc="40" noProof="0" dirty="0">
                <a:latin typeface="Arial"/>
                <a:cs typeface="Arial"/>
              </a:rPr>
              <a:t>of</a:t>
            </a:r>
            <a:r>
              <a:rPr lang="en-GB" sz="1500" spc="-130" noProof="0" dirty="0">
                <a:latin typeface="Arial"/>
                <a:cs typeface="Arial"/>
              </a:rPr>
              <a:t> </a:t>
            </a:r>
            <a:r>
              <a:rPr lang="en-GB" sz="1500" spc="-20" noProof="0" dirty="0">
                <a:latin typeface="Arial"/>
                <a:cs typeface="Arial"/>
              </a:rPr>
              <a:t>available</a:t>
            </a:r>
            <a:r>
              <a:rPr lang="en-GB" sz="1500" spc="-130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colours we</a:t>
            </a:r>
            <a:r>
              <a:rPr lang="en-GB" sz="1500" spc="-130" noProof="0" dirty="0">
                <a:latin typeface="Arial"/>
                <a:cs typeface="Arial"/>
              </a:rPr>
              <a:t> </a:t>
            </a:r>
            <a:r>
              <a:rPr lang="en-GB" sz="1500" spc="-50" noProof="0" dirty="0">
                <a:latin typeface="Arial"/>
                <a:cs typeface="Arial"/>
              </a:rPr>
              <a:t>can</a:t>
            </a:r>
            <a:r>
              <a:rPr lang="en-GB" sz="1500" spc="-130" noProof="0" dirty="0">
                <a:latin typeface="Arial"/>
                <a:cs typeface="Arial"/>
              </a:rPr>
              <a:t> </a:t>
            </a:r>
            <a:r>
              <a:rPr lang="en-GB" sz="1500" spc="-60" noProof="0" dirty="0">
                <a:latin typeface="Arial"/>
                <a:cs typeface="Arial"/>
              </a:rPr>
              <a:t>use</a:t>
            </a:r>
            <a:r>
              <a:rPr lang="en-GB" sz="1500" spc="-130" noProof="0" dirty="0">
                <a:latin typeface="Arial"/>
                <a:cs typeface="Arial"/>
              </a:rPr>
              <a:t> </a:t>
            </a:r>
            <a:r>
              <a:rPr lang="en-GB" sz="1500" spc="50" noProof="0" dirty="0">
                <a:latin typeface="Arial"/>
                <a:cs typeface="Arial"/>
              </a:rPr>
              <a:t>within</a:t>
            </a:r>
            <a:r>
              <a:rPr lang="en-GB" sz="1500" spc="-130" noProof="0" dirty="0">
                <a:latin typeface="Arial"/>
                <a:cs typeface="Arial"/>
              </a:rPr>
              <a:t> </a:t>
            </a:r>
            <a:r>
              <a:rPr lang="en-GB" sz="1500" spc="25" noProof="0" dirty="0">
                <a:latin typeface="Arial"/>
                <a:cs typeface="Arial"/>
              </a:rPr>
              <a:t>our</a:t>
            </a:r>
            <a:r>
              <a:rPr lang="en-GB" sz="1500" spc="-130" noProof="0" dirty="0">
                <a:latin typeface="Arial"/>
                <a:cs typeface="Arial"/>
              </a:rPr>
              <a:t> </a:t>
            </a:r>
            <a:r>
              <a:rPr lang="en-GB" sz="1500" spc="-20" noProof="0" dirty="0">
                <a:latin typeface="Arial"/>
                <a:cs typeface="Arial"/>
              </a:rPr>
              <a:t>UI,</a:t>
            </a:r>
            <a:r>
              <a:rPr lang="en-GB" sz="1500" spc="-130" noProof="0" dirty="0">
                <a:latin typeface="Arial"/>
                <a:cs typeface="Arial"/>
              </a:rPr>
              <a:t> </a:t>
            </a:r>
            <a:r>
              <a:rPr lang="en-GB" sz="1500" spc="30" noProof="0" dirty="0">
                <a:latin typeface="Arial"/>
                <a:cs typeface="Arial"/>
              </a:rPr>
              <a:t>often</a:t>
            </a:r>
            <a:r>
              <a:rPr lang="en-GB" sz="1500" spc="-130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deﬁned</a:t>
            </a:r>
            <a:r>
              <a:rPr lang="en-GB" sz="1500" spc="-130" noProof="0" dirty="0">
                <a:latin typeface="Arial"/>
                <a:cs typeface="Arial"/>
              </a:rPr>
              <a:t> </a:t>
            </a:r>
            <a:r>
              <a:rPr lang="en-GB" sz="1500" spc="-5" noProof="0" dirty="0">
                <a:latin typeface="Arial"/>
                <a:cs typeface="Arial"/>
              </a:rPr>
              <a:t>by</a:t>
            </a:r>
            <a:r>
              <a:rPr lang="en-GB" sz="1500" spc="-130" noProof="0" dirty="0">
                <a:latin typeface="Arial"/>
                <a:cs typeface="Arial"/>
              </a:rPr>
              <a:t> </a:t>
            </a:r>
            <a:r>
              <a:rPr lang="en-GB" sz="1500" spc="-80" noProof="0" dirty="0">
                <a:latin typeface="Arial"/>
                <a:cs typeface="Arial"/>
              </a:rPr>
              <a:t>a</a:t>
            </a:r>
            <a:r>
              <a:rPr lang="en-GB" sz="1500" spc="-130" noProof="0" dirty="0">
                <a:latin typeface="Arial"/>
                <a:cs typeface="Arial"/>
              </a:rPr>
              <a:t> </a:t>
            </a:r>
            <a:r>
              <a:rPr lang="en-GB" sz="1500" spc="-15" noProof="0" dirty="0">
                <a:latin typeface="Arial"/>
                <a:cs typeface="Arial"/>
              </a:rPr>
              <a:t>designer</a:t>
            </a:r>
            <a:r>
              <a:rPr lang="en-GB" sz="1500" spc="-10" noProof="0" dirty="0">
                <a:latin typeface="Arial"/>
                <a:cs typeface="Arial"/>
              </a:rPr>
              <a:t> </a:t>
            </a:r>
            <a:r>
              <a:rPr lang="en-GB" sz="1500" spc="-90" noProof="0" dirty="0">
                <a:latin typeface="Arial"/>
                <a:cs typeface="Arial"/>
              </a:rPr>
              <a:t>as</a:t>
            </a:r>
            <a:r>
              <a:rPr lang="en-GB" sz="1500" spc="-130" noProof="0" dirty="0">
                <a:latin typeface="Arial"/>
                <a:cs typeface="Arial"/>
              </a:rPr>
              <a:t> </a:t>
            </a:r>
            <a:r>
              <a:rPr lang="en-GB" sz="1500" spc="35" noProof="0" dirty="0">
                <a:latin typeface="Arial"/>
                <a:cs typeface="Arial"/>
              </a:rPr>
              <a:t>part</a:t>
            </a:r>
            <a:r>
              <a:rPr lang="en-GB" sz="1500" spc="-130" noProof="0" dirty="0">
                <a:latin typeface="Arial"/>
                <a:cs typeface="Arial"/>
              </a:rPr>
              <a:t> </a:t>
            </a:r>
            <a:r>
              <a:rPr lang="en-GB" sz="1500" spc="40" noProof="0" dirty="0">
                <a:latin typeface="Arial"/>
                <a:cs typeface="Arial"/>
              </a:rPr>
              <a:t>of</a:t>
            </a:r>
            <a:r>
              <a:rPr lang="en-GB" sz="1500" spc="-130" noProof="0" dirty="0">
                <a:latin typeface="Arial"/>
                <a:cs typeface="Arial"/>
              </a:rPr>
              <a:t> </a:t>
            </a:r>
            <a:r>
              <a:rPr lang="en-GB" sz="1500" spc="25" noProof="0" dirty="0">
                <a:latin typeface="Arial"/>
                <a:cs typeface="Arial"/>
              </a:rPr>
              <a:t>the</a:t>
            </a:r>
            <a:r>
              <a:rPr lang="en-GB" sz="1500" spc="-130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brand</a:t>
            </a:r>
            <a:r>
              <a:rPr lang="en-GB" sz="1500" spc="-130" noProof="0" dirty="0">
                <a:latin typeface="Arial"/>
                <a:cs typeface="Arial"/>
              </a:rPr>
              <a:t> </a:t>
            </a:r>
            <a:r>
              <a:rPr lang="en-GB" sz="1500" spc="-20" noProof="0" dirty="0">
                <a:latin typeface="Arial"/>
                <a:cs typeface="Arial"/>
              </a:rPr>
              <a:t>guidelines.</a:t>
            </a:r>
            <a:endParaRPr lang="en-GB" sz="1500" noProof="0" dirty="0">
              <a:latin typeface="Arial"/>
              <a:cs typeface="Arial"/>
            </a:endParaRPr>
          </a:p>
          <a:p>
            <a:pPr marL="12700" marR="31750">
              <a:lnSpc>
                <a:spcPct val="100000"/>
              </a:lnSpc>
              <a:spcBef>
                <a:spcPts val="1575"/>
              </a:spcBef>
            </a:pPr>
            <a:r>
              <a:rPr lang="en-GB" sz="1500" spc="-60" noProof="0" dirty="0">
                <a:latin typeface="Arial"/>
                <a:cs typeface="Arial"/>
              </a:rPr>
              <a:t>These</a:t>
            </a:r>
            <a:r>
              <a:rPr lang="en-GB" sz="1500" spc="-55" noProof="0" dirty="0">
                <a:latin typeface="Arial"/>
                <a:cs typeface="Arial"/>
              </a:rPr>
              <a:t> </a:t>
            </a:r>
            <a:r>
              <a:rPr lang="en-GB" sz="1500" spc="-70" noProof="0" dirty="0">
                <a:latin typeface="Arial"/>
                <a:cs typeface="Arial"/>
              </a:rPr>
              <a:t>schemes</a:t>
            </a:r>
            <a:r>
              <a:rPr lang="en-GB" sz="1500" spc="-50" noProof="0" dirty="0">
                <a:latin typeface="Arial"/>
                <a:cs typeface="Arial"/>
              </a:rPr>
              <a:t> </a:t>
            </a:r>
            <a:r>
              <a:rPr lang="en-GB" sz="1500" spc="-55" noProof="0" dirty="0">
                <a:latin typeface="Arial"/>
                <a:cs typeface="Arial"/>
              </a:rPr>
              <a:t>can</a:t>
            </a:r>
            <a:r>
              <a:rPr lang="en-GB" sz="1500" spc="-50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often</a:t>
            </a:r>
            <a:r>
              <a:rPr lang="en-GB" sz="1500" spc="-50" noProof="0" dirty="0">
                <a:latin typeface="Arial"/>
                <a:cs typeface="Arial"/>
              </a:rPr>
              <a:t> </a:t>
            </a:r>
            <a:r>
              <a:rPr lang="en-GB" sz="1500" spc="-35" noProof="0" dirty="0">
                <a:latin typeface="Arial"/>
                <a:cs typeface="Arial"/>
              </a:rPr>
              <a:t>be</a:t>
            </a:r>
            <a:r>
              <a:rPr lang="en-GB" sz="1500" spc="-50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split</a:t>
            </a:r>
            <a:r>
              <a:rPr lang="en-GB" sz="1500" spc="-50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into</a:t>
            </a:r>
            <a:r>
              <a:rPr lang="en-GB" sz="1500" spc="-50" noProof="0" dirty="0">
                <a:latin typeface="Arial"/>
                <a:cs typeface="Arial"/>
              </a:rPr>
              <a:t> </a:t>
            </a:r>
            <a:r>
              <a:rPr lang="en-GB" sz="1500" spc="60" noProof="0" dirty="0">
                <a:latin typeface="Arial"/>
                <a:cs typeface="Arial"/>
              </a:rPr>
              <a:t>two</a:t>
            </a:r>
            <a:r>
              <a:rPr lang="en-GB" sz="1500" spc="-50" noProof="0" dirty="0">
                <a:latin typeface="Arial"/>
                <a:cs typeface="Arial"/>
              </a:rPr>
              <a:t> </a:t>
            </a:r>
            <a:r>
              <a:rPr lang="en-GB" sz="1500" spc="-10" noProof="0" dirty="0">
                <a:latin typeface="Arial"/>
                <a:cs typeface="Arial"/>
              </a:rPr>
              <a:t>categories: </a:t>
            </a:r>
            <a:r>
              <a:rPr lang="en-GB" sz="1500" noProof="0" dirty="0">
                <a:latin typeface="Arial"/>
                <a:cs typeface="Arial"/>
              </a:rPr>
              <a:t>primary</a:t>
            </a:r>
            <a:r>
              <a:rPr lang="en-GB" sz="1500" spc="-20" noProof="0" dirty="0">
                <a:latin typeface="Arial"/>
                <a:cs typeface="Arial"/>
              </a:rPr>
              <a:t> </a:t>
            </a:r>
            <a:r>
              <a:rPr lang="en-GB" sz="1500" spc="-35" noProof="0" dirty="0">
                <a:latin typeface="Arial"/>
                <a:cs typeface="Arial"/>
              </a:rPr>
              <a:t>and</a:t>
            </a:r>
            <a:r>
              <a:rPr lang="en-GB" sz="1500" spc="-20" noProof="0" dirty="0">
                <a:latin typeface="Arial"/>
                <a:cs typeface="Arial"/>
              </a:rPr>
              <a:t> </a:t>
            </a:r>
            <a:r>
              <a:rPr lang="en-GB" sz="1500" spc="-50" noProof="0" dirty="0">
                <a:latin typeface="Arial"/>
                <a:cs typeface="Arial"/>
              </a:rPr>
              <a:t>secondary.</a:t>
            </a:r>
            <a:r>
              <a:rPr lang="en-GB" sz="1500" spc="-15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Often</a:t>
            </a:r>
            <a:r>
              <a:rPr lang="en-GB" sz="1500" spc="-20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the</a:t>
            </a:r>
            <a:r>
              <a:rPr lang="en-GB" sz="1500" spc="-20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difference</a:t>
            </a:r>
            <a:r>
              <a:rPr lang="en-GB" sz="1500" spc="-15" noProof="0" dirty="0">
                <a:latin typeface="Arial"/>
                <a:cs typeface="Arial"/>
              </a:rPr>
              <a:t> </a:t>
            </a:r>
            <a:r>
              <a:rPr lang="en-GB" sz="1500" spc="-10" noProof="0" dirty="0">
                <a:latin typeface="Arial"/>
                <a:cs typeface="Arial"/>
              </a:rPr>
              <a:t>between </a:t>
            </a:r>
            <a:r>
              <a:rPr lang="en-GB" sz="1500" spc="-20" noProof="0" dirty="0">
                <a:latin typeface="Arial"/>
                <a:cs typeface="Arial"/>
              </a:rPr>
              <a:t>these</a:t>
            </a:r>
            <a:r>
              <a:rPr lang="en-GB" sz="1500" spc="-85" noProof="0" dirty="0">
                <a:latin typeface="Arial"/>
                <a:cs typeface="Arial"/>
              </a:rPr>
              <a:t> </a:t>
            </a:r>
            <a:r>
              <a:rPr lang="en-GB" sz="1500" spc="-45" noProof="0" dirty="0">
                <a:latin typeface="Arial"/>
                <a:cs typeface="Arial"/>
              </a:rPr>
              <a:t>may</a:t>
            </a:r>
            <a:r>
              <a:rPr lang="en-GB" sz="1500" spc="-80" noProof="0" dirty="0">
                <a:latin typeface="Arial"/>
                <a:cs typeface="Arial"/>
              </a:rPr>
              <a:t> </a:t>
            </a:r>
            <a:r>
              <a:rPr lang="en-GB" sz="1500" spc="-20" noProof="0" dirty="0">
                <a:latin typeface="Arial"/>
                <a:cs typeface="Arial"/>
              </a:rPr>
              <a:t>simple</a:t>
            </a:r>
            <a:r>
              <a:rPr lang="en-GB" sz="1500" spc="-85" noProof="0" dirty="0">
                <a:latin typeface="Arial"/>
                <a:cs typeface="Arial"/>
              </a:rPr>
              <a:t> </a:t>
            </a:r>
            <a:r>
              <a:rPr lang="en-GB" sz="1500" spc="-35" noProof="0" dirty="0">
                <a:latin typeface="Arial"/>
                <a:cs typeface="Arial"/>
              </a:rPr>
              <a:t>be</a:t>
            </a:r>
            <a:r>
              <a:rPr lang="en-GB" sz="1500" spc="-80" noProof="0" dirty="0">
                <a:latin typeface="Arial"/>
                <a:cs typeface="Arial"/>
              </a:rPr>
              <a:t> </a:t>
            </a:r>
            <a:r>
              <a:rPr lang="en-GB" sz="1500" spc="-65" noProof="0" dirty="0">
                <a:latin typeface="Arial"/>
                <a:cs typeface="Arial"/>
              </a:rPr>
              <a:t>shades</a:t>
            </a:r>
            <a:r>
              <a:rPr lang="en-GB" sz="1500" spc="-85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or</a:t>
            </a:r>
            <a:r>
              <a:rPr lang="en-GB" sz="1500" spc="-80" noProof="0" dirty="0">
                <a:latin typeface="Arial"/>
                <a:cs typeface="Arial"/>
              </a:rPr>
              <a:t> </a:t>
            </a:r>
            <a:r>
              <a:rPr lang="en-GB" sz="1500" spc="-10" noProof="0" dirty="0">
                <a:latin typeface="Arial"/>
                <a:cs typeface="Arial"/>
              </a:rPr>
              <a:t>tones</a:t>
            </a:r>
            <a:r>
              <a:rPr lang="en-GB" sz="1500" spc="-85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of</a:t>
            </a:r>
            <a:r>
              <a:rPr lang="en-GB" sz="1500" spc="-80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the</a:t>
            </a:r>
            <a:r>
              <a:rPr lang="en-GB" sz="1500" spc="-85" noProof="0" dirty="0">
                <a:latin typeface="Arial"/>
                <a:cs typeface="Arial"/>
              </a:rPr>
              <a:t> </a:t>
            </a:r>
            <a:r>
              <a:rPr lang="en-GB" sz="1500" spc="-20" noProof="0" dirty="0">
                <a:latin typeface="Arial"/>
                <a:cs typeface="Arial"/>
              </a:rPr>
              <a:t>same </a:t>
            </a:r>
            <a:r>
              <a:rPr lang="en-GB" sz="1500" noProof="0" dirty="0">
                <a:latin typeface="Arial"/>
                <a:cs typeface="Arial"/>
              </a:rPr>
              <a:t>colour</a:t>
            </a:r>
            <a:r>
              <a:rPr lang="en-GB" sz="1500" spc="-90" noProof="0" dirty="0">
                <a:latin typeface="Arial"/>
                <a:cs typeface="Arial"/>
              </a:rPr>
              <a:t> </a:t>
            </a:r>
            <a:r>
              <a:rPr lang="en-GB" sz="1500" spc="65" noProof="0" dirty="0">
                <a:latin typeface="Arial"/>
                <a:cs typeface="Arial"/>
              </a:rPr>
              <a:t>to</a:t>
            </a:r>
            <a:r>
              <a:rPr lang="en-GB" sz="1500" spc="-85" noProof="0" dirty="0">
                <a:latin typeface="Arial"/>
                <a:cs typeface="Arial"/>
              </a:rPr>
              <a:t> </a:t>
            </a:r>
            <a:r>
              <a:rPr lang="en-GB" sz="1500" spc="-30" noProof="0" dirty="0">
                <a:latin typeface="Arial"/>
                <a:cs typeface="Arial"/>
              </a:rPr>
              <a:t>enable</a:t>
            </a:r>
            <a:r>
              <a:rPr lang="en-GB" sz="1500" spc="-85" noProof="0" dirty="0">
                <a:latin typeface="Arial"/>
                <a:cs typeface="Arial"/>
              </a:rPr>
              <a:t> </a:t>
            </a:r>
            <a:r>
              <a:rPr lang="en-GB" sz="1500" spc="-10" noProof="0" dirty="0">
                <a:latin typeface="Arial"/>
                <a:cs typeface="Arial"/>
              </a:rPr>
              <a:t>range.</a:t>
            </a:r>
            <a:endParaRPr lang="en-GB" sz="1500" noProof="0" dirty="0">
              <a:latin typeface="Arial"/>
              <a:cs typeface="Arial"/>
            </a:endParaRPr>
          </a:p>
          <a:p>
            <a:pPr marL="12700" marR="154940">
              <a:lnSpc>
                <a:spcPct val="100000"/>
              </a:lnSpc>
              <a:spcBef>
                <a:spcPts val="1575"/>
              </a:spcBef>
            </a:pPr>
            <a:r>
              <a:rPr lang="en-GB" sz="1500" noProof="0" dirty="0">
                <a:latin typeface="Arial"/>
                <a:cs typeface="Arial"/>
              </a:rPr>
              <a:t>We</a:t>
            </a:r>
            <a:r>
              <a:rPr lang="en-GB" sz="1500" spc="-90" noProof="0" dirty="0">
                <a:latin typeface="Arial"/>
                <a:cs typeface="Arial"/>
              </a:rPr>
              <a:t> </a:t>
            </a:r>
            <a:r>
              <a:rPr lang="en-GB" sz="1500" spc="-65" noProof="0" dirty="0">
                <a:latin typeface="Arial"/>
                <a:cs typeface="Arial"/>
              </a:rPr>
              <a:t>use</a:t>
            </a:r>
            <a:r>
              <a:rPr lang="en-GB" sz="1500" spc="-90" noProof="0" dirty="0">
                <a:latin typeface="Arial"/>
                <a:cs typeface="Arial"/>
              </a:rPr>
              <a:t> </a:t>
            </a:r>
            <a:r>
              <a:rPr lang="en-GB" sz="1500" spc="-85" noProof="0" dirty="0">
                <a:latin typeface="Arial"/>
                <a:cs typeface="Arial"/>
              </a:rPr>
              <a:t>a</a:t>
            </a:r>
            <a:r>
              <a:rPr lang="en-GB" sz="1500" spc="-90" noProof="0" dirty="0">
                <a:latin typeface="Arial"/>
                <a:cs typeface="Arial"/>
              </a:rPr>
              <a:t> </a:t>
            </a:r>
            <a:r>
              <a:rPr lang="en-GB" sz="1500" spc="-10" noProof="0" dirty="0">
                <a:latin typeface="Arial"/>
                <a:cs typeface="Arial"/>
              </a:rPr>
              <a:t>standardised</a:t>
            </a:r>
            <a:r>
              <a:rPr lang="en-GB" sz="1500" spc="-90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palette</a:t>
            </a:r>
            <a:r>
              <a:rPr lang="en-GB" sz="1500" spc="-95" noProof="0" dirty="0">
                <a:latin typeface="Arial"/>
                <a:cs typeface="Arial"/>
              </a:rPr>
              <a:t> </a:t>
            </a:r>
            <a:r>
              <a:rPr lang="en-GB" sz="1500" spc="65" noProof="0" dirty="0">
                <a:latin typeface="Arial"/>
                <a:cs typeface="Arial"/>
              </a:rPr>
              <a:t>to</a:t>
            </a:r>
            <a:r>
              <a:rPr lang="en-GB" sz="1500" spc="-90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present</a:t>
            </a:r>
            <a:r>
              <a:rPr lang="en-GB" sz="1500" spc="-90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the</a:t>
            </a:r>
            <a:r>
              <a:rPr lang="en-GB" sz="1500" spc="-90" noProof="0" dirty="0">
                <a:latin typeface="Arial"/>
                <a:cs typeface="Arial"/>
              </a:rPr>
              <a:t> </a:t>
            </a:r>
            <a:r>
              <a:rPr lang="en-GB" sz="1500" spc="-10" noProof="0" dirty="0">
                <a:latin typeface="Arial"/>
                <a:cs typeface="Arial"/>
              </a:rPr>
              <a:t>visual </a:t>
            </a:r>
            <a:r>
              <a:rPr lang="en-GB" sz="1500" noProof="0" dirty="0">
                <a:latin typeface="Arial"/>
                <a:cs typeface="Arial"/>
              </a:rPr>
              <a:t>identify</a:t>
            </a:r>
            <a:r>
              <a:rPr lang="en-GB" sz="1500" spc="-45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of</a:t>
            </a:r>
            <a:r>
              <a:rPr lang="en-GB" sz="1500" spc="-40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our</a:t>
            </a:r>
            <a:r>
              <a:rPr lang="en-GB" sz="1500" spc="-40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brand</a:t>
            </a:r>
            <a:r>
              <a:rPr lang="en-GB" sz="1500" spc="-45" noProof="0" dirty="0">
                <a:latin typeface="Arial"/>
                <a:cs typeface="Arial"/>
              </a:rPr>
              <a:t> </a:t>
            </a:r>
            <a:r>
              <a:rPr lang="en-GB" sz="1500" spc="-35" noProof="0" dirty="0">
                <a:latin typeface="Arial"/>
                <a:cs typeface="Arial"/>
              </a:rPr>
              <a:t>and</a:t>
            </a:r>
            <a:r>
              <a:rPr lang="en-GB" sz="1500" spc="-40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provide</a:t>
            </a:r>
            <a:r>
              <a:rPr lang="en-GB" sz="1500" spc="-40" noProof="0" dirty="0">
                <a:latin typeface="Arial"/>
                <a:cs typeface="Arial"/>
              </a:rPr>
              <a:t> </a:t>
            </a:r>
            <a:r>
              <a:rPr lang="en-GB" sz="1500" spc="-20" noProof="0" dirty="0">
                <a:latin typeface="Arial"/>
                <a:cs typeface="Arial"/>
              </a:rPr>
              <a:t>consistency</a:t>
            </a:r>
            <a:r>
              <a:rPr lang="en-GB" sz="1500" spc="-40" noProof="0" dirty="0">
                <a:latin typeface="Arial"/>
                <a:cs typeface="Arial"/>
              </a:rPr>
              <a:t> </a:t>
            </a:r>
            <a:r>
              <a:rPr lang="en-GB" sz="1500" spc="-25" noProof="0" dirty="0">
                <a:latin typeface="Arial"/>
                <a:cs typeface="Arial"/>
              </a:rPr>
              <a:t>across </a:t>
            </a:r>
            <a:r>
              <a:rPr lang="en-GB" sz="1500" noProof="0" dirty="0">
                <a:latin typeface="Arial"/>
                <a:cs typeface="Arial"/>
              </a:rPr>
              <a:t>our</a:t>
            </a:r>
            <a:r>
              <a:rPr lang="en-GB" sz="1500" spc="-60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website</a:t>
            </a:r>
            <a:r>
              <a:rPr lang="en-GB" sz="1500" spc="-55" noProof="0" dirty="0">
                <a:latin typeface="Arial"/>
                <a:cs typeface="Arial"/>
              </a:rPr>
              <a:t> </a:t>
            </a:r>
            <a:r>
              <a:rPr lang="en-GB" sz="1500" spc="-35" noProof="0" dirty="0">
                <a:latin typeface="Arial"/>
                <a:cs typeface="Arial"/>
              </a:rPr>
              <a:t>and</a:t>
            </a:r>
            <a:r>
              <a:rPr lang="en-GB" sz="1500" spc="-55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other</a:t>
            </a:r>
            <a:r>
              <a:rPr lang="en-GB" sz="1500" spc="-55" noProof="0" dirty="0">
                <a:latin typeface="Arial"/>
                <a:cs typeface="Arial"/>
              </a:rPr>
              <a:t> </a:t>
            </a:r>
            <a:r>
              <a:rPr lang="en-GB" sz="1500" spc="-30" noProof="0" dirty="0">
                <a:latin typeface="Arial"/>
                <a:cs typeface="Arial"/>
              </a:rPr>
              <a:t>resources</a:t>
            </a:r>
            <a:r>
              <a:rPr lang="en-GB" sz="1500" spc="-55" noProof="0" dirty="0">
                <a:latin typeface="Arial"/>
                <a:cs typeface="Arial"/>
              </a:rPr>
              <a:t> </a:t>
            </a:r>
            <a:r>
              <a:rPr lang="en-GB" sz="1500" spc="-30" noProof="0" dirty="0">
                <a:latin typeface="Arial"/>
                <a:cs typeface="Arial"/>
              </a:rPr>
              <a:t>(social</a:t>
            </a:r>
            <a:r>
              <a:rPr lang="en-GB" sz="1500" spc="-55" noProof="0" dirty="0">
                <a:latin typeface="Arial"/>
                <a:cs typeface="Arial"/>
              </a:rPr>
              <a:t> </a:t>
            </a:r>
            <a:r>
              <a:rPr lang="en-GB" sz="1500" spc="-10" noProof="0" dirty="0">
                <a:latin typeface="Arial"/>
                <a:cs typeface="Arial"/>
              </a:rPr>
              <a:t>media, </a:t>
            </a:r>
            <a:r>
              <a:rPr lang="en-GB" sz="1500" spc="-45" noProof="0" dirty="0">
                <a:latin typeface="Arial"/>
                <a:cs typeface="Arial"/>
              </a:rPr>
              <a:t>business</a:t>
            </a:r>
            <a:r>
              <a:rPr lang="en-GB" sz="1500" spc="-80" noProof="0" dirty="0">
                <a:latin typeface="Arial"/>
                <a:cs typeface="Arial"/>
              </a:rPr>
              <a:t> </a:t>
            </a:r>
            <a:r>
              <a:rPr lang="en-GB" sz="1500" spc="-50" noProof="0" dirty="0">
                <a:latin typeface="Arial"/>
                <a:cs typeface="Arial"/>
              </a:rPr>
              <a:t>cards,</a:t>
            </a:r>
            <a:r>
              <a:rPr lang="en-GB" sz="1500" spc="-75" noProof="0" dirty="0">
                <a:latin typeface="Arial"/>
                <a:cs typeface="Arial"/>
              </a:rPr>
              <a:t> </a:t>
            </a:r>
            <a:r>
              <a:rPr lang="en-GB" sz="1500" spc="-40" noProof="0" dirty="0">
                <a:latin typeface="Arial"/>
                <a:cs typeface="Arial"/>
              </a:rPr>
              <a:t>emails,</a:t>
            </a:r>
            <a:r>
              <a:rPr lang="en-GB" sz="1500" spc="-75" noProof="0" dirty="0">
                <a:latin typeface="Arial"/>
                <a:cs typeface="Arial"/>
              </a:rPr>
              <a:t> </a:t>
            </a:r>
            <a:r>
              <a:rPr lang="en-GB" sz="1500" spc="-10" noProof="0" dirty="0">
                <a:latin typeface="Arial"/>
                <a:cs typeface="Arial"/>
              </a:rPr>
              <a:t>etc.).</a:t>
            </a:r>
            <a:endParaRPr lang="en-GB" sz="1500" noProof="0" dirty="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1575"/>
              </a:spcBef>
            </a:pPr>
            <a:r>
              <a:rPr lang="en-GB" sz="1500" noProof="0" dirty="0">
                <a:latin typeface="Arial"/>
                <a:cs typeface="Arial"/>
              </a:rPr>
              <a:t>When</a:t>
            </a:r>
            <a:r>
              <a:rPr lang="en-GB" sz="1500" spc="-90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creating</a:t>
            </a:r>
            <a:r>
              <a:rPr lang="en-GB" sz="1500" spc="-90" noProof="0" dirty="0">
                <a:latin typeface="Arial"/>
                <a:cs typeface="Arial"/>
              </a:rPr>
              <a:t> </a:t>
            </a:r>
            <a:r>
              <a:rPr lang="en-GB" sz="1500" spc="-85" noProof="0" dirty="0">
                <a:latin typeface="Arial"/>
                <a:cs typeface="Arial"/>
              </a:rPr>
              <a:t>a</a:t>
            </a:r>
            <a:r>
              <a:rPr lang="en-GB" sz="1500" spc="-90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colour</a:t>
            </a:r>
            <a:r>
              <a:rPr lang="en-GB" sz="1500" spc="-85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palette</a:t>
            </a:r>
            <a:r>
              <a:rPr lang="en-GB" sz="1500" spc="-90" noProof="0" dirty="0">
                <a:latin typeface="Arial"/>
                <a:cs typeface="Arial"/>
              </a:rPr>
              <a:t> </a:t>
            </a:r>
            <a:r>
              <a:rPr lang="en-GB" sz="1500" spc="60" noProof="0" dirty="0">
                <a:latin typeface="Arial"/>
                <a:cs typeface="Arial"/>
              </a:rPr>
              <a:t>for</a:t>
            </a:r>
            <a:r>
              <a:rPr lang="en-GB" sz="1500" spc="-90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web</a:t>
            </a:r>
            <a:r>
              <a:rPr lang="en-GB" sz="1500" spc="-85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we</a:t>
            </a:r>
            <a:r>
              <a:rPr lang="en-GB" sz="1500" spc="-90" noProof="0" dirty="0">
                <a:latin typeface="Arial"/>
                <a:cs typeface="Arial"/>
              </a:rPr>
              <a:t> </a:t>
            </a:r>
            <a:r>
              <a:rPr lang="en-GB" sz="1500" spc="-10" noProof="0" dirty="0">
                <a:latin typeface="Arial"/>
                <a:cs typeface="Arial"/>
              </a:rPr>
              <a:t>often </a:t>
            </a:r>
            <a:r>
              <a:rPr lang="en-GB" sz="1500" spc="-20" noProof="0" dirty="0">
                <a:latin typeface="Arial"/>
                <a:cs typeface="Arial"/>
              </a:rPr>
              <a:t>decide</a:t>
            </a:r>
            <a:r>
              <a:rPr lang="en-GB" sz="1500" spc="-90" noProof="0" dirty="0">
                <a:latin typeface="Arial"/>
                <a:cs typeface="Arial"/>
              </a:rPr>
              <a:t> </a:t>
            </a:r>
            <a:r>
              <a:rPr lang="en-GB" sz="1500" spc="-10" noProof="0" dirty="0">
                <a:latin typeface="Arial"/>
                <a:cs typeface="Arial"/>
              </a:rPr>
              <a:t>upon</a:t>
            </a:r>
            <a:r>
              <a:rPr lang="en-GB" sz="1500" spc="-90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our</a:t>
            </a:r>
            <a:r>
              <a:rPr lang="en-GB" sz="1500" spc="-90" noProof="0" dirty="0">
                <a:latin typeface="Arial"/>
                <a:cs typeface="Arial"/>
              </a:rPr>
              <a:t> </a:t>
            </a:r>
            <a:r>
              <a:rPr lang="en-GB" sz="1500" spc="-10" noProof="0" dirty="0">
                <a:latin typeface="Arial"/>
                <a:cs typeface="Arial"/>
              </a:rPr>
              <a:t>primary,</a:t>
            </a:r>
            <a:r>
              <a:rPr lang="en-GB" sz="1500" spc="-90" noProof="0" dirty="0">
                <a:latin typeface="Arial"/>
                <a:cs typeface="Arial"/>
              </a:rPr>
              <a:t> </a:t>
            </a:r>
            <a:r>
              <a:rPr lang="en-GB" sz="1500" spc="-30" noProof="0" dirty="0">
                <a:latin typeface="Arial"/>
                <a:cs typeface="Arial"/>
              </a:rPr>
              <a:t>secondary</a:t>
            </a:r>
            <a:r>
              <a:rPr lang="en-GB" sz="1500" spc="-85" noProof="0" dirty="0">
                <a:latin typeface="Arial"/>
                <a:cs typeface="Arial"/>
              </a:rPr>
              <a:t> </a:t>
            </a:r>
            <a:r>
              <a:rPr lang="en-GB" sz="1500" spc="-35" noProof="0" dirty="0">
                <a:latin typeface="Arial"/>
                <a:cs typeface="Arial"/>
              </a:rPr>
              <a:t>and</a:t>
            </a:r>
            <a:r>
              <a:rPr lang="en-GB" sz="1500" spc="-90" noProof="0" dirty="0">
                <a:latin typeface="Arial"/>
                <a:cs typeface="Arial"/>
              </a:rPr>
              <a:t> </a:t>
            </a:r>
            <a:r>
              <a:rPr lang="en-GB" sz="1500" spc="40" noProof="0" dirty="0">
                <a:latin typeface="Arial"/>
                <a:cs typeface="Arial"/>
              </a:rPr>
              <a:t>tertiary </a:t>
            </a:r>
            <a:r>
              <a:rPr lang="en-GB" sz="1500" spc="-35" noProof="0" dirty="0">
                <a:latin typeface="Arial"/>
                <a:cs typeface="Arial"/>
              </a:rPr>
              <a:t>(accent)</a:t>
            </a:r>
            <a:r>
              <a:rPr lang="en-GB" sz="1500" spc="-100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colours</a:t>
            </a:r>
            <a:r>
              <a:rPr lang="en-GB" sz="1500" spc="-95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-</a:t>
            </a:r>
            <a:r>
              <a:rPr lang="en-GB" sz="1500" spc="-100" noProof="0" dirty="0">
                <a:latin typeface="Arial"/>
                <a:cs typeface="Arial"/>
              </a:rPr>
              <a:t> </a:t>
            </a:r>
            <a:r>
              <a:rPr lang="en-GB" sz="1500" spc="-20" noProof="0" dirty="0">
                <a:latin typeface="Arial"/>
                <a:cs typeface="Arial"/>
              </a:rPr>
              <a:t>these</a:t>
            </a:r>
            <a:r>
              <a:rPr lang="en-GB" sz="1500" spc="-100" noProof="0" dirty="0">
                <a:latin typeface="Arial"/>
                <a:cs typeface="Arial"/>
              </a:rPr>
              <a:t> </a:t>
            </a:r>
            <a:r>
              <a:rPr lang="en-GB" sz="1500" spc="-20" noProof="0" dirty="0">
                <a:latin typeface="Arial"/>
                <a:cs typeface="Arial"/>
              </a:rPr>
              <a:t>align</a:t>
            </a:r>
            <a:r>
              <a:rPr lang="en-GB" sz="1500" spc="-95" noProof="0" dirty="0">
                <a:latin typeface="Arial"/>
                <a:cs typeface="Arial"/>
              </a:rPr>
              <a:t> </a:t>
            </a:r>
            <a:r>
              <a:rPr lang="en-GB" sz="1500" spc="60" noProof="0" dirty="0">
                <a:latin typeface="Arial"/>
                <a:cs typeface="Arial"/>
              </a:rPr>
              <a:t>with</a:t>
            </a:r>
            <a:r>
              <a:rPr lang="en-GB" sz="1500" spc="-100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the</a:t>
            </a:r>
            <a:r>
              <a:rPr lang="en-GB" sz="1500" spc="-95" noProof="0" dirty="0">
                <a:latin typeface="Arial"/>
                <a:cs typeface="Arial"/>
              </a:rPr>
              <a:t> </a:t>
            </a:r>
            <a:r>
              <a:rPr lang="en-GB" sz="1500" spc="-10" noProof="0" dirty="0">
                <a:latin typeface="Arial"/>
                <a:cs typeface="Arial"/>
              </a:rPr>
              <a:t>fundamentals</a:t>
            </a:r>
            <a:r>
              <a:rPr lang="en-GB" sz="1500" spc="-100" noProof="0" dirty="0">
                <a:latin typeface="Arial"/>
                <a:cs typeface="Arial"/>
              </a:rPr>
              <a:t> </a:t>
            </a:r>
            <a:r>
              <a:rPr lang="en-GB" sz="1500" spc="-25" noProof="0" dirty="0">
                <a:latin typeface="Arial"/>
                <a:cs typeface="Arial"/>
              </a:rPr>
              <a:t>of </a:t>
            </a:r>
            <a:r>
              <a:rPr lang="en-GB" sz="1500" noProof="0" dirty="0">
                <a:latin typeface="Arial"/>
                <a:cs typeface="Arial"/>
              </a:rPr>
              <a:t>colour</a:t>
            </a:r>
            <a:r>
              <a:rPr lang="en-GB" sz="1500" spc="-50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theory</a:t>
            </a:r>
            <a:r>
              <a:rPr lang="en-GB" sz="1500" spc="-45" noProof="0" dirty="0">
                <a:latin typeface="Arial"/>
                <a:cs typeface="Arial"/>
              </a:rPr>
              <a:t> </a:t>
            </a:r>
            <a:r>
              <a:rPr lang="en-GB" sz="1500" spc="-35" noProof="0" dirty="0">
                <a:latin typeface="Arial"/>
                <a:cs typeface="Arial"/>
              </a:rPr>
              <a:t>and</a:t>
            </a:r>
            <a:r>
              <a:rPr lang="en-GB" sz="1500" spc="-45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often</a:t>
            </a:r>
            <a:r>
              <a:rPr lang="en-GB" sz="1500" spc="-50" noProof="0" dirty="0">
                <a:latin typeface="Arial"/>
                <a:cs typeface="Arial"/>
              </a:rPr>
              <a:t> </a:t>
            </a:r>
            <a:r>
              <a:rPr lang="en-GB" sz="1500" spc="-10" noProof="0" dirty="0">
                <a:latin typeface="Arial"/>
                <a:cs typeface="Arial"/>
              </a:rPr>
              <a:t>help</a:t>
            </a:r>
            <a:r>
              <a:rPr lang="en-GB" sz="1500" spc="-45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deﬁne</a:t>
            </a:r>
            <a:r>
              <a:rPr lang="en-GB" sz="1500" spc="-45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our</a:t>
            </a:r>
            <a:r>
              <a:rPr lang="en-GB" sz="1500" spc="-45" noProof="0" dirty="0">
                <a:latin typeface="Arial"/>
                <a:cs typeface="Arial"/>
              </a:rPr>
              <a:t> </a:t>
            </a:r>
            <a:r>
              <a:rPr lang="en-GB" sz="1500" spc="-10" noProof="0" dirty="0">
                <a:latin typeface="Arial"/>
                <a:cs typeface="Arial"/>
              </a:rPr>
              <a:t>hierarchy </a:t>
            </a:r>
            <a:r>
              <a:rPr lang="en-GB" sz="1500" noProof="0" dirty="0">
                <a:latin typeface="Arial"/>
                <a:cs typeface="Arial"/>
              </a:rPr>
              <a:t>when</a:t>
            </a:r>
            <a:r>
              <a:rPr lang="en-GB" sz="1500" spc="-105" noProof="0" dirty="0">
                <a:latin typeface="Arial"/>
                <a:cs typeface="Arial"/>
              </a:rPr>
              <a:t> </a:t>
            </a:r>
            <a:r>
              <a:rPr lang="en-GB" sz="1500" spc="-35" noProof="0" dirty="0">
                <a:latin typeface="Arial"/>
                <a:cs typeface="Arial"/>
              </a:rPr>
              <a:t>using</a:t>
            </a:r>
            <a:r>
              <a:rPr lang="en-GB" sz="1500" spc="-90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the</a:t>
            </a:r>
            <a:r>
              <a:rPr lang="en-GB" sz="1500" spc="-90" noProof="0" dirty="0">
                <a:latin typeface="Arial"/>
                <a:cs typeface="Arial"/>
              </a:rPr>
              <a:t> </a:t>
            </a:r>
            <a:r>
              <a:rPr lang="en-GB" sz="1500" spc="-10" noProof="0" dirty="0">
                <a:latin typeface="Arial"/>
                <a:cs typeface="Arial"/>
              </a:rPr>
              <a:t>colours.</a:t>
            </a:r>
            <a:endParaRPr lang="en-GB" sz="1500" noProof="0" dirty="0">
              <a:latin typeface="Arial"/>
              <a:cs typeface="Arial"/>
            </a:endParaRPr>
          </a:p>
        </p:txBody>
      </p:sp>
      <p:grpSp>
        <p:nvGrpSpPr>
          <p:cNvPr id="4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086100" y="0"/>
            <a:ext cx="4058285" cy="5143500"/>
            <a:chOff x="5086100" y="0"/>
            <a:chExt cx="4058285" cy="5143500"/>
          </a:xfrm>
        </p:grpSpPr>
        <p:sp>
          <p:nvSpPr>
            <p:cNvPr id="5" name="object 5"/>
            <p:cNvSpPr/>
            <p:nvPr/>
          </p:nvSpPr>
          <p:spPr>
            <a:xfrm>
              <a:off x="5086100" y="0"/>
              <a:ext cx="4058285" cy="5143500"/>
            </a:xfrm>
            <a:custGeom>
              <a:avLst/>
              <a:gdLst/>
              <a:ahLst/>
              <a:cxnLst/>
              <a:rect l="l" t="t" r="r" b="b"/>
              <a:pathLst>
                <a:path w="4058284" h="5143500">
                  <a:moveTo>
                    <a:pt x="4057799" y="5143499"/>
                  </a:moveTo>
                  <a:lnTo>
                    <a:pt x="0" y="5143499"/>
                  </a:lnTo>
                  <a:lnTo>
                    <a:pt x="0" y="0"/>
                  </a:lnTo>
                  <a:lnTo>
                    <a:pt x="4057799" y="0"/>
                  </a:lnTo>
                  <a:lnTo>
                    <a:pt x="4057799" y="5143499"/>
                  </a:lnTo>
                  <a:close/>
                </a:path>
              </a:pathLst>
            </a:custGeom>
            <a:solidFill>
              <a:srgbClr val="F3F3F3"/>
            </a:solidFill>
          </p:spPr>
          <p:txBody>
            <a:bodyPr wrap="square" lIns="0" tIns="0" rIns="0" bIns="0" rtlCol="0"/>
            <a:lstStyle/>
            <a:p>
              <a:endParaRPr lang="en-GB" noProof="0" dirty="0"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81796" y="4732099"/>
              <a:ext cx="1070833" cy="35399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28950" y="1074749"/>
              <a:ext cx="3972099" cy="29940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81796" y="4736048"/>
            <a:ext cx="1069515" cy="336892"/>
          </a:xfrm>
          <a:prstGeom prst="rect">
            <a:avLst/>
          </a:prstGeom>
        </p:spPr>
      </p:pic>
      <p:grpSp>
        <p:nvGrpSpPr>
          <p:cNvPr id="3" name="object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200822" y="910200"/>
            <a:ext cx="8943340" cy="3822065"/>
            <a:chOff x="200822" y="910200"/>
            <a:chExt cx="8943340" cy="382206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0822" y="910200"/>
              <a:ext cx="4317678" cy="382189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558400" y="1939300"/>
              <a:ext cx="5585599" cy="2792799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pc="-10" noProof="0" dirty="0"/>
              <a:t>Example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9924" y="255488"/>
            <a:ext cx="305625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noProof="0" dirty="0"/>
              <a:t>Selecting</a:t>
            </a:r>
            <a:r>
              <a:rPr lang="en-GB" spc="135" noProof="0" dirty="0"/>
              <a:t> </a:t>
            </a:r>
            <a:r>
              <a:rPr lang="en-GB" spc="-10" noProof="0" dirty="0"/>
              <a:t>Colours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9924" y="891758"/>
            <a:ext cx="4472305" cy="362394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1000"/>
              </a:lnSpc>
              <a:spcBef>
                <a:spcPts val="85"/>
              </a:spcBef>
            </a:pPr>
            <a:r>
              <a:rPr lang="en-GB" sz="1300" spc="-20" noProof="0" dirty="0">
                <a:latin typeface="Arial"/>
                <a:cs typeface="Arial"/>
              </a:rPr>
              <a:t>Picking</a:t>
            </a:r>
            <a:r>
              <a:rPr lang="en-GB" sz="1300" spc="-65" noProof="0" dirty="0">
                <a:latin typeface="Arial"/>
                <a:cs typeface="Arial"/>
              </a:rPr>
              <a:t> </a:t>
            </a:r>
            <a:r>
              <a:rPr lang="en-GB" sz="1300" spc="-75" noProof="0" dirty="0">
                <a:latin typeface="Arial"/>
                <a:cs typeface="Arial"/>
              </a:rPr>
              <a:t>a</a:t>
            </a:r>
            <a:r>
              <a:rPr lang="en-GB" sz="1300" spc="-65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colour</a:t>
            </a:r>
            <a:r>
              <a:rPr lang="en-GB" sz="1300" spc="-65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palette</a:t>
            </a:r>
            <a:r>
              <a:rPr lang="en-GB" sz="1300" spc="-65" noProof="0" dirty="0">
                <a:latin typeface="Arial"/>
                <a:cs typeface="Arial"/>
              </a:rPr>
              <a:t> </a:t>
            </a:r>
            <a:r>
              <a:rPr lang="en-GB" sz="1300" spc="-30" noProof="0" dirty="0">
                <a:latin typeface="Arial"/>
                <a:cs typeface="Arial"/>
              </a:rPr>
              <a:t>is</a:t>
            </a:r>
            <a:r>
              <a:rPr lang="en-GB" sz="1300" spc="-65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not</a:t>
            </a:r>
            <a:r>
              <a:rPr lang="en-GB" sz="1300" spc="-65" noProof="0" dirty="0">
                <a:latin typeface="Arial"/>
                <a:cs typeface="Arial"/>
              </a:rPr>
              <a:t> </a:t>
            </a:r>
            <a:r>
              <a:rPr lang="en-GB" sz="1300" spc="-35" noProof="0" dirty="0">
                <a:latin typeface="Arial"/>
                <a:cs typeface="Arial"/>
              </a:rPr>
              <a:t>always</a:t>
            </a:r>
            <a:r>
              <a:rPr lang="en-GB" sz="1300" spc="-65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quick</a:t>
            </a:r>
            <a:r>
              <a:rPr lang="en-GB" sz="1300" spc="-65" noProof="0" dirty="0">
                <a:latin typeface="Arial"/>
                <a:cs typeface="Arial"/>
              </a:rPr>
              <a:t> </a:t>
            </a:r>
            <a:r>
              <a:rPr lang="en-GB" sz="1300" spc="-30" noProof="0" dirty="0">
                <a:latin typeface="Arial"/>
                <a:cs typeface="Arial"/>
              </a:rPr>
              <a:t>and</a:t>
            </a:r>
            <a:r>
              <a:rPr lang="en-GB" sz="1300" spc="-65" noProof="0" dirty="0">
                <a:latin typeface="Arial"/>
                <a:cs typeface="Arial"/>
              </a:rPr>
              <a:t> </a:t>
            </a:r>
            <a:r>
              <a:rPr lang="en-GB" sz="1300" spc="-80" noProof="0" dirty="0">
                <a:latin typeface="Arial"/>
                <a:cs typeface="Arial"/>
              </a:rPr>
              <a:t>easy,</a:t>
            </a:r>
            <a:r>
              <a:rPr lang="en-GB" sz="1300" spc="-65" noProof="0" dirty="0">
                <a:latin typeface="Arial"/>
                <a:cs typeface="Arial"/>
              </a:rPr>
              <a:t> </a:t>
            </a:r>
            <a:r>
              <a:rPr lang="en-GB" sz="1300" spc="-30" noProof="0" dirty="0">
                <a:latin typeface="Arial"/>
                <a:cs typeface="Arial"/>
              </a:rPr>
              <a:t>and</a:t>
            </a:r>
            <a:r>
              <a:rPr lang="en-GB" sz="1300" spc="-65" noProof="0" dirty="0">
                <a:latin typeface="Arial"/>
                <a:cs typeface="Arial"/>
              </a:rPr>
              <a:t> </a:t>
            </a:r>
            <a:r>
              <a:rPr lang="en-GB" sz="1300" spc="-10" noProof="0" dirty="0">
                <a:latin typeface="Arial"/>
                <a:cs typeface="Arial"/>
              </a:rPr>
              <a:t>often </a:t>
            </a:r>
            <a:r>
              <a:rPr lang="en-GB" sz="1300" noProof="0" dirty="0">
                <a:latin typeface="Arial"/>
                <a:cs typeface="Arial"/>
              </a:rPr>
              <a:t>requires</a:t>
            </a:r>
            <a:r>
              <a:rPr lang="en-GB" sz="1300" spc="-75" noProof="0" dirty="0">
                <a:latin typeface="Arial"/>
                <a:cs typeface="Arial"/>
              </a:rPr>
              <a:t> a </a:t>
            </a:r>
            <a:r>
              <a:rPr lang="en-GB" sz="1300" noProof="0" dirty="0">
                <a:latin typeface="Arial"/>
                <a:cs typeface="Arial"/>
              </a:rPr>
              <a:t>creative</a:t>
            </a:r>
            <a:r>
              <a:rPr lang="en-GB" sz="1300" spc="-75" noProof="0" dirty="0">
                <a:latin typeface="Arial"/>
                <a:cs typeface="Arial"/>
              </a:rPr>
              <a:t> </a:t>
            </a:r>
            <a:r>
              <a:rPr lang="en-GB" sz="1300" spc="-45" noProof="0" dirty="0">
                <a:latin typeface="Arial"/>
                <a:cs typeface="Arial"/>
              </a:rPr>
              <a:t>eye</a:t>
            </a:r>
            <a:r>
              <a:rPr lang="en-GB" sz="1300" spc="-75" noProof="0" dirty="0">
                <a:latin typeface="Arial"/>
                <a:cs typeface="Arial"/>
              </a:rPr>
              <a:t> </a:t>
            </a:r>
            <a:r>
              <a:rPr lang="en-GB" sz="1300" spc="-30" noProof="0" dirty="0">
                <a:latin typeface="Arial"/>
                <a:cs typeface="Arial"/>
              </a:rPr>
              <a:t>and</a:t>
            </a:r>
            <a:r>
              <a:rPr lang="en-GB" sz="1300" spc="-70" noProof="0" dirty="0">
                <a:latin typeface="Arial"/>
                <a:cs typeface="Arial"/>
              </a:rPr>
              <a:t> </a:t>
            </a:r>
            <a:r>
              <a:rPr lang="en-GB" sz="1300" spc="-10" noProof="0" dirty="0">
                <a:latin typeface="Arial"/>
                <a:cs typeface="Arial"/>
              </a:rPr>
              <a:t>knowledge</a:t>
            </a:r>
            <a:r>
              <a:rPr lang="en-GB" sz="1300" spc="-75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of</a:t>
            </a:r>
            <a:r>
              <a:rPr lang="en-GB" sz="1300" spc="-75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colour</a:t>
            </a:r>
            <a:r>
              <a:rPr lang="en-GB" sz="1300" spc="-75" noProof="0" dirty="0">
                <a:latin typeface="Arial"/>
                <a:cs typeface="Arial"/>
              </a:rPr>
              <a:t> </a:t>
            </a:r>
            <a:r>
              <a:rPr lang="en-GB" sz="1300" spc="-10" noProof="0" dirty="0">
                <a:latin typeface="Arial"/>
                <a:cs typeface="Arial"/>
              </a:rPr>
              <a:t>theory.</a:t>
            </a:r>
            <a:endParaRPr lang="en-GB" sz="1300" noProof="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lang="en-GB" sz="1350" noProof="0" dirty="0">
              <a:latin typeface="Arial"/>
              <a:cs typeface="Arial"/>
            </a:endParaRPr>
          </a:p>
          <a:p>
            <a:pPr marL="12700" marR="153035">
              <a:lnSpc>
                <a:spcPct val="101000"/>
              </a:lnSpc>
            </a:pPr>
            <a:r>
              <a:rPr lang="en-GB" sz="1300" noProof="0" dirty="0">
                <a:latin typeface="Arial"/>
                <a:cs typeface="Arial"/>
              </a:rPr>
              <a:t>However</a:t>
            </a:r>
            <a:r>
              <a:rPr lang="en-GB" sz="1300" spc="-60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there</a:t>
            </a:r>
            <a:r>
              <a:rPr lang="en-GB" sz="1300" spc="-60" noProof="0" dirty="0">
                <a:latin typeface="Arial"/>
                <a:cs typeface="Arial"/>
              </a:rPr>
              <a:t> </a:t>
            </a:r>
            <a:r>
              <a:rPr lang="en-GB" sz="1300" spc="-10" noProof="0" dirty="0">
                <a:latin typeface="Arial"/>
                <a:cs typeface="Arial"/>
              </a:rPr>
              <a:t>are</a:t>
            </a:r>
            <a:r>
              <a:rPr lang="en-GB" sz="1300" spc="-60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tools</a:t>
            </a:r>
            <a:r>
              <a:rPr lang="en-GB" sz="1300" spc="-55" noProof="0" dirty="0">
                <a:latin typeface="Arial"/>
                <a:cs typeface="Arial"/>
              </a:rPr>
              <a:t> </a:t>
            </a:r>
            <a:r>
              <a:rPr lang="en-GB" sz="1300" spc="-30" noProof="0" dirty="0">
                <a:latin typeface="Arial"/>
                <a:cs typeface="Arial"/>
              </a:rPr>
              <a:t>and</a:t>
            </a:r>
            <a:r>
              <a:rPr lang="en-GB" sz="1300" spc="-60" noProof="0" dirty="0">
                <a:latin typeface="Arial"/>
                <a:cs typeface="Arial"/>
              </a:rPr>
              <a:t> </a:t>
            </a:r>
            <a:r>
              <a:rPr lang="en-GB" sz="1300" spc="-30" noProof="0" dirty="0">
                <a:latin typeface="Arial"/>
                <a:cs typeface="Arial"/>
              </a:rPr>
              <a:t>services</a:t>
            </a:r>
            <a:r>
              <a:rPr lang="en-GB" sz="1300" spc="-60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out</a:t>
            </a:r>
            <a:r>
              <a:rPr lang="en-GB" sz="1300" spc="-60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there</a:t>
            </a:r>
            <a:r>
              <a:rPr lang="en-GB" sz="1300" spc="-55" noProof="0" dirty="0">
                <a:latin typeface="Arial"/>
                <a:cs typeface="Arial"/>
              </a:rPr>
              <a:t> </a:t>
            </a:r>
            <a:r>
              <a:rPr lang="en-GB" sz="1300" spc="55" noProof="0" dirty="0">
                <a:latin typeface="Arial"/>
                <a:cs typeface="Arial"/>
              </a:rPr>
              <a:t>to</a:t>
            </a:r>
            <a:r>
              <a:rPr lang="en-GB" sz="1300" spc="-60" noProof="0" dirty="0">
                <a:latin typeface="Arial"/>
                <a:cs typeface="Arial"/>
              </a:rPr>
              <a:t> </a:t>
            </a:r>
            <a:r>
              <a:rPr lang="en-GB" sz="1300" spc="-10" noProof="0" dirty="0">
                <a:latin typeface="Arial"/>
                <a:cs typeface="Arial"/>
              </a:rPr>
              <a:t>help</a:t>
            </a:r>
            <a:r>
              <a:rPr lang="en-GB" sz="1300" spc="-60" noProof="0" dirty="0">
                <a:latin typeface="Arial"/>
                <a:cs typeface="Arial"/>
              </a:rPr>
              <a:t> </a:t>
            </a:r>
            <a:r>
              <a:rPr lang="en-GB" sz="1300" spc="-25" noProof="0" dirty="0">
                <a:latin typeface="Arial"/>
                <a:cs typeface="Arial"/>
              </a:rPr>
              <a:t>you </a:t>
            </a:r>
            <a:r>
              <a:rPr lang="en-GB" sz="1300" noProof="0" dirty="0">
                <a:latin typeface="Arial"/>
                <a:cs typeface="Arial"/>
              </a:rPr>
              <a:t>out,</a:t>
            </a:r>
            <a:r>
              <a:rPr lang="en-GB" sz="1300" spc="-80" noProof="0" dirty="0">
                <a:latin typeface="Arial"/>
                <a:cs typeface="Arial"/>
              </a:rPr>
              <a:t> </a:t>
            </a:r>
            <a:r>
              <a:rPr lang="en-GB" sz="1300" u="heavy" spc="-10" noProof="0" dirty="0">
                <a:solidFill>
                  <a:srgbClr val="0277BD"/>
                </a:solidFill>
                <a:uFill>
                  <a:solidFill>
                    <a:srgbClr val="0277BD"/>
                  </a:solidFill>
                </a:uFill>
                <a:latin typeface="Arial"/>
                <a:cs typeface="Arial"/>
              </a:rPr>
              <a:t>https://color.adobe.com/  </a:t>
            </a:r>
            <a:r>
              <a:rPr lang="en-GB" sz="1300" spc="-30" noProof="0" dirty="0">
                <a:latin typeface="Arial"/>
                <a:cs typeface="Arial"/>
              </a:rPr>
              <a:t>is</a:t>
            </a:r>
            <a:r>
              <a:rPr lang="en-GB" sz="1300" spc="-80" noProof="0" dirty="0">
                <a:latin typeface="Arial"/>
                <a:cs typeface="Arial"/>
              </a:rPr>
              <a:t> </a:t>
            </a:r>
            <a:r>
              <a:rPr lang="en-GB" sz="1300" spc="-20" noProof="0" dirty="0">
                <a:latin typeface="Arial"/>
                <a:cs typeface="Arial"/>
              </a:rPr>
              <a:t>one</a:t>
            </a:r>
            <a:r>
              <a:rPr lang="en-GB" sz="1300" spc="-75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of</a:t>
            </a:r>
            <a:r>
              <a:rPr lang="en-GB" sz="1300" spc="-80" noProof="0" dirty="0">
                <a:latin typeface="Arial"/>
                <a:cs typeface="Arial"/>
              </a:rPr>
              <a:t> </a:t>
            </a:r>
            <a:r>
              <a:rPr lang="en-GB" sz="1300" spc="-20" noProof="0" dirty="0">
                <a:latin typeface="Arial"/>
                <a:cs typeface="Arial"/>
              </a:rPr>
              <a:t>these</a:t>
            </a:r>
            <a:r>
              <a:rPr lang="en-GB" sz="1300" spc="-75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that</a:t>
            </a:r>
            <a:r>
              <a:rPr lang="en-GB" sz="1300" spc="-80" noProof="0" dirty="0">
                <a:latin typeface="Arial"/>
                <a:cs typeface="Arial"/>
              </a:rPr>
              <a:t> </a:t>
            </a:r>
            <a:r>
              <a:rPr lang="en-GB" sz="1300" spc="-20" noProof="0" dirty="0">
                <a:latin typeface="Arial"/>
                <a:cs typeface="Arial"/>
              </a:rPr>
              <a:t>generate</a:t>
            </a:r>
            <a:r>
              <a:rPr lang="en-GB" sz="1300" spc="-80" noProof="0" dirty="0">
                <a:latin typeface="Arial"/>
                <a:cs typeface="Arial"/>
              </a:rPr>
              <a:t> </a:t>
            </a:r>
            <a:r>
              <a:rPr lang="en-GB" sz="1300" spc="-75" noProof="0" dirty="0">
                <a:latin typeface="Arial"/>
                <a:cs typeface="Arial"/>
              </a:rPr>
              <a:t>a </a:t>
            </a:r>
            <a:r>
              <a:rPr lang="en-GB" sz="1300" noProof="0" dirty="0">
                <a:latin typeface="Arial"/>
                <a:cs typeface="Arial"/>
              </a:rPr>
              <a:t>colour</a:t>
            </a:r>
            <a:r>
              <a:rPr lang="en-GB" sz="1300" spc="-80" noProof="0" dirty="0">
                <a:latin typeface="Arial"/>
                <a:cs typeface="Arial"/>
              </a:rPr>
              <a:t> </a:t>
            </a:r>
            <a:r>
              <a:rPr lang="en-GB" sz="1300" spc="-10" noProof="0" dirty="0">
                <a:latin typeface="Arial"/>
                <a:cs typeface="Arial"/>
              </a:rPr>
              <a:t>palette </a:t>
            </a:r>
            <a:r>
              <a:rPr lang="en-GB" sz="1300" spc="55" noProof="0" dirty="0">
                <a:latin typeface="Arial"/>
                <a:cs typeface="Arial"/>
              </a:rPr>
              <a:t>for</a:t>
            </a:r>
            <a:r>
              <a:rPr lang="en-GB" sz="1300" spc="-110" noProof="0" dirty="0">
                <a:latin typeface="Arial"/>
                <a:cs typeface="Arial"/>
              </a:rPr>
              <a:t> </a:t>
            </a:r>
            <a:r>
              <a:rPr lang="en-GB" sz="1300" spc="-10" noProof="0" dirty="0">
                <a:latin typeface="Arial"/>
                <a:cs typeface="Arial"/>
              </a:rPr>
              <a:t>you</a:t>
            </a:r>
            <a:r>
              <a:rPr lang="en-GB" sz="1300" spc="-110" noProof="0" dirty="0">
                <a:latin typeface="Arial"/>
                <a:cs typeface="Arial"/>
              </a:rPr>
              <a:t> </a:t>
            </a:r>
            <a:r>
              <a:rPr lang="en-GB" sz="1300" spc="-10" noProof="0" dirty="0">
                <a:latin typeface="Arial"/>
                <a:cs typeface="Arial"/>
              </a:rPr>
              <a:t>instantly.</a:t>
            </a:r>
            <a:endParaRPr lang="en-GB" sz="1300" noProof="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lang="en-GB" sz="1350" noProof="0" dirty="0">
              <a:latin typeface="Arial"/>
              <a:cs typeface="Arial"/>
            </a:endParaRPr>
          </a:p>
          <a:p>
            <a:pPr marL="12700" marR="69850">
              <a:lnSpc>
                <a:spcPct val="101000"/>
              </a:lnSpc>
            </a:pPr>
            <a:r>
              <a:rPr lang="en-GB" sz="1300" spc="-30" noProof="0" dirty="0">
                <a:latin typeface="Arial"/>
                <a:cs typeface="Arial"/>
              </a:rPr>
              <a:t>Something</a:t>
            </a:r>
            <a:r>
              <a:rPr lang="en-GB" sz="1300" spc="-80" noProof="0" dirty="0">
                <a:latin typeface="Arial"/>
                <a:cs typeface="Arial"/>
              </a:rPr>
              <a:t> </a:t>
            </a:r>
            <a:r>
              <a:rPr lang="en-GB" sz="1300" spc="55" noProof="0" dirty="0">
                <a:latin typeface="Arial"/>
                <a:cs typeface="Arial"/>
              </a:rPr>
              <a:t>to</a:t>
            </a:r>
            <a:r>
              <a:rPr lang="en-GB" sz="1300" spc="-80" noProof="0" dirty="0">
                <a:latin typeface="Arial"/>
                <a:cs typeface="Arial"/>
              </a:rPr>
              <a:t> </a:t>
            </a:r>
            <a:r>
              <a:rPr lang="en-GB" sz="1300" spc="-10" noProof="0" dirty="0">
                <a:latin typeface="Arial"/>
                <a:cs typeface="Arial"/>
              </a:rPr>
              <a:t>consider</a:t>
            </a:r>
            <a:r>
              <a:rPr lang="en-GB" sz="1300" spc="-80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when</a:t>
            </a:r>
            <a:r>
              <a:rPr lang="en-GB" sz="1300" spc="-80" noProof="0" dirty="0">
                <a:latin typeface="Arial"/>
                <a:cs typeface="Arial"/>
              </a:rPr>
              <a:t> </a:t>
            </a:r>
            <a:r>
              <a:rPr lang="en-GB" sz="1300" spc="-20" noProof="0" dirty="0">
                <a:latin typeface="Arial"/>
                <a:cs typeface="Arial"/>
              </a:rPr>
              <a:t>selecting</a:t>
            </a:r>
            <a:r>
              <a:rPr lang="en-GB" sz="1300" spc="-80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your</a:t>
            </a:r>
            <a:r>
              <a:rPr lang="en-GB" sz="1300" spc="-80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colours</a:t>
            </a:r>
            <a:r>
              <a:rPr lang="en-GB" sz="1300" spc="-80" noProof="0" dirty="0">
                <a:latin typeface="Arial"/>
                <a:cs typeface="Arial"/>
              </a:rPr>
              <a:t> </a:t>
            </a:r>
            <a:r>
              <a:rPr lang="en-GB" sz="1300" spc="-10" noProof="0" dirty="0">
                <a:latin typeface="Arial"/>
                <a:cs typeface="Arial"/>
              </a:rPr>
              <a:t>are</a:t>
            </a:r>
            <a:r>
              <a:rPr lang="en-GB" sz="1300" spc="-80" noProof="0" dirty="0">
                <a:latin typeface="Arial"/>
                <a:cs typeface="Arial"/>
              </a:rPr>
              <a:t> </a:t>
            </a:r>
            <a:r>
              <a:rPr lang="en-GB" sz="1300" spc="-20" noProof="0" dirty="0">
                <a:latin typeface="Arial"/>
                <a:cs typeface="Arial"/>
              </a:rPr>
              <a:t>what </a:t>
            </a:r>
            <a:r>
              <a:rPr lang="en-GB" sz="1300" noProof="0" dirty="0">
                <a:latin typeface="Arial"/>
                <a:cs typeface="Arial"/>
              </a:rPr>
              <a:t>they</a:t>
            </a:r>
            <a:r>
              <a:rPr lang="en-GB" sz="1300" spc="-75" noProof="0" dirty="0">
                <a:latin typeface="Arial"/>
                <a:cs typeface="Arial"/>
              </a:rPr>
              <a:t> </a:t>
            </a:r>
            <a:r>
              <a:rPr lang="en-GB" sz="1300" spc="-40" noProof="0" dirty="0">
                <a:latin typeface="Arial"/>
                <a:cs typeface="Arial"/>
              </a:rPr>
              <a:t>may</a:t>
            </a:r>
            <a:r>
              <a:rPr lang="en-GB" sz="1300" spc="-70" noProof="0" dirty="0">
                <a:latin typeface="Arial"/>
                <a:cs typeface="Arial"/>
              </a:rPr>
              <a:t> </a:t>
            </a:r>
            <a:r>
              <a:rPr lang="en-GB" sz="1300" spc="-30" noProof="0" dirty="0">
                <a:latin typeface="Arial"/>
                <a:cs typeface="Arial"/>
              </a:rPr>
              <a:t>signify,</a:t>
            </a:r>
            <a:r>
              <a:rPr lang="en-GB" sz="1300" spc="-75" noProof="0" dirty="0">
                <a:latin typeface="Arial"/>
                <a:cs typeface="Arial"/>
              </a:rPr>
              <a:t> </a:t>
            </a:r>
            <a:r>
              <a:rPr lang="en-GB" sz="1300" spc="55" noProof="0" dirty="0">
                <a:latin typeface="Arial"/>
                <a:cs typeface="Arial"/>
              </a:rPr>
              <a:t>for</a:t>
            </a:r>
            <a:r>
              <a:rPr lang="en-GB" sz="1300" spc="-70" noProof="0" dirty="0">
                <a:latin typeface="Arial"/>
                <a:cs typeface="Arial"/>
              </a:rPr>
              <a:t> </a:t>
            </a:r>
            <a:r>
              <a:rPr lang="en-GB" sz="1300" spc="-30" noProof="0" dirty="0">
                <a:latin typeface="Arial"/>
                <a:cs typeface="Arial"/>
              </a:rPr>
              <a:t>example</a:t>
            </a:r>
            <a:r>
              <a:rPr lang="en-GB" sz="1300" spc="-75" noProof="0" dirty="0">
                <a:latin typeface="Arial"/>
                <a:cs typeface="Arial"/>
              </a:rPr>
              <a:t> </a:t>
            </a:r>
            <a:r>
              <a:rPr lang="en-GB" sz="1300" spc="-25" noProof="0" dirty="0">
                <a:latin typeface="Arial"/>
                <a:cs typeface="Arial"/>
              </a:rPr>
              <a:t>blues</a:t>
            </a:r>
            <a:r>
              <a:rPr lang="en-GB" sz="1300" spc="-70" noProof="0" dirty="0">
                <a:latin typeface="Arial"/>
                <a:cs typeface="Arial"/>
              </a:rPr>
              <a:t> </a:t>
            </a:r>
            <a:r>
              <a:rPr lang="en-GB" sz="1300" spc="-10" noProof="0" dirty="0">
                <a:latin typeface="Arial"/>
                <a:cs typeface="Arial"/>
              </a:rPr>
              <a:t>are</a:t>
            </a:r>
            <a:r>
              <a:rPr lang="en-GB" sz="1300" spc="-70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often</a:t>
            </a:r>
            <a:r>
              <a:rPr lang="en-GB" sz="1300" spc="-75" noProof="0" dirty="0">
                <a:latin typeface="Arial"/>
                <a:cs typeface="Arial"/>
              </a:rPr>
              <a:t> </a:t>
            </a:r>
            <a:r>
              <a:rPr lang="en-GB" sz="1300" spc="-45" noProof="0" dirty="0">
                <a:latin typeface="Arial"/>
                <a:cs typeface="Arial"/>
              </a:rPr>
              <a:t>used</a:t>
            </a:r>
            <a:r>
              <a:rPr lang="en-GB" sz="1300" spc="-70" noProof="0" dirty="0">
                <a:latin typeface="Arial"/>
                <a:cs typeface="Arial"/>
              </a:rPr>
              <a:t> </a:t>
            </a:r>
            <a:r>
              <a:rPr lang="en-GB" sz="1300" spc="55" noProof="0" dirty="0">
                <a:latin typeface="Arial"/>
                <a:cs typeface="Arial"/>
              </a:rPr>
              <a:t>for</a:t>
            </a:r>
            <a:r>
              <a:rPr lang="en-GB" sz="1300" spc="-75" noProof="0" dirty="0">
                <a:latin typeface="Arial"/>
                <a:cs typeface="Arial"/>
              </a:rPr>
              <a:t> </a:t>
            </a:r>
            <a:r>
              <a:rPr lang="en-GB" sz="1300" spc="-10" noProof="0" dirty="0">
                <a:latin typeface="Arial"/>
                <a:cs typeface="Arial"/>
              </a:rPr>
              <a:t>medical services.</a:t>
            </a:r>
            <a:endParaRPr lang="en-GB" sz="1300" noProof="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lang="en-GB" sz="1350" noProof="0" dirty="0">
              <a:latin typeface="Arial"/>
              <a:cs typeface="Arial"/>
            </a:endParaRPr>
          </a:p>
          <a:p>
            <a:pPr marL="12700" marR="132080">
              <a:lnSpc>
                <a:spcPct val="101000"/>
              </a:lnSpc>
            </a:pPr>
            <a:r>
              <a:rPr lang="en-GB" sz="1300" noProof="0" dirty="0">
                <a:latin typeface="Arial"/>
                <a:cs typeface="Arial"/>
              </a:rPr>
              <a:t>In</a:t>
            </a:r>
            <a:r>
              <a:rPr lang="en-GB" sz="1300" spc="-65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addition</a:t>
            </a:r>
            <a:r>
              <a:rPr lang="en-GB" sz="1300" spc="-65" noProof="0" dirty="0">
                <a:latin typeface="Arial"/>
                <a:cs typeface="Arial"/>
              </a:rPr>
              <a:t> </a:t>
            </a:r>
            <a:r>
              <a:rPr lang="en-GB" sz="1300" spc="55" noProof="0" dirty="0">
                <a:latin typeface="Arial"/>
                <a:cs typeface="Arial"/>
              </a:rPr>
              <a:t>to</a:t>
            </a:r>
            <a:r>
              <a:rPr lang="en-GB" sz="1300" spc="-60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our</a:t>
            </a:r>
            <a:r>
              <a:rPr lang="en-GB" sz="1300" spc="-65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broader</a:t>
            </a:r>
            <a:r>
              <a:rPr lang="en-GB" sz="1300" spc="-60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colour</a:t>
            </a:r>
            <a:r>
              <a:rPr lang="en-GB" sz="1300" spc="-65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spectrum</a:t>
            </a:r>
            <a:r>
              <a:rPr lang="en-GB" sz="1300" spc="-60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we</a:t>
            </a:r>
            <a:r>
              <a:rPr lang="en-GB" sz="1300" spc="-65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would</a:t>
            </a:r>
            <a:r>
              <a:rPr lang="en-GB" sz="1300" spc="-60" noProof="0" dirty="0">
                <a:latin typeface="Arial"/>
                <a:cs typeface="Arial"/>
              </a:rPr>
              <a:t> </a:t>
            </a:r>
            <a:r>
              <a:rPr lang="en-GB" sz="1300" spc="-10" noProof="0" dirty="0">
                <a:latin typeface="Arial"/>
                <a:cs typeface="Arial"/>
              </a:rPr>
              <a:t>usually </a:t>
            </a:r>
            <a:r>
              <a:rPr lang="en-GB" sz="1300" spc="-45" noProof="0" dirty="0">
                <a:latin typeface="Arial"/>
                <a:cs typeface="Arial"/>
              </a:rPr>
              <a:t>have</a:t>
            </a:r>
            <a:r>
              <a:rPr lang="en-GB" sz="1300" spc="-70" noProof="0" dirty="0">
                <a:latin typeface="Arial"/>
                <a:cs typeface="Arial"/>
              </a:rPr>
              <a:t> </a:t>
            </a:r>
            <a:r>
              <a:rPr lang="en-GB" sz="1300" spc="-75" noProof="0" dirty="0">
                <a:latin typeface="Arial"/>
                <a:cs typeface="Arial"/>
              </a:rPr>
              <a:t>a</a:t>
            </a:r>
            <a:r>
              <a:rPr lang="en-GB" sz="1300" spc="-70" noProof="0" dirty="0">
                <a:latin typeface="Arial"/>
                <a:cs typeface="Arial"/>
              </a:rPr>
              <a:t> </a:t>
            </a:r>
            <a:r>
              <a:rPr lang="en-GB" sz="1300" spc="-10" noProof="0" dirty="0">
                <a:latin typeface="Arial"/>
                <a:cs typeface="Arial"/>
              </a:rPr>
              <a:t>black</a:t>
            </a:r>
            <a:r>
              <a:rPr lang="en-GB" sz="1300" spc="-70" noProof="0" dirty="0">
                <a:latin typeface="Arial"/>
                <a:cs typeface="Arial"/>
              </a:rPr>
              <a:t> </a:t>
            </a:r>
            <a:r>
              <a:rPr lang="en-GB" sz="1300" spc="-30" noProof="0" dirty="0">
                <a:latin typeface="Arial"/>
                <a:cs typeface="Arial"/>
              </a:rPr>
              <a:t>and</a:t>
            </a:r>
            <a:r>
              <a:rPr lang="en-GB" sz="1300" spc="-70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white</a:t>
            </a:r>
            <a:r>
              <a:rPr lang="en-GB" sz="1300" spc="-70" noProof="0" dirty="0">
                <a:latin typeface="Arial"/>
                <a:cs typeface="Arial"/>
              </a:rPr>
              <a:t> </a:t>
            </a:r>
            <a:r>
              <a:rPr lang="en-GB" sz="1300" spc="-10" noProof="0" dirty="0">
                <a:latin typeface="Arial"/>
                <a:cs typeface="Arial"/>
              </a:rPr>
              <a:t>tone,</a:t>
            </a:r>
            <a:r>
              <a:rPr lang="en-GB" sz="1300" spc="-70" noProof="0" dirty="0">
                <a:latin typeface="Arial"/>
                <a:cs typeface="Arial"/>
              </a:rPr>
              <a:t> </a:t>
            </a:r>
            <a:r>
              <a:rPr lang="en-GB" sz="1300" spc="-20" noProof="0" dirty="0">
                <a:latin typeface="Arial"/>
                <a:cs typeface="Arial"/>
              </a:rPr>
              <a:t>sometimes</a:t>
            </a:r>
            <a:r>
              <a:rPr lang="en-GB" sz="1300" spc="-70" noProof="0" dirty="0">
                <a:latin typeface="Arial"/>
                <a:cs typeface="Arial"/>
              </a:rPr>
              <a:t> </a:t>
            </a:r>
            <a:r>
              <a:rPr lang="en-GB" sz="1300" spc="50" noProof="0" dirty="0">
                <a:latin typeface="Arial"/>
                <a:cs typeface="Arial"/>
              </a:rPr>
              <a:t>with</a:t>
            </a:r>
            <a:r>
              <a:rPr lang="en-GB" sz="1300" spc="-70" noProof="0" dirty="0">
                <a:latin typeface="Arial"/>
                <a:cs typeface="Arial"/>
              </a:rPr>
              <a:t> </a:t>
            </a:r>
            <a:r>
              <a:rPr lang="en-GB" sz="1300" spc="-75" noProof="0" dirty="0">
                <a:latin typeface="Arial"/>
                <a:cs typeface="Arial"/>
              </a:rPr>
              <a:t>a</a:t>
            </a:r>
            <a:r>
              <a:rPr lang="en-GB" sz="1300" spc="-65" noProof="0" dirty="0">
                <a:latin typeface="Arial"/>
                <a:cs typeface="Arial"/>
              </a:rPr>
              <a:t> </a:t>
            </a:r>
            <a:r>
              <a:rPr lang="en-GB" sz="1300" spc="-40" noProof="0" dirty="0">
                <a:latin typeface="Arial"/>
                <a:cs typeface="Arial"/>
              </a:rPr>
              <a:t>grayscale</a:t>
            </a:r>
            <a:r>
              <a:rPr lang="en-GB" sz="1300" spc="-70" noProof="0" dirty="0">
                <a:latin typeface="Arial"/>
                <a:cs typeface="Arial"/>
              </a:rPr>
              <a:t> </a:t>
            </a:r>
            <a:r>
              <a:rPr lang="en-GB" sz="1300" spc="-50" noProof="0" dirty="0">
                <a:latin typeface="Arial"/>
                <a:cs typeface="Arial"/>
              </a:rPr>
              <a:t>- </a:t>
            </a:r>
            <a:r>
              <a:rPr lang="en-GB" sz="1300" spc="-20" noProof="0" dirty="0">
                <a:latin typeface="Arial"/>
                <a:cs typeface="Arial"/>
              </a:rPr>
              <a:t>these</a:t>
            </a:r>
            <a:r>
              <a:rPr lang="en-GB" sz="1300" spc="-65" noProof="0" dirty="0">
                <a:latin typeface="Arial"/>
                <a:cs typeface="Arial"/>
              </a:rPr>
              <a:t> </a:t>
            </a:r>
            <a:r>
              <a:rPr lang="en-GB" sz="1300" spc="-10" noProof="0" dirty="0">
                <a:latin typeface="Arial"/>
                <a:cs typeface="Arial"/>
              </a:rPr>
              <a:t>are</a:t>
            </a:r>
            <a:r>
              <a:rPr lang="en-GB" sz="1300" spc="-60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helpful</a:t>
            </a:r>
            <a:r>
              <a:rPr lang="en-GB" sz="1300" spc="-65" noProof="0" dirty="0">
                <a:latin typeface="Arial"/>
                <a:cs typeface="Arial"/>
              </a:rPr>
              <a:t> </a:t>
            </a:r>
            <a:r>
              <a:rPr lang="en-GB" sz="1300" spc="55" noProof="0" dirty="0">
                <a:latin typeface="Arial"/>
                <a:cs typeface="Arial"/>
              </a:rPr>
              <a:t>for</a:t>
            </a:r>
            <a:r>
              <a:rPr lang="en-GB" sz="1300" spc="-60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our</a:t>
            </a:r>
            <a:r>
              <a:rPr lang="en-GB" sz="1300" spc="-65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subtle</a:t>
            </a:r>
            <a:r>
              <a:rPr lang="en-GB" sz="1300" spc="-60" noProof="0" dirty="0">
                <a:latin typeface="Arial"/>
                <a:cs typeface="Arial"/>
              </a:rPr>
              <a:t> </a:t>
            </a:r>
            <a:r>
              <a:rPr lang="en-GB" sz="1300" spc="-20" noProof="0" dirty="0">
                <a:latin typeface="Arial"/>
                <a:cs typeface="Arial"/>
              </a:rPr>
              <a:t>elements</a:t>
            </a:r>
            <a:r>
              <a:rPr lang="en-GB" sz="1300" spc="-65" noProof="0" dirty="0">
                <a:latin typeface="Arial"/>
                <a:cs typeface="Arial"/>
              </a:rPr>
              <a:t> </a:t>
            </a:r>
            <a:r>
              <a:rPr lang="en-GB" sz="1300" spc="-40" noProof="0" dirty="0">
                <a:latin typeface="Arial"/>
                <a:cs typeface="Arial"/>
              </a:rPr>
              <a:t>such</a:t>
            </a:r>
            <a:r>
              <a:rPr lang="en-GB" sz="1300" spc="-60" noProof="0" dirty="0">
                <a:latin typeface="Arial"/>
                <a:cs typeface="Arial"/>
              </a:rPr>
              <a:t> </a:t>
            </a:r>
            <a:r>
              <a:rPr lang="en-GB" sz="1300" spc="-85" noProof="0" dirty="0">
                <a:latin typeface="Arial"/>
                <a:cs typeface="Arial"/>
              </a:rPr>
              <a:t>as</a:t>
            </a:r>
            <a:r>
              <a:rPr lang="en-GB" sz="1300" spc="-65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text</a:t>
            </a:r>
            <a:r>
              <a:rPr lang="en-GB" sz="1300" spc="-60" noProof="0" dirty="0">
                <a:latin typeface="Arial"/>
                <a:cs typeface="Arial"/>
              </a:rPr>
              <a:t> </a:t>
            </a:r>
            <a:r>
              <a:rPr lang="en-GB" sz="1300" spc="-25" noProof="0" dirty="0">
                <a:latin typeface="Arial"/>
                <a:cs typeface="Arial"/>
              </a:rPr>
              <a:t>and </a:t>
            </a:r>
            <a:r>
              <a:rPr lang="en-GB" sz="1300" spc="-10" noProof="0" dirty="0">
                <a:latin typeface="Arial"/>
                <a:cs typeface="Arial"/>
              </a:rPr>
              <a:t>background</a:t>
            </a:r>
            <a:r>
              <a:rPr lang="en-GB" sz="1300" spc="-85" noProof="0" dirty="0">
                <a:latin typeface="Arial"/>
                <a:cs typeface="Arial"/>
              </a:rPr>
              <a:t> </a:t>
            </a:r>
            <a:r>
              <a:rPr lang="en-GB" sz="1300" spc="-10" noProof="0" dirty="0">
                <a:latin typeface="Arial"/>
                <a:cs typeface="Arial"/>
              </a:rPr>
              <a:t>colours.</a:t>
            </a:r>
            <a:endParaRPr lang="en-GB" sz="1300" noProof="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lang="en-GB" sz="1350" noProof="0" dirty="0">
              <a:latin typeface="Arial"/>
              <a:cs typeface="Arial"/>
            </a:endParaRPr>
          </a:p>
          <a:p>
            <a:pPr marL="12700" marR="431165">
              <a:lnSpc>
                <a:spcPct val="101000"/>
              </a:lnSpc>
            </a:pPr>
            <a:r>
              <a:rPr lang="en-GB" sz="1300" noProof="0" dirty="0">
                <a:latin typeface="Arial"/>
                <a:cs typeface="Arial"/>
              </a:rPr>
              <a:t>Additionally</a:t>
            </a:r>
            <a:r>
              <a:rPr lang="en-GB" sz="1300" spc="-60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in</a:t>
            </a:r>
            <a:r>
              <a:rPr lang="en-GB" sz="1300" spc="-55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the</a:t>
            </a:r>
            <a:r>
              <a:rPr lang="en-GB" sz="1300" spc="-55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modern</a:t>
            </a:r>
            <a:r>
              <a:rPr lang="en-GB" sz="1300" spc="-55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web</a:t>
            </a:r>
            <a:r>
              <a:rPr lang="en-GB" sz="1300" spc="-55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we</a:t>
            </a:r>
            <a:r>
              <a:rPr lang="en-GB" sz="1300" spc="-55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now</a:t>
            </a:r>
            <a:r>
              <a:rPr lang="en-GB" sz="1300" spc="-55" noProof="0" dirty="0">
                <a:latin typeface="Arial"/>
                <a:cs typeface="Arial"/>
              </a:rPr>
              <a:t> </a:t>
            </a:r>
            <a:r>
              <a:rPr lang="en-GB" sz="1300" spc="-45" noProof="0" dirty="0">
                <a:latin typeface="Arial"/>
                <a:cs typeface="Arial"/>
              </a:rPr>
              <a:t>have</a:t>
            </a:r>
            <a:r>
              <a:rPr lang="en-GB" sz="1300" spc="-55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the</a:t>
            </a:r>
            <a:r>
              <a:rPr lang="en-GB" sz="1300" spc="-55" noProof="0" dirty="0">
                <a:latin typeface="Arial"/>
                <a:cs typeface="Arial"/>
              </a:rPr>
              <a:t> </a:t>
            </a:r>
            <a:r>
              <a:rPr lang="en-GB" sz="1300" spc="-10" noProof="0" dirty="0">
                <a:latin typeface="Arial"/>
                <a:cs typeface="Arial"/>
              </a:rPr>
              <a:t>display </a:t>
            </a:r>
            <a:r>
              <a:rPr lang="en-GB" sz="1300" noProof="0" dirty="0">
                <a:latin typeface="Arial"/>
                <a:cs typeface="Arial"/>
              </a:rPr>
              <a:t>setting</a:t>
            </a:r>
            <a:r>
              <a:rPr lang="en-GB" sz="1300" spc="-70" noProof="0" dirty="0">
                <a:latin typeface="Arial"/>
                <a:cs typeface="Arial"/>
              </a:rPr>
              <a:t> </a:t>
            </a:r>
            <a:r>
              <a:rPr lang="en-GB" sz="1300" spc="55" noProof="0" dirty="0">
                <a:latin typeface="Arial"/>
                <a:cs typeface="Arial"/>
              </a:rPr>
              <a:t>for</a:t>
            </a:r>
            <a:r>
              <a:rPr lang="en-GB" sz="1300" spc="-65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dark</a:t>
            </a:r>
            <a:r>
              <a:rPr lang="en-GB" sz="1300" spc="-65" noProof="0" dirty="0">
                <a:latin typeface="Arial"/>
                <a:cs typeface="Arial"/>
              </a:rPr>
              <a:t> </a:t>
            </a:r>
            <a:r>
              <a:rPr lang="en-GB" sz="1300" spc="-35" noProof="0" dirty="0">
                <a:latin typeface="Arial"/>
                <a:cs typeface="Arial"/>
              </a:rPr>
              <a:t>mode,</a:t>
            </a:r>
            <a:r>
              <a:rPr lang="en-GB" sz="1300" spc="-70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this</a:t>
            </a:r>
            <a:r>
              <a:rPr lang="en-GB" sz="1300" spc="-65" noProof="0" dirty="0">
                <a:latin typeface="Arial"/>
                <a:cs typeface="Arial"/>
              </a:rPr>
              <a:t> </a:t>
            </a:r>
            <a:r>
              <a:rPr lang="en-GB" sz="1300" spc="-30" noProof="0" dirty="0">
                <a:latin typeface="Arial"/>
                <a:cs typeface="Arial"/>
              </a:rPr>
              <a:t>is</a:t>
            </a:r>
            <a:r>
              <a:rPr lang="en-GB" sz="1300" spc="-65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where</a:t>
            </a:r>
            <a:r>
              <a:rPr lang="en-GB" sz="1300" spc="-65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we</a:t>
            </a:r>
            <a:r>
              <a:rPr lang="en-GB" sz="1300" spc="-70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often</a:t>
            </a:r>
            <a:r>
              <a:rPr lang="en-GB" sz="1300" spc="-65" noProof="0" dirty="0">
                <a:latin typeface="Arial"/>
                <a:cs typeface="Arial"/>
              </a:rPr>
              <a:t> </a:t>
            </a:r>
            <a:r>
              <a:rPr lang="en-GB" sz="1300" spc="-20" noProof="0" dirty="0">
                <a:latin typeface="Arial"/>
                <a:cs typeface="Arial"/>
              </a:rPr>
              <a:t>inverse</a:t>
            </a:r>
            <a:r>
              <a:rPr lang="en-GB" sz="1300" spc="-65" noProof="0" dirty="0">
                <a:latin typeface="Arial"/>
                <a:cs typeface="Arial"/>
              </a:rPr>
              <a:t> </a:t>
            </a:r>
            <a:r>
              <a:rPr lang="en-GB" sz="1300" spc="-25" noProof="0" dirty="0">
                <a:latin typeface="Arial"/>
                <a:cs typeface="Arial"/>
              </a:rPr>
              <a:t>our</a:t>
            </a:r>
            <a:endParaRPr lang="en-GB" sz="1300" noProof="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39924" y="4492208"/>
            <a:ext cx="2218690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z="1300" noProof="0" dirty="0">
                <a:latin typeface="Arial"/>
                <a:cs typeface="Arial"/>
              </a:rPr>
              <a:t>colour</a:t>
            </a:r>
            <a:r>
              <a:rPr lang="en-GB" sz="1300" spc="-90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contrasts</a:t>
            </a:r>
            <a:r>
              <a:rPr lang="en-GB" sz="1300" spc="-90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-</a:t>
            </a:r>
            <a:r>
              <a:rPr lang="en-GB" sz="1300" spc="-90" noProof="0" dirty="0">
                <a:latin typeface="Arial"/>
                <a:cs typeface="Arial"/>
              </a:rPr>
              <a:t> </a:t>
            </a:r>
            <a:r>
              <a:rPr lang="en-GB" sz="1300" spc="-55" noProof="0" dirty="0">
                <a:latin typeface="Arial"/>
                <a:cs typeface="Arial"/>
              </a:rPr>
              <a:t>so</a:t>
            </a:r>
            <a:r>
              <a:rPr lang="en-GB" sz="1300" spc="-90" noProof="0" dirty="0">
                <a:latin typeface="Arial"/>
                <a:cs typeface="Arial"/>
              </a:rPr>
              <a:t> </a:t>
            </a:r>
            <a:r>
              <a:rPr lang="en-GB" sz="1300" spc="-10" noProof="0" dirty="0">
                <a:latin typeface="Arial"/>
                <a:cs typeface="Arial"/>
              </a:rPr>
              <a:t>instead</a:t>
            </a:r>
            <a:r>
              <a:rPr lang="en-GB" sz="1300" spc="-85" noProof="0" dirty="0">
                <a:latin typeface="Arial"/>
                <a:cs typeface="Arial"/>
              </a:rPr>
              <a:t> </a:t>
            </a:r>
            <a:r>
              <a:rPr lang="en-GB" sz="1300" spc="-25" noProof="0" dirty="0">
                <a:latin typeface="Arial"/>
                <a:cs typeface="Arial"/>
              </a:rPr>
              <a:t>of</a:t>
            </a:r>
            <a:endParaRPr lang="en-GB" sz="1300" noProof="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676696" y="4511512"/>
            <a:ext cx="2236470" cy="198120"/>
          </a:xfrm>
          <a:prstGeom prst="rect">
            <a:avLst/>
          </a:prstGeom>
          <a:solidFill>
            <a:srgbClr val="F3F3F3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10"/>
              </a:lnSpc>
            </a:pPr>
            <a:r>
              <a:rPr lang="en-GB" sz="1300" noProof="0" dirty="0">
                <a:latin typeface="Arial"/>
                <a:cs typeface="Arial"/>
              </a:rPr>
              <a:t>dark</a:t>
            </a:r>
            <a:r>
              <a:rPr lang="en-GB" sz="1300" spc="-45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text</a:t>
            </a:r>
            <a:r>
              <a:rPr lang="en-GB" sz="1300" spc="-40" noProof="0" dirty="0">
                <a:latin typeface="Arial"/>
                <a:cs typeface="Arial"/>
              </a:rPr>
              <a:t> </a:t>
            </a:r>
            <a:r>
              <a:rPr lang="en-GB" sz="1300" spc="-10" noProof="0" dirty="0">
                <a:latin typeface="Arial"/>
                <a:cs typeface="Arial"/>
              </a:rPr>
              <a:t>on</a:t>
            </a:r>
            <a:r>
              <a:rPr lang="en-GB" sz="1300" spc="-45" noProof="0" dirty="0">
                <a:latin typeface="Arial"/>
                <a:cs typeface="Arial"/>
              </a:rPr>
              <a:t> </a:t>
            </a:r>
            <a:r>
              <a:rPr lang="en-GB" sz="1300" spc="-75" noProof="0" dirty="0">
                <a:latin typeface="Arial"/>
                <a:cs typeface="Arial"/>
              </a:rPr>
              <a:t>a</a:t>
            </a:r>
            <a:r>
              <a:rPr lang="en-GB" sz="1300" spc="-40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light</a:t>
            </a:r>
            <a:r>
              <a:rPr lang="en-GB" sz="1300" spc="-40" noProof="0" dirty="0">
                <a:latin typeface="Arial"/>
                <a:cs typeface="Arial"/>
              </a:rPr>
              <a:t> </a:t>
            </a:r>
            <a:r>
              <a:rPr lang="en-GB" sz="1300" spc="-10" noProof="0" dirty="0">
                <a:latin typeface="Arial"/>
                <a:cs typeface="Arial"/>
              </a:rPr>
              <a:t>background</a:t>
            </a:r>
            <a:endParaRPr lang="en-GB" sz="1300" noProof="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39924" y="4692233"/>
            <a:ext cx="612775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z="1300" noProof="0" dirty="0">
                <a:latin typeface="Arial"/>
                <a:cs typeface="Arial"/>
              </a:rPr>
              <a:t>we</a:t>
            </a:r>
            <a:r>
              <a:rPr lang="en-GB" sz="1300" spc="-114" noProof="0" dirty="0">
                <a:latin typeface="Arial"/>
                <a:cs typeface="Arial"/>
              </a:rPr>
              <a:t> </a:t>
            </a:r>
            <a:r>
              <a:rPr lang="en-GB" sz="1300" spc="-20" noProof="0" dirty="0">
                <a:latin typeface="Arial"/>
                <a:cs typeface="Arial"/>
              </a:rPr>
              <a:t>have</a:t>
            </a:r>
            <a:endParaRPr lang="en-GB" sz="1300" noProof="0" dirty="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70907" y="4709632"/>
            <a:ext cx="2236470" cy="200025"/>
          </a:xfrm>
          <a:prstGeom prst="rect">
            <a:avLst/>
          </a:prstGeom>
          <a:solidFill>
            <a:srgbClr val="353535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25"/>
              </a:lnSpc>
            </a:pPr>
            <a:r>
              <a:rPr lang="en-GB" sz="1300" noProof="0" dirty="0">
                <a:solidFill>
                  <a:srgbClr val="F3F3F3"/>
                </a:solidFill>
                <a:latin typeface="Arial"/>
                <a:cs typeface="Arial"/>
              </a:rPr>
              <a:t>light</a:t>
            </a:r>
            <a:r>
              <a:rPr lang="en-GB" sz="1300" spc="-45" noProof="0" dirty="0">
                <a:solidFill>
                  <a:srgbClr val="F3F3F3"/>
                </a:solidFill>
                <a:latin typeface="Arial"/>
                <a:cs typeface="Arial"/>
              </a:rPr>
              <a:t> </a:t>
            </a:r>
            <a:r>
              <a:rPr lang="en-GB" sz="1300" noProof="0" dirty="0">
                <a:solidFill>
                  <a:srgbClr val="F3F3F3"/>
                </a:solidFill>
                <a:latin typeface="Arial"/>
                <a:cs typeface="Arial"/>
              </a:rPr>
              <a:t>text</a:t>
            </a:r>
            <a:r>
              <a:rPr lang="en-GB" sz="1300" spc="-40" noProof="0" dirty="0">
                <a:solidFill>
                  <a:srgbClr val="F3F3F3"/>
                </a:solidFill>
                <a:latin typeface="Arial"/>
                <a:cs typeface="Arial"/>
              </a:rPr>
              <a:t> </a:t>
            </a:r>
            <a:r>
              <a:rPr lang="en-GB" sz="1300" spc="-10" noProof="0" dirty="0">
                <a:solidFill>
                  <a:srgbClr val="F3F3F3"/>
                </a:solidFill>
                <a:latin typeface="Arial"/>
                <a:cs typeface="Arial"/>
              </a:rPr>
              <a:t>on</a:t>
            </a:r>
            <a:r>
              <a:rPr lang="en-GB" sz="1300" spc="-45" noProof="0" dirty="0">
                <a:solidFill>
                  <a:srgbClr val="F3F3F3"/>
                </a:solidFill>
                <a:latin typeface="Arial"/>
                <a:cs typeface="Arial"/>
              </a:rPr>
              <a:t> </a:t>
            </a:r>
            <a:r>
              <a:rPr lang="en-GB" sz="1300" spc="-75" noProof="0" dirty="0">
                <a:solidFill>
                  <a:srgbClr val="F3F3F3"/>
                </a:solidFill>
                <a:latin typeface="Arial"/>
                <a:cs typeface="Arial"/>
              </a:rPr>
              <a:t>a</a:t>
            </a:r>
            <a:r>
              <a:rPr lang="en-GB" sz="1300" spc="-40" noProof="0" dirty="0">
                <a:solidFill>
                  <a:srgbClr val="F3F3F3"/>
                </a:solidFill>
                <a:latin typeface="Arial"/>
                <a:cs typeface="Arial"/>
              </a:rPr>
              <a:t> </a:t>
            </a:r>
            <a:r>
              <a:rPr lang="en-GB" sz="1300" noProof="0" dirty="0">
                <a:solidFill>
                  <a:srgbClr val="F3F3F3"/>
                </a:solidFill>
                <a:latin typeface="Arial"/>
                <a:cs typeface="Arial"/>
              </a:rPr>
              <a:t>dark</a:t>
            </a:r>
            <a:r>
              <a:rPr lang="en-GB" sz="1300" spc="-40" noProof="0" dirty="0">
                <a:solidFill>
                  <a:srgbClr val="F3F3F3"/>
                </a:solidFill>
                <a:latin typeface="Arial"/>
                <a:cs typeface="Arial"/>
              </a:rPr>
              <a:t> </a:t>
            </a:r>
            <a:r>
              <a:rPr lang="en-GB" sz="1300" spc="-10" noProof="0" dirty="0">
                <a:solidFill>
                  <a:srgbClr val="F3F3F3"/>
                </a:solidFill>
                <a:latin typeface="Arial"/>
                <a:cs typeface="Arial"/>
              </a:rPr>
              <a:t>background</a:t>
            </a:r>
            <a:endParaRPr lang="en-GB" sz="1300" noProof="0" dirty="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281618" y="4692233"/>
            <a:ext cx="60960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z="1300" spc="-90" noProof="0" dirty="0">
                <a:latin typeface="Arial"/>
                <a:cs typeface="Arial"/>
              </a:rPr>
              <a:t>.</a:t>
            </a:r>
            <a:endParaRPr lang="en-GB" sz="1300" noProof="0" dirty="0">
              <a:latin typeface="Arial"/>
              <a:cs typeface="Arial"/>
            </a:endParaRPr>
          </a:p>
        </p:txBody>
      </p:sp>
      <p:grpSp>
        <p:nvGrpSpPr>
          <p:cNvPr id="9" name="object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086100" y="0"/>
            <a:ext cx="4058285" cy="5143500"/>
            <a:chOff x="5086100" y="0"/>
            <a:chExt cx="4058285" cy="5143500"/>
          </a:xfrm>
        </p:grpSpPr>
        <p:sp>
          <p:nvSpPr>
            <p:cNvPr id="10" name="object 10"/>
            <p:cNvSpPr/>
            <p:nvPr/>
          </p:nvSpPr>
          <p:spPr>
            <a:xfrm>
              <a:off x="5086100" y="0"/>
              <a:ext cx="4058285" cy="5143500"/>
            </a:xfrm>
            <a:custGeom>
              <a:avLst/>
              <a:gdLst/>
              <a:ahLst/>
              <a:cxnLst/>
              <a:rect l="l" t="t" r="r" b="b"/>
              <a:pathLst>
                <a:path w="4058284" h="5143500">
                  <a:moveTo>
                    <a:pt x="4057799" y="5143499"/>
                  </a:moveTo>
                  <a:lnTo>
                    <a:pt x="0" y="5143499"/>
                  </a:lnTo>
                  <a:lnTo>
                    <a:pt x="0" y="0"/>
                  </a:lnTo>
                  <a:lnTo>
                    <a:pt x="4057799" y="0"/>
                  </a:lnTo>
                  <a:lnTo>
                    <a:pt x="4057799" y="5143499"/>
                  </a:lnTo>
                  <a:close/>
                </a:path>
              </a:pathLst>
            </a:custGeom>
            <a:solidFill>
              <a:srgbClr val="F3F3F3"/>
            </a:solidFill>
          </p:spPr>
          <p:txBody>
            <a:bodyPr wrap="square" lIns="0" tIns="0" rIns="0" bIns="0" rtlCol="0"/>
            <a:lstStyle/>
            <a:p>
              <a:endParaRPr lang="en-GB" noProof="0" dirty="0"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81796" y="4732099"/>
              <a:ext cx="1070833" cy="35399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04650" y="2928275"/>
              <a:ext cx="2820699" cy="171610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336625" y="876275"/>
              <a:ext cx="3556748" cy="184555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9924" y="141188"/>
            <a:ext cx="240030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pc="-35" noProof="0" dirty="0"/>
              <a:t>Using</a:t>
            </a:r>
            <a:r>
              <a:rPr lang="en-GB" spc="-145" noProof="0" dirty="0"/>
              <a:t> </a:t>
            </a:r>
            <a:r>
              <a:rPr lang="en-GB" spc="-10" noProof="0" dirty="0"/>
              <a:t>Colours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9924" y="777458"/>
            <a:ext cx="4441825" cy="425259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99060">
              <a:lnSpc>
                <a:spcPct val="101000"/>
              </a:lnSpc>
              <a:spcBef>
                <a:spcPts val="85"/>
              </a:spcBef>
            </a:pPr>
            <a:r>
              <a:rPr lang="en-GB" sz="1300" noProof="0" dirty="0">
                <a:latin typeface="Arial"/>
                <a:cs typeface="Arial"/>
              </a:rPr>
              <a:t>How</a:t>
            </a:r>
            <a:r>
              <a:rPr lang="en-GB" sz="1300" spc="-80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we</a:t>
            </a:r>
            <a:r>
              <a:rPr lang="en-GB" sz="1300" spc="-75" noProof="0" dirty="0">
                <a:latin typeface="Arial"/>
                <a:cs typeface="Arial"/>
              </a:rPr>
              <a:t> </a:t>
            </a:r>
            <a:r>
              <a:rPr lang="en-GB" sz="1300" spc="-55" noProof="0" dirty="0">
                <a:latin typeface="Arial"/>
                <a:cs typeface="Arial"/>
              </a:rPr>
              <a:t>use</a:t>
            </a:r>
            <a:r>
              <a:rPr lang="en-GB" sz="1300" spc="-75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our</a:t>
            </a:r>
            <a:r>
              <a:rPr lang="en-GB" sz="1300" spc="-75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colours</a:t>
            </a:r>
            <a:r>
              <a:rPr lang="en-GB" sz="1300" spc="-75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in</a:t>
            </a:r>
            <a:r>
              <a:rPr lang="en-GB" sz="1300" spc="-75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our</a:t>
            </a:r>
            <a:r>
              <a:rPr lang="en-GB" sz="1300" spc="-75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interfaces</a:t>
            </a:r>
            <a:r>
              <a:rPr lang="en-GB" sz="1300" spc="-75" noProof="0" dirty="0">
                <a:latin typeface="Arial"/>
                <a:cs typeface="Arial"/>
              </a:rPr>
              <a:t> </a:t>
            </a:r>
            <a:r>
              <a:rPr lang="en-GB" sz="1300" spc="-50" noProof="0" dirty="0">
                <a:latin typeface="Arial"/>
                <a:cs typeface="Arial"/>
              </a:rPr>
              <a:t>can</a:t>
            </a:r>
            <a:r>
              <a:rPr lang="en-GB" sz="1300" spc="-75" noProof="0" dirty="0">
                <a:latin typeface="Arial"/>
                <a:cs typeface="Arial"/>
              </a:rPr>
              <a:t> </a:t>
            </a:r>
            <a:r>
              <a:rPr lang="en-GB" sz="1300" spc="-40" noProof="0" dirty="0">
                <a:latin typeface="Arial"/>
                <a:cs typeface="Arial"/>
              </a:rPr>
              <a:t>make</a:t>
            </a:r>
            <a:r>
              <a:rPr lang="en-GB" sz="1300" spc="-75" noProof="0" dirty="0">
                <a:latin typeface="Arial"/>
                <a:cs typeface="Arial"/>
              </a:rPr>
              <a:t> </a:t>
            </a:r>
            <a:r>
              <a:rPr lang="en-GB" sz="1300" spc="-50" noProof="0" dirty="0">
                <a:latin typeface="Arial"/>
                <a:cs typeface="Arial"/>
              </a:rPr>
              <a:t>a </a:t>
            </a:r>
            <a:r>
              <a:rPr lang="en-GB" sz="1300" noProof="0" dirty="0">
                <a:latin typeface="Arial"/>
                <a:cs typeface="Arial"/>
              </a:rPr>
              <a:t>signiﬁcant</a:t>
            </a:r>
            <a:r>
              <a:rPr lang="en-GB" sz="1300" spc="-70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impact</a:t>
            </a:r>
            <a:r>
              <a:rPr lang="en-GB" sz="1300" spc="-65" noProof="0" dirty="0">
                <a:latin typeface="Arial"/>
                <a:cs typeface="Arial"/>
              </a:rPr>
              <a:t> </a:t>
            </a:r>
            <a:r>
              <a:rPr lang="en-GB" sz="1300" spc="-10" noProof="0" dirty="0">
                <a:latin typeface="Arial"/>
                <a:cs typeface="Arial"/>
              </a:rPr>
              <a:t>on</a:t>
            </a:r>
            <a:r>
              <a:rPr lang="en-GB" sz="1300" spc="-70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the</a:t>
            </a:r>
            <a:r>
              <a:rPr lang="en-GB" sz="1300" spc="-65" noProof="0" dirty="0">
                <a:latin typeface="Arial"/>
                <a:cs typeface="Arial"/>
              </a:rPr>
              <a:t> </a:t>
            </a:r>
            <a:r>
              <a:rPr lang="en-GB" sz="1300" spc="-20" noProof="0" dirty="0">
                <a:latin typeface="Arial"/>
                <a:cs typeface="Arial"/>
              </a:rPr>
              <a:t>experience</a:t>
            </a:r>
            <a:r>
              <a:rPr lang="en-GB" sz="1300" spc="-65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of</a:t>
            </a:r>
            <a:r>
              <a:rPr lang="en-GB" sz="1300" spc="-70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our</a:t>
            </a:r>
            <a:r>
              <a:rPr lang="en-GB" sz="1300" spc="-65" noProof="0" dirty="0">
                <a:latin typeface="Arial"/>
                <a:cs typeface="Arial"/>
              </a:rPr>
              <a:t> </a:t>
            </a:r>
            <a:r>
              <a:rPr lang="en-GB" sz="1300" spc="-45" noProof="0" dirty="0">
                <a:latin typeface="Arial"/>
                <a:cs typeface="Arial"/>
              </a:rPr>
              <a:t>users.</a:t>
            </a:r>
            <a:r>
              <a:rPr lang="en-GB" sz="1300" spc="-65" noProof="0" dirty="0">
                <a:latin typeface="Arial"/>
                <a:cs typeface="Arial"/>
              </a:rPr>
              <a:t> </a:t>
            </a:r>
            <a:r>
              <a:rPr lang="en-GB" sz="1300" spc="-10" noProof="0" dirty="0">
                <a:latin typeface="Arial"/>
                <a:cs typeface="Arial"/>
              </a:rPr>
              <a:t>Using </a:t>
            </a:r>
            <a:r>
              <a:rPr lang="en-GB" sz="1300" noProof="0" dirty="0">
                <a:latin typeface="Arial"/>
                <a:cs typeface="Arial"/>
              </a:rPr>
              <a:t>colours</a:t>
            </a:r>
            <a:r>
              <a:rPr lang="en-GB" sz="1300" spc="-80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effectively</a:t>
            </a:r>
            <a:r>
              <a:rPr lang="en-GB" sz="1300" spc="-75" noProof="0" dirty="0">
                <a:latin typeface="Arial"/>
                <a:cs typeface="Arial"/>
              </a:rPr>
              <a:t> </a:t>
            </a:r>
            <a:r>
              <a:rPr lang="en-GB" sz="1300" spc="-30" noProof="0" dirty="0">
                <a:latin typeface="Arial"/>
                <a:cs typeface="Arial"/>
              </a:rPr>
              <a:t>and</a:t>
            </a:r>
            <a:r>
              <a:rPr lang="en-GB" sz="1300" spc="-75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in</a:t>
            </a:r>
            <a:r>
              <a:rPr lang="en-GB" sz="1300" spc="-75" noProof="0" dirty="0">
                <a:latin typeface="Arial"/>
                <a:cs typeface="Arial"/>
              </a:rPr>
              <a:t> a </a:t>
            </a:r>
            <a:r>
              <a:rPr lang="en-GB" sz="1300" noProof="0" dirty="0">
                <a:latin typeface="Arial"/>
                <a:cs typeface="Arial"/>
              </a:rPr>
              <a:t>consistent</a:t>
            </a:r>
            <a:r>
              <a:rPr lang="en-GB" sz="1300" spc="-80" noProof="0" dirty="0">
                <a:latin typeface="Arial"/>
                <a:cs typeface="Arial"/>
              </a:rPr>
              <a:t> </a:t>
            </a:r>
            <a:r>
              <a:rPr lang="en-GB" sz="1300" spc="-10" noProof="0" dirty="0">
                <a:latin typeface="Arial"/>
                <a:cs typeface="Arial"/>
              </a:rPr>
              <a:t>manner</a:t>
            </a:r>
            <a:r>
              <a:rPr lang="en-GB" sz="1300" spc="-75" noProof="0" dirty="0">
                <a:latin typeface="Arial"/>
                <a:cs typeface="Arial"/>
              </a:rPr>
              <a:t> </a:t>
            </a:r>
            <a:r>
              <a:rPr lang="en-GB" sz="1300" spc="-25" noProof="0" dirty="0">
                <a:latin typeface="Arial"/>
                <a:cs typeface="Arial"/>
              </a:rPr>
              <a:t>helps</a:t>
            </a:r>
            <a:r>
              <a:rPr lang="en-GB" sz="1300" spc="-75" noProof="0" dirty="0">
                <a:latin typeface="Arial"/>
                <a:cs typeface="Arial"/>
              </a:rPr>
              <a:t> </a:t>
            </a:r>
            <a:r>
              <a:rPr lang="en-GB" sz="1300" spc="-70" noProof="0" dirty="0">
                <a:latin typeface="Arial"/>
                <a:cs typeface="Arial"/>
              </a:rPr>
              <a:t>ease</a:t>
            </a:r>
            <a:r>
              <a:rPr lang="en-GB" sz="1300" spc="-75" noProof="0" dirty="0">
                <a:latin typeface="Arial"/>
                <a:cs typeface="Arial"/>
              </a:rPr>
              <a:t> </a:t>
            </a:r>
            <a:r>
              <a:rPr lang="en-GB" sz="1300" spc="-25" noProof="0" dirty="0">
                <a:latin typeface="Arial"/>
                <a:cs typeface="Arial"/>
              </a:rPr>
              <a:t>the </a:t>
            </a:r>
            <a:r>
              <a:rPr lang="en-GB" sz="1300" spc="-20" noProof="0" dirty="0">
                <a:latin typeface="Arial"/>
                <a:cs typeface="Arial"/>
              </a:rPr>
              <a:t>user</a:t>
            </a:r>
            <a:r>
              <a:rPr lang="en-GB" sz="1300" spc="-25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into</a:t>
            </a:r>
            <a:r>
              <a:rPr lang="en-GB" sz="1300" spc="-20" noProof="0" dirty="0">
                <a:latin typeface="Arial"/>
                <a:cs typeface="Arial"/>
              </a:rPr>
              <a:t> </a:t>
            </a:r>
            <a:r>
              <a:rPr lang="en-GB" sz="1300" spc="-75" noProof="0" dirty="0">
                <a:latin typeface="Arial"/>
                <a:cs typeface="Arial"/>
              </a:rPr>
              <a:t>a</a:t>
            </a:r>
            <a:r>
              <a:rPr lang="en-GB" sz="1300" spc="-20" noProof="0" dirty="0">
                <a:latin typeface="Arial"/>
                <a:cs typeface="Arial"/>
              </a:rPr>
              <a:t> </a:t>
            </a:r>
            <a:r>
              <a:rPr lang="en-GB" sz="1300" spc="-65" noProof="0" dirty="0">
                <a:latin typeface="Arial"/>
                <a:cs typeface="Arial"/>
              </a:rPr>
              <a:t>sense</a:t>
            </a:r>
            <a:r>
              <a:rPr lang="en-GB" sz="1300" spc="-20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of</a:t>
            </a:r>
            <a:r>
              <a:rPr lang="en-GB" sz="1300" spc="-20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familiarity</a:t>
            </a:r>
            <a:r>
              <a:rPr lang="en-GB" sz="1300" spc="-20" noProof="0" dirty="0">
                <a:latin typeface="Arial"/>
                <a:cs typeface="Arial"/>
              </a:rPr>
              <a:t> </a:t>
            </a:r>
            <a:r>
              <a:rPr lang="en-GB" sz="1300" spc="-30" noProof="0" dirty="0">
                <a:latin typeface="Arial"/>
                <a:cs typeface="Arial"/>
              </a:rPr>
              <a:t>and</a:t>
            </a:r>
            <a:r>
              <a:rPr lang="en-GB" sz="1300" spc="-20" noProof="0" dirty="0">
                <a:latin typeface="Arial"/>
                <a:cs typeface="Arial"/>
              </a:rPr>
              <a:t> </a:t>
            </a:r>
            <a:r>
              <a:rPr lang="en-GB" sz="1300" spc="-10" noProof="0" dirty="0">
                <a:latin typeface="Arial"/>
                <a:cs typeface="Arial"/>
              </a:rPr>
              <a:t>comfort.</a:t>
            </a:r>
            <a:endParaRPr lang="en-GB" sz="1300" noProof="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lang="en-GB" sz="1350" noProof="0" dirty="0">
              <a:latin typeface="Arial"/>
              <a:cs typeface="Arial"/>
            </a:endParaRPr>
          </a:p>
          <a:p>
            <a:pPr marL="12700">
              <a:lnSpc>
                <a:spcPts val="1664"/>
              </a:lnSpc>
            </a:pPr>
            <a:r>
              <a:rPr lang="en-GB" sz="1400" b="1" spc="-50" noProof="0" dirty="0">
                <a:latin typeface="Arial"/>
                <a:cs typeface="Arial"/>
              </a:rPr>
              <a:t>Visual</a:t>
            </a:r>
            <a:r>
              <a:rPr lang="en-GB" sz="1400" b="1" spc="-70" noProof="0" dirty="0">
                <a:latin typeface="Arial"/>
                <a:cs typeface="Arial"/>
              </a:rPr>
              <a:t> </a:t>
            </a:r>
            <a:r>
              <a:rPr lang="en-GB" sz="1400" b="1" spc="-10" noProof="0" dirty="0">
                <a:latin typeface="Arial"/>
                <a:cs typeface="Arial"/>
              </a:rPr>
              <a:t>Hierarchy</a:t>
            </a:r>
            <a:endParaRPr lang="en-GB" sz="1400" noProof="0" dirty="0">
              <a:latin typeface="Arial"/>
              <a:cs typeface="Arial"/>
            </a:endParaRPr>
          </a:p>
          <a:p>
            <a:pPr marL="12700" marR="5080">
              <a:lnSpc>
                <a:spcPts val="1580"/>
              </a:lnSpc>
              <a:spcBef>
                <a:spcPts val="25"/>
              </a:spcBef>
            </a:pPr>
            <a:r>
              <a:rPr lang="en-GB" sz="1300" noProof="0" dirty="0">
                <a:latin typeface="Arial"/>
                <a:cs typeface="Arial"/>
              </a:rPr>
              <a:t>A</a:t>
            </a:r>
            <a:r>
              <a:rPr lang="en-GB" sz="1300" spc="-70" noProof="0" dirty="0">
                <a:latin typeface="Arial"/>
                <a:cs typeface="Arial"/>
              </a:rPr>
              <a:t> </a:t>
            </a:r>
            <a:r>
              <a:rPr lang="en-GB" sz="1300" spc="-30" noProof="0" dirty="0">
                <a:latin typeface="Arial"/>
                <a:cs typeface="Arial"/>
              </a:rPr>
              <a:t>key</a:t>
            </a:r>
            <a:r>
              <a:rPr lang="en-GB" sz="1300" spc="-70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part</a:t>
            </a:r>
            <a:r>
              <a:rPr lang="en-GB" sz="1300" spc="-70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of</a:t>
            </a:r>
            <a:r>
              <a:rPr lang="en-GB" sz="1300" spc="-70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colour</a:t>
            </a:r>
            <a:r>
              <a:rPr lang="en-GB" sz="1300" spc="-70" noProof="0" dirty="0">
                <a:latin typeface="Arial"/>
                <a:cs typeface="Arial"/>
              </a:rPr>
              <a:t> </a:t>
            </a:r>
            <a:r>
              <a:rPr lang="en-GB" sz="1300" spc="-55" noProof="0" dirty="0">
                <a:latin typeface="Arial"/>
                <a:cs typeface="Arial"/>
              </a:rPr>
              <a:t>use</a:t>
            </a:r>
            <a:r>
              <a:rPr lang="en-GB" sz="1300" spc="-70" noProof="0" dirty="0">
                <a:latin typeface="Arial"/>
                <a:cs typeface="Arial"/>
              </a:rPr>
              <a:t> </a:t>
            </a:r>
            <a:r>
              <a:rPr lang="en-GB" sz="1300" spc="-30" noProof="0" dirty="0">
                <a:latin typeface="Arial"/>
                <a:cs typeface="Arial"/>
              </a:rPr>
              <a:t>is</a:t>
            </a:r>
            <a:r>
              <a:rPr lang="en-GB" sz="1300" spc="-65" noProof="0" dirty="0">
                <a:latin typeface="Arial"/>
                <a:cs typeface="Arial"/>
              </a:rPr>
              <a:t> </a:t>
            </a:r>
            <a:r>
              <a:rPr lang="en-GB" sz="1300" spc="-10" noProof="0" dirty="0">
                <a:latin typeface="Arial"/>
                <a:cs typeface="Arial"/>
              </a:rPr>
              <a:t>helping</a:t>
            </a:r>
            <a:r>
              <a:rPr lang="en-GB" sz="1300" spc="-70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deﬁne</a:t>
            </a:r>
            <a:r>
              <a:rPr lang="en-GB" sz="1300" spc="-70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our</a:t>
            </a:r>
            <a:r>
              <a:rPr lang="en-GB" sz="1300" spc="-70" noProof="0" dirty="0">
                <a:latin typeface="Arial"/>
                <a:cs typeface="Arial"/>
              </a:rPr>
              <a:t> </a:t>
            </a:r>
            <a:r>
              <a:rPr lang="en-GB" sz="1300" spc="-20" noProof="0" dirty="0">
                <a:latin typeface="Arial"/>
                <a:cs typeface="Arial"/>
              </a:rPr>
              <a:t>visual</a:t>
            </a:r>
            <a:r>
              <a:rPr lang="en-GB" sz="1300" spc="-70" noProof="0" dirty="0">
                <a:latin typeface="Arial"/>
                <a:cs typeface="Arial"/>
              </a:rPr>
              <a:t> </a:t>
            </a:r>
            <a:r>
              <a:rPr lang="en-GB" sz="1300" spc="-10" noProof="0" dirty="0">
                <a:latin typeface="Arial"/>
                <a:cs typeface="Arial"/>
              </a:rPr>
              <a:t>hierarchy, </a:t>
            </a:r>
            <a:r>
              <a:rPr lang="en-GB" sz="1300" noProof="0" dirty="0">
                <a:latin typeface="Arial"/>
                <a:cs typeface="Arial"/>
              </a:rPr>
              <a:t>this</a:t>
            </a:r>
            <a:r>
              <a:rPr lang="en-GB" sz="1300" spc="-50" noProof="0" dirty="0">
                <a:latin typeface="Arial"/>
                <a:cs typeface="Arial"/>
              </a:rPr>
              <a:t> </a:t>
            </a:r>
            <a:r>
              <a:rPr lang="en-GB" sz="1300" spc="-30" noProof="0" dirty="0">
                <a:latin typeface="Arial"/>
                <a:cs typeface="Arial"/>
              </a:rPr>
              <a:t>is</a:t>
            </a:r>
            <a:r>
              <a:rPr lang="en-GB" sz="1300" spc="-50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often</a:t>
            </a:r>
            <a:r>
              <a:rPr lang="en-GB" sz="1300" spc="-50" noProof="0" dirty="0">
                <a:latin typeface="Arial"/>
                <a:cs typeface="Arial"/>
              </a:rPr>
              <a:t> </a:t>
            </a:r>
            <a:r>
              <a:rPr lang="en-GB" sz="1300" spc="-10" noProof="0" dirty="0">
                <a:latin typeface="Arial"/>
                <a:cs typeface="Arial"/>
              </a:rPr>
              <a:t>combined</a:t>
            </a:r>
            <a:r>
              <a:rPr lang="en-GB" sz="1300" spc="-50" noProof="0" dirty="0">
                <a:latin typeface="Arial"/>
                <a:cs typeface="Arial"/>
              </a:rPr>
              <a:t> </a:t>
            </a:r>
            <a:r>
              <a:rPr lang="en-GB" sz="1300" spc="50" noProof="0" dirty="0">
                <a:latin typeface="Arial"/>
                <a:cs typeface="Arial"/>
              </a:rPr>
              <a:t>with</a:t>
            </a:r>
            <a:r>
              <a:rPr lang="en-GB" sz="1300" spc="-50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our</a:t>
            </a:r>
            <a:r>
              <a:rPr lang="en-GB" sz="1300" spc="-50" noProof="0" dirty="0">
                <a:latin typeface="Arial"/>
                <a:cs typeface="Arial"/>
              </a:rPr>
              <a:t> </a:t>
            </a:r>
            <a:r>
              <a:rPr lang="en-GB" sz="1300" spc="-10" noProof="0" dirty="0">
                <a:latin typeface="Arial"/>
                <a:cs typeface="Arial"/>
              </a:rPr>
              <a:t>techniques</a:t>
            </a:r>
            <a:r>
              <a:rPr lang="en-GB" sz="1300" spc="-50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but</a:t>
            </a:r>
            <a:r>
              <a:rPr lang="en-GB" sz="1300" spc="-50" noProof="0" dirty="0">
                <a:latin typeface="Arial"/>
                <a:cs typeface="Arial"/>
              </a:rPr>
              <a:t> </a:t>
            </a:r>
            <a:r>
              <a:rPr lang="en-GB" sz="1300" spc="-20" noProof="0" dirty="0">
                <a:latin typeface="Arial"/>
                <a:cs typeface="Arial"/>
              </a:rPr>
              <a:t>ensuring</a:t>
            </a:r>
            <a:r>
              <a:rPr lang="en-GB" sz="1300" spc="-50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this</a:t>
            </a:r>
            <a:r>
              <a:rPr lang="en-GB" sz="1300" spc="-50" noProof="0" dirty="0">
                <a:latin typeface="Arial"/>
                <a:cs typeface="Arial"/>
              </a:rPr>
              <a:t> </a:t>
            </a:r>
            <a:r>
              <a:rPr lang="en-GB" sz="1300" spc="-25" noProof="0" dirty="0">
                <a:latin typeface="Arial"/>
                <a:cs typeface="Arial"/>
              </a:rPr>
              <a:t>is </a:t>
            </a:r>
            <a:r>
              <a:rPr lang="en-GB" sz="1300" noProof="0" dirty="0">
                <a:latin typeface="Arial"/>
                <a:cs typeface="Arial"/>
              </a:rPr>
              <a:t>consistent</a:t>
            </a:r>
            <a:r>
              <a:rPr lang="en-GB" sz="1300" spc="-55" noProof="0" dirty="0">
                <a:latin typeface="Arial"/>
                <a:cs typeface="Arial"/>
              </a:rPr>
              <a:t> </a:t>
            </a:r>
            <a:r>
              <a:rPr lang="en-GB" sz="1300" spc="-30" noProof="0" dirty="0">
                <a:latin typeface="Arial"/>
                <a:cs typeface="Arial"/>
              </a:rPr>
              <a:t>is</a:t>
            </a:r>
            <a:r>
              <a:rPr lang="en-GB" sz="1300" spc="-55" noProof="0" dirty="0">
                <a:latin typeface="Arial"/>
                <a:cs typeface="Arial"/>
              </a:rPr>
              <a:t> </a:t>
            </a:r>
            <a:r>
              <a:rPr lang="en-GB" sz="1300" spc="-30" noProof="0" dirty="0">
                <a:latin typeface="Arial"/>
                <a:cs typeface="Arial"/>
              </a:rPr>
              <a:t>key</a:t>
            </a:r>
            <a:r>
              <a:rPr lang="en-GB" sz="1300" spc="-55" noProof="0" dirty="0">
                <a:latin typeface="Arial"/>
                <a:cs typeface="Arial"/>
              </a:rPr>
              <a:t> </a:t>
            </a:r>
            <a:r>
              <a:rPr lang="en-GB" sz="1300" spc="55" noProof="0" dirty="0">
                <a:latin typeface="Arial"/>
                <a:cs typeface="Arial"/>
              </a:rPr>
              <a:t>to</a:t>
            </a:r>
            <a:r>
              <a:rPr lang="en-GB" sz="1300" spc="-50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building</a:t>
            </a:r>
            <a:r>
              <a:rPr lang="en-GB" sz="1300" spc="-55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familiarity</a:t>
            </a:r>
            <a:r>
              <a:rPr lang="en-GB" sz="1300" spc="-55" noProof="0" dirty="0">
                <a:latin typeface="Arial"/>
                <a:cs typeface="Arial"/>
              </a:rPr>
              <a:t> </a:t>
            </a:r>
            <a:r>
              <a:rPr lang="en-GB" sz="1300" spc="55" noProof="0" dirty="0">
                <a:latin typeface="Arial"/>
                <a:cs typeface="Arial"/>
              </a:rPr>
              <a:t>for</a:t>
            </a:r>
            <a:r>
              <a:rPr lang="en-GB" sz="1300" spc="-50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your</a:t>
            </a:r>
            <a:r>
              <a:rPr lang="en-GB" sz="1300" spc="-55" noProof="0" dirty="0">
                <a:latin typeface="Arial"/>
                <a:cs typeface="Arial"/>
              </a:rPr>
              <a:t> </a:t>
            </a:r>
            <a:r>
              <a:rPr lang="en-GB" sz="1300" spc="-10" noProof="0" dirty="0">
                <a:latin typeface="Arial"/>
                <a:cs typeface="Arial"/>
              </a:rPr>
              <a:t>users.</a:t>
            </a:r>
            <a:endParaRPr lang="en-GB" sz="1300" noProof="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lang="en-GB" sz="1300" noProof="0" dirty="0">
              <a:latin typeface="Arial"/>
              <a:cs typeface="Arial"/>
            </a:endParaRPr>
          </a:p>
          <a:p>
            <a:pPr marL="12700">
              <a:lnSpc>
                <a:spcPts val="1664"/>
              </a:lnSpc>
            </a:pPr>
            <a:r>
              <a:rPr lang="en-GB" sz="1400" b="1" spc="-25" noProof="0" dirty="0">
                <a:latin typeface="Arial"/>
                <a:cs typeface="Arial"/>
              </a:rPr>
              <a:t>Interactive</a:t>
            </a:r>
            <a:r>
              <a:rPr lang="en-GB" sz="1400" b="1" spc="-35" noProof="0" dirty="0">
                <a:latin typeface="Arial"/>
                <a:cs typeface="Arial"/>
              </a:rPr>
              <a:t> </a:t>
            </a:r>
            <a:r>
              <a:rPr lang="en-GB" sz="1400" b="1" spc="-10" noProof="0" dirty="0">
                <a:latin typeface="Arial"/>
                <a:cs typeface="Arial"/>
              </a:rPr>
              <a:t>Elements</a:t>
            </a:r>
            <a:endParaRPr lang="en-GB" sz="1400" noProof="0" dirty="0">
              <a:latin typeface="Arial"/>
              <a:cs typeface="Arial"/>
            </a:endParaRPr>
          </a:p>
          <a:p>
            <a:pPr marL="12700" marR="157480">
              <a:lnSpc>
                <a:spcPts val="1580"/>
              </a:lnSpc>
              <a:spcBef>
                <a:spcPts val="25"/>
              </a:spcBef>
            </a:pPr>
            <a:r>
              <a:rPr lang="en-GB" sz="1300" noProof="0" dirty="0">
                <a:latin typeface="Arial"/>
                <a:cs typeface="Arial"/>
              </a:rPr>
              <a:t>Colours</a:t>
            </a:r>
            <a:r>
              <a:rPr lang="en-GB" sz="1300" spc="-50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often</a:t>
            </a:r>
            <a:r>
              <a:rPr lang="en-GB" sz="1300" spc="-50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form</a:t>
            </a:r>
            <a:r>
              <a:rPr lang="en-GB" sz="1300" spc="-45" noProof="0" dirty="0">
                <a:latin typeface="Arial"/>
                <a:cs typeface="Arial"/>
              </a:rPr>
              <a:t> </a:t>
            </a:r>
            <a:r>
              <a:rPr lang="en-GB" sz="1300" spc="-75" noProof="0" dirty="0">
                <a:latin typeface="Arial"/>
                <a:cs typeface="Arial"/>
              </a:rPr>
              <a:t>a</a:t>
            </a:r>
            <a:r>
              <a:rPr lang="en-GB" sz="1300" spc="-50" noProof="0" dirty="0">
                <a:latin typeface="Arial"/>
                <a:cs typeface="Arial"/>
              </a:rPr>
              <a:t> </a:t>
            </a:r>
            <a:r>
              <a:rPr lang="en-GB" sz="1300" spc="-30" noProof="0" dirty="0">
                <a:latin typeface="Arial"/>
                <a:cs typeface="Arial"/>
              </a:rPr>
              <a:t>key</a:t>
            </a:r>
            <a:r>
              <a:rPr lang="en-GB" sz="1300" spc="-45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part</a:t>
            </a:r>
            <a:r>
              <a:rPr lang="en-GB" sz="1300" spc="-50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of</a:t>
            </a:r>
            <a:r>
              <a:rPr lang="en-GB" sz="1300" spc="-45" noProof="0" dirty="0">
                <a:latin typeface="Arial"/>
                <a:cs typeface="Arial"/>
              </a:rPr>
              <a:t> </a:t>
            </a:r>
            <a:r>
              <a:rPr lang="en-GB" sz="1300" spc="-35" noProof="0" dirty="0">
                <a:latin typeface="Arial"/>
                <a:cs typeface="Arial"/>
              </a:rPr>
              <a:t>users</a:t>
            </a:r>
            <a:r>
              <a:rPr lang="en-GB" sz="1300" spc="-50" noProof="0" dirty="0">
                <a:latin typeface="Arial"/>
                <a:cs typeface="Arial"/>
              </a:rPr>
              <a:t> </a:t>
            </a:r>
            <a:r>
              <a:rPr lang="en-GB" sz="1300" spc="-35" noProof="0" dirty="0">
                <a:latin typeface="Arial"/>
                <a:cs typeface="Arial"/>
              </a:rPr>
              <a:t>process</a:t>
            </a:r>
            <a:r>
              <a:rPr lang="en-GB" sz="1300" spc="-50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in</a:t>
            </a:r>
            <a:r>
              <a:rPr lang="en-GB" sz="1300" spc="-45" noProof="0" dirty="0">
                <a:latin typeface="Arial"/>
                <a:cs typeface="Arial"/>
              </a:rPr>
              <a:t> </a:t>
            </a:r>
            <a:r>
              <a:rPr lang="en-GB" sz="1300" spc="-10" noProof="0" dirty="0">
                <a:latin typeface="Arial"/>
                <a:cs typeface="Arial"/>
              </a:rPr>
              <a:t>identifying </a:t>
            </a:r>
            <a:r>
              <a:rPr lang="en-GB" sz="1300" noProof="0" dirty="0">
                <a:latin typeface="Arial"/>
                <a:cs typeface="Arial"/>
              </a:rPr>
              <a:t>interactive</a:t>
            </a:r>
            <a:r>
              <a:rPr lang="en-GB" sz="1300" spc="-60" noProof="0" dirty="0">
                <a:latin typeface="Arial"/>
                <a:cs typeface="Arial"/>
              </a:rPr>
              <a:t> </a:t>
            </a:r>
            <a:r>
              <a:rPr lang="en-GB" sz="1300" spc="-25" noProof="0" dirty="0">
                <a:latin typeface="Arial"/>
                <a:cs typeface="Arial"/>
              </a:rPr>
              <a:t>elements,</a:t>
            </a:r>
            <a:r>
              <a:rPr lang="en-GB" sz="1300" spc="-55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this</a:t>
            </a:r>
            <a:r>
              <a:rPr lang="en-GB" sz="1300" spc="-55" noProof="0" dirty="0">
                <a:latin typeface="Arial"/>
                <a:cs typeface="Arial"/>
              </a:rPr>
              <a:t> </a:t>
            </a:r>
            <a:r>
              <a:rPr lang="en-GB" sz="1300" spc="-30" noProof="0" dirty="0">
                <a:latin typeface="Arial"/>
                <a:cs typeface="Arial"/>
              </a:rPr>
              <a:t>is</a:t>
            </a:r>
            <a:r>
              <a:rPr lang="en-GB" sz="1300" spc="-55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why</a:t>
            </a:r>
            <a:r>
              <a:rPr lang="en-GB" sz="1300" spc="-60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it’s</a:t>
            </a:r>
            <a:r>
              <a:rPr lang="en-GB" sz="1300" spc="-55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very</a:t>
            </a:r>
            <a:r>
              <a:rPr lang="en-GB" sz="1300" spc="-55" noProof="0" dirty="0">
                <a:latin typeface="Arial"/>
                <a:cs typeface="Arial"/>
              </a:rPr>
              <a:t> </a:t>
            </a:r>
            <a:r>
              <a:rPr lang="en-GB" sz="1300" spc="-25" noProof="0" dirty="0">
                <a:latin typeface="Arial"/>
                <a:cs typeface="Arial"/>
              </a:rPr>
              <a:t>common</a:t>
            </a:r>
            <a:r>
              <a:rPr lang="en-GB" sz="1300" spc="-55" noProof="0" dirty="0">
                <a:latin typeface="Arial"/>
                <a:cs typeface="Arial"/>
              </a:rPr>
              <a:t> </a:t>
            </a:r>
            <a:r>
              <a:rPr lang="en-GB" sz="1300" spc="55" noProof="0" dirty="0">
                <a:latin typeface="Arial"/>
                <a:cs typeface="Arial"/>
              </a:rPr>
              <a:t>to</a:t>
            </a:r>
            <a:r>
              <a:rPr lang="en-GB" sz="1300" spc="-55" noProof="0" dirty="0">
                <a:latin typeface="Arial"/>
                <a:cs typeface="Arial"/>
              </a:rPr>
              <a:t> </a:t>
            </a:r>
            <a:r>
              <a:rPr lang="en-GB" sz="1300" spc="-25" noProof="0" dirty="0">
                <a:latin typeface="Arial"/>
                <a:cs typeface="Arial"/>
              </a:rPr>
              <a:t>see </a:t>
            </a:r>
            <a:r>
              <a:rPr lang="en-GB" sz="1300" noProof="0" dirty="0">
                <a:latin typeface="Arial"/>
                <a:cs typeface="Arial"/>
              </a:rPr>
              <a:t>website</a:t>
            </a:r>
            <a:r>
              <a:rPr lang="en-GB" sz="1300" spc="-45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buttons</a:t>
            </a:r>
            <a:r>
              <a:rPr lang="en-GB" sz="1300" spc="-40" noProof="0" dirty="0">
                <a:latin typeface="Arial"/>
                <a:cs typeface="Arial"/>
              </a:rPr>
              <a:t> </a:t>
            </a:r>
            <a:r>
              <a:rPr lang="en-GB" sz="1300" spc="-30" noProof="0" dirty="0">
                <a:latin typeface="Arial"/>
                <a:cs typeface="Arial"/>
              </a:rPr>
              <a:t>and</a:t>
            </a:r>
            <a:r>
              <a:rPr lang="en-GB" sz="1300" spc="-40" noProof="0" dirty="0">
                <a:latin typeface="Arial"/>
                <a:cs typeface="Arial"/>
              </a:rPr>
              <a:t> </a:t>
            </a:r>
            <a:r>
              <a:rPr lang="en-GB" sz="1300" spc="-25" noProof="0" dirty="0">
                <a:latin typeface="Arial"/>
                <a:cs typeface="Arial"/>
              </a:rPr>
              <a:t>anchors</a:t>
            </a:r>
            <a:r>
              <a:rPr lang="en-GB" sz="1300" spc="-45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broken</a:t>
            </a:r>
            <a:r>
              <a:rPr lang="en-GB" sz="1300" spc="-40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into</a:t>
            </a:r>
            <a:r>
              <a:rPr lang="en-GB" sz="1300" spc="-40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three</a:t>
            </a:r>
            <a:r>
              <a:rPr lang="en-GB" sz="1300" spc="-45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colour</a:t>
            </a:r>
            <a:r>
              <a:rPr lang="en-GB" sz="1300" spc="-40" noProof="0" dirty="0">
                <a:latin typeface="Arial"/>
                <a:cs typeface="Arial"/>
              </a:rPr>
              <a:t> </a:t>
            </a:r>
            <a:r>
              <a:rPr lang="en-GB" sz="1300" spc="-10" noProof="0" dirty="0">
                <a:latin typeface="Arial"/>
                <a:cs typeface="Arial"/>
              </a:rPr>
              <a:t>tiers.</a:t>
            </a:r>
            <a:endParaRPr lang="en-GB" sz="1300" noProof="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lang="en-GB" sz="1300" noProof="0" dirty="0">
              <a:latin typeface="Arial"/>
              <a:cs typeface="Arial"/>
            </a:endParaRPr>
          </a:p>
          <a:p>
            <a:pPr marL="12700">
              <a:lnSpc>
                <a:spcPts val="1664"/>
              </a:lnSpc>
              <a:spcBef>
                <a:spcPts val="5"/>
              </a:spcBef>
            </a:pPr>
            <a:r>
              <a:rPr lang="en-GB" sz="1400" b="1" spc="-55" noProof="0" dirty="0">
                <a:latin typeface="Arial"/>
                <a:cs typeface="Arial"/>
              </a:rPr>
              <a:t>Colour</a:t>
            </a:r>
            <a:r>
              <a:rPr lang="en-GB" sz="1400" b="1" spc="-90" noProof="0" dirty="0">
                <a:latin typeface="Arial"/>
                <a:cs typeface="Arial"/>
              </a:rPr>
              <a:t> </a:t>
            </a:r>
            <a:r>
              <a:rPr lang="en-GB" sz="1400" b="1" spc="-10" noProof="0" dirty="0">
                <a:latin typeface="Arial"/>
                <a:cs typeface="Arial"/>
              </a:rPr>
              <a:t>Expectations</a:t>
            </a:r>
            <a:endParaRPr lang="en-GB" sz="1400" noProof="0" dirty="0">
              <a:latin typeface="Arial"/>
              <a:cs typeface="Arial"/>
            </a:endParaRPr>
          </a:p>
          <a:p>
            <a:pPr marL="12700" marR="222250">
              <a:lnSpc>
                <a:spcPts val="1580"/>
              </a:lnSpc>
              <a:spcBef>
                <a:spcPts val="20"/>
              </a:spcBef>
            </a:pPr>
            <a:r>
              <a:rPr lang="en-GB" sz="1300" spc="-35" noProof="0" dirty="0">
                <a:latin typeface="Arial"/>
                <a:cs typeface="Arial"/>
              </a:rPr>
              <a:t>Sometimes</a:t>
            </a:r>
            <a:r>
              <a:rPr lang="en-GB" sz="1300" spc="-50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it’s</a:t>
            </a:r>
            <a:r>
              <a:rPr lang="en-GB" sz="1300" spc="-50" noProof="0" dirty="0">
                <a:latin typeface="Arial"/>
                <a:cs typeface="Arial"/>
              </a:rPr>
              <a:t> </a:t>
            </a:r>
            <a:r>
              <a:rPr lang="en-GB" sz="1300" spc="-35" noProof="0" dirty="0">
                <a:latin typeface="Arial"/>
                <a:cs typeface="Arial"/>
              </a:rPr>
              <a:t>also</a:t>
            </a:r>
            <a:r>
              <a:rPr lang="en-GB" sz="1300" spc="-45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important</a:t>
            </a:r>
            <a:r>
              <a:rPr lang="en-GB" sz="1300" spc="-50" noProof="0" dirty="0">
                <a:latin typeface="Arial"/>
                <a:cs typeface="Arial"/>
              </a:rPr>
              <a:t> </a:t>
            </a:r>
            <a:r>
              <a:rPr lang="en-GB" sz="1300" spc="55" noProof="0" dirty="0">
                <a:latin typeface="Arial"/>
                <a:cs typeface="Arial"/>
              </a:rPr>
              <a:t>to</a:t>
            </a:r>
            <a:r>
              <a:rPr lang="en-GB" sz="1300" spc="-45" noProof="0" dirty="0">
                <a:latin typeface="Arial"/>
                <a:cs typeface="Arial"/>
              </a:rPr>
              <a:t> </a:t>
            </a:r>
            <a:r>
              <a:rPr lang="en-GB" sz="1300" spc="-10" noProof="0" dirty="0">
                <a:latin typeface="Arial"/>
                <a:cs typeface="Arial"/>
              </a:rPr>
              <a:t>respect</a:t>
            </a:r>
            <a:r>
              <a:rPr lang="en-GB" sz="1300" spc="-50" noProof="0" dirty="0">
                <a:latin typeface="Arial"/>
                <a:cs typeface="Arial"/>
              </a:rPr>
              <a:t> </a:t>
            </a:r>
            <a:r>
              <a:rPr lang="en-GB" sz="1300" spc="-30" noProof="0" dirty="0">
                <a:latin typeface="Arial"/>
                <a:cs typeface="Arial"/>
              </a:rPr>
              <a:t>and</a:t>
            </a:r>
            <a:r>
              <a:rPr lang="en-GB" sz="1300" spc="-45" noProof="0" dirty="0">
                <a:latin typeface="Arial"/>
                <a:cs typeface="Arial"/>
              </a:rPr>
              <a:t> </a:t>
            </a:r>
            <a:r>
              <a:rPr lang="en-GB" sz="1300" spc="-10" noProof="0" dirty="0">
                <a:latin typeface="Arial"/>
                <a:cs typeface="Arial"/>
              </a:rPr>
              <a:t>recognise </a:t>
            </a:r>
            <a:r>
              <a:rPr lang="en-GB" sz="1300" spc="-20" noProof="0" dirty="0">
                <a:latin typeface="Arial"/>
                <a:cs typeface="Arial"/>
              </a:rPr>
              <a:t>consistency</a:t>
            </a:r>
            <a:r>
              <a:rPr lang="en-GB" sz="1300" spc="-60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outside</a:t>
            </a:r>
            <a:r>
              <a:rPr lang="en-GB" sz="1300" spc="-55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of</a:t>
            </a:r>
            <a:r>
              <a:rPr lang="en-GB" sz="1300" spc="-60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our</a:t>
            </a:r>
            <a:r>
              <a:rPr lang="en-GB" sz="1300" spc="-55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own</a:t>
            </a:r>
            <a:r>
              <a:rPr lang="en-GB" sz="1300" spc="-55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colour</a:t>
            </a:r>
            <a:r>
              <a:rPr lang="en-GB" sz="1300" spc="-60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palette.</a:t>
            </a:r>
            <a:r>
              <a:rPr lang="en-GB" sz="1300" spc="-55" noProof="0" dirty="0">
                <a:latin typeface="Arial"/>
                <a:cs typeface="Arial"/>
              </a:rPr>
              <a:t> </a:t>
            </a:r>
            <a:r>
              <a:rPr lang="en-GB" sz="1300" spc="-25" noProof="0" dirty="0">
                <a:latin typeface="Arial"/>
                <a:cs typeface="Arial"/>
              </a:rPr>
              <a:t>This</a:t>
            </a:r>
            <a:r>
              <a:rPr lang="en-GB" sz="1300" spc="-60" noProof="0" dirty="0">
                <a:latin typeface="Arial"/>
                <a:cs typeface="Arial"/>
              </a:rPr>
              <a:t> </a:t>
            </a:r>
            <a:r>
              <a:rPr lang="en-GB" sz="1300" spc="-25" noProof="0" dirty="0">
                <a:latin typeface="Arial"/>
                <a:cs typeface="Arial"/>
              </a:rPr>
              <a:t>is </a:t>
            </a:r>
            <a:r>
              <a:rPr lang="en-GB" sz="1300" noProof="0" dirty="0">
                <a:latin typeface="Arial"/>
                <a:cs typeface="Arial"/>
              </a:rPr>
              <a:t>particularly</a:t>
            </a:r>
            <a:r>
              <a:rPr lang="en-GB" sz="1300" spc="-50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true</a:t>
            </a:r>
            <a:r>
              <a:rPr lang="en-GB" sz="1300" spc="-45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when</a:t>
            </a:r>
            <a:r>
              <a:rPr lang="en-GB" sz="1300" spc="-45" noProof="0" dirty="0">
                <a:latin typeface="Arial"/>
                <a:cs typeface="Arial"/>
              </a:rPr>
              <a:t> </a:t>
            </a:r>
            <a:r>
              <a:rPr lang="en-GB" sz="1300" spc="80" noProof="0" dirty="0">
                <a:latin typeface="Arial"/>
                <a:cs typeface="Arial"/>
              </a:rPr>
              <a:t>it</a:t>
            </a:r>
            <a:r>
              <a:rPr lang="en-GB" sz="1300" spc="-50" noProof="0" dirty="0">
                <a:latin typeface="Arial"/>
                <a:cs typeface="Arial"/>
              </a:rPr>
              <a:t> </a:t>
            </a:r>
            <a:r>
              <a:rPr lang="en-GB" sz="1300" spc="-45" noProof="0" dirty="0">
                <a:latin typeface="Arial"/>
                <a:cs typeface="Arial"/>
              </a:rPr>
              <a:t>comes </a:t>
            </a:r>
            <a:r>
              <a:rPr lang="en-GB" sz="1300" spc="55" noProof="0" dirty="0">
                <a:latin typeface="Arial"/>
                <a:cs typeface="Arial"/>
              </a:rPr>
              <a:t>to</a:t>
            </a:r>
            <a:r>
              <a:rPr lang="en-GB" sz="1300" spc="-45" noProof="0" dirty="0">
                <a:latin typeface="Arial"/>
                <a:cs typeface="Arial"/>
              </a:rPr>
              <a:t> </a:t>
            </a:r>
            <a:r>
              <a:rPr lang="en-GB" sz="1300" spc="-20" noProof="0" dirty="0">
                <a:latin typeface="Arial"/>
                <a:cs typeface="Arial"/>
              </a:rPr>
              <a:t>user</a:t>
            </a:r>
            <a:r>
              <a:rPr lang="en-GB" sz="1300" spc="-45" noProof="0" dirty="0">
                <a:latin typeface="Arial"/>
                <a:cs typeface="Arial"/>
              </a:rPr>
              <a:t> </a:t>
            </a:r>
            <a:r>
              <a:rPr lang="en-GB" sz="1300" spc="-20" noProof="0" dirty="0">
                <a:latin typeface="Arial"/>
                <a:cs typeface="Arial"/>
              </a:rPr>
              <a:t>feedback</a:t>
            </a:r>
            <a:r>
              <a:rPr lang="en-GB" sz="1300" spc="-50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or</a:t>
            </a:r>
            <a:r>
              <a:rPr lang="en-GB" sz="1300" spc="-45" noProof="0" dirty="0">
                <a:latin typeface="Arial"/>
                <a:cs typeface="Arial"/>
              </a:rPr>
              <a:t> </a:t>
            </a:r>
            <a:r>
              <a:rPr lang="en-GB" sz="1300" spc="-10" noProof="0" dirty="0">
                <a:latin typeface="Arial"/>
                <a:cs typeface="Arial"/>
              </a:rPr>
              <a:t>actions </a:t>
            </a:r>
            <a:r>
              <a:rPr lang="en-GB" sz="1300" noProof="0" dirty="0">
                <a:latin typeface="Arial"/>
                <a:cs typeface="Arial"/>
              </a:rPr>
              <a:t>which</a:t>
            </a:r>
            <a:r>
              <a:rPr lang="en-GB" sz="1300" spc="-75" noProof="0" dirty="0">
                <a:latin typeface="Arial"/>
                <a:cs typeface="Arial"/>
              </a:rPr>
              <a:t> </a:t>
            </a:r>
            <a:r>
              <a:rPr lang="en-GB" sz="1300" spc="-45" noProof="0" dirty="0">
                <a:latin typeface="Arial"/>
                <a:cs typeface="Arial"/>
              </a:rPr>
              <a:t>have</a:t>
            </a:r>
            <a:r>
              <a:rPr lang="en-GB" sz="1300" spc="-70" noProof="0" dirty="0">
                <a:latin typeface="Arial"/>
                <a:cs typeface="Arial"/>
              </a:rPr>
              <a:t> </a:t>
            </a:r>
            <a:r>
              <a:rPr lang="en-GB" sz="1300" spc="-75" noProof="0" dirty="0">
                <a:latin typeface="Arial"/>
                <a:cs typeface="Arial"/>
              </a:rPr>
              <a:t>a</a:t>
            </a:r>
            <a:r>
              <a:rPr lang="en-GB" sz="1300" spc="-70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positive</a:t>
            </a:r>
            <a:r>
              <a:rPr lang="en-GB" sz="1300" spc="-70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or</a:t>
            </a:r>
            <a:r>
              <a:rPr lang="en-GB" sz="1300" spc="-70" noProof="0" dirty="0">
                <a:latin typeface="Arial"/>
                <a:cs typeface="Arial"/>
              </a:rPr>
              <a:t> </a:t>
            </a:r>
            <a:r>
              <a:rPr lang="en-GB" sz="1300" spc="-10" noProof="0" dirty="0">
                <a:latin typeface="Arial"/>
                <a:cs typeface="Arial"/>
              </a:rPr>
              <a:t>negative</a:t>
            </a:r>
            <a:r>
              <a:rPr lang="en-GB" sz="1300" spc="-75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connotation</a:t>
            </a:r>
            <a:r>
              <a:rPr lang="en-GB" sz="1300" spc="-70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-</a:t>
            </a:r>
            <a:r>
              <a:rPr lang="en-GB" sz="1300" spc="-70" noProof="0" dirty="0">
                <a:latin typeface="Arial"/>
                <a:cs typeface="Arial"/>
              </a:rPr>
              <a:t> </a:t>
            </a:r>
            <a:r>
              <a:rPr lang="en-GB" sz="1300" spc="-50" noProof="0" dirty="0">
                <a:latin typeface="Arial"/>
                <a:cs typeface="Arial"/>
              </a:rPr>
              <a:t>i.e.</a:t>
            </a:r>
            <a:r>
              <a:rPr lang="en-GB" sz="1300" spc="-70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red</a:t>
            </a:r>
            <a:r>
              <a:rPr lang="en-GB" sz="1300" spc="-70" noProof="0" dirty="0">
                <a:latin typeface="Arial"/>
                <a:cs typeface="Arial"/>
              </a:rPr>
              <a:t> </a:t>
            </a:r>
            <a:r>
              <a:rPr lang="en-GB" sz="1300" spc="30" noProof="0" dirty="0">
                <a:latin typeface="Arial"/>
                <a:cs typeface="Arial"/>
              </a:rPr>
              <a:t>for </a:t>
            </a:r>
            <a:r>
              <a:rPr lang="en-GB" sz="1300" spc="-25" noProof="0" dirty="0">
                <a:latin typeface="Arial"/>
                <a:cs typeface="Arial"/>
              </a:rPr>
              <a:t>negative,</a:t>
            </a:r>
            <a:r>
              <a:rPr lang="en-GB" sz="1300" spc="-80" noProof="0" dirty="0">
                <a:latin typeface="Arial"/>
                <a:cs typeface="Arial"/>
              </a:rPr>
              <a:t> </a:t>
            </a:r>
            <a:r>
              <a:rPr lang="en-GB" sz="1300" spc="-20" noProof="0" dirty="0">
                <a:latin typeface="Arial"/>
                <a:cs typeface="Arial"/>
              </a:rPr>
              <a:t>green</a:t>
            </a:r>
            <a:r>
              <a:rPr lang="en-GB" sz="1300" spc="-80" noProof="0" dirty="0">
                <a:latin typeface="Arial"/>
                <a:cs typeface="Arial"/>
              </a:rPr>
              <a:t> </a:t>
            </a:r>
            <a:r>
              <a:rPr lang="en-GB" sz="1300" spc="55" noProof="0" dirty="0">
                <a:latin typeface="Arial"/>
                <a:cs typeface="Arial"/>
              </a:rPr>
              <a:t>for</a:t>
            </a:r>
            <a:r>
              <a:rPr lang="en-GB" sz="1300" spc="-75" noProof="0" dirty="0">
                <a:latin typeface="Arial"/>
                <a:cs typeface="Arial"/>
              </a:rPr>
              <a:t> </a:t>
            </a:r>
            <a:r>
              <a:rPr lang="en-GB" sz="1300" spc="-10" noProof="0" dirty="0">
                <a:latin typeface="Arial"/>
                <a:cs typeface="Arial"/>
              </a:rPr>
              <a:t>positive.</a:t>
            </a:r>
            <a:endParaRPr lang="en-GB" sz="1300" noProof="0" dirty="0">
              <a:latin typeface="Arial"/>
              <a:cs typeface="Arial"/>
            </a:endParaRPr>
          </a:p>
        </p:txBody>
      </p:sp>
      <p:grpSp>
        <p:nvGrpSpPr>
          <p:cNvPr id="4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086100" y="0"/>
            <a:ext cx="4058285" cy="5143500"/>
            <a:chOff x="5086100" y="0"/>
            <a:chExt cx="4058285" cy="5143500"/>
          </a:xfrm>
        </p:grpSpPr>
        <p:sp>
          <p:nvSpPr>
            <p:cNvPr id="5" name="object 5"/>
            <p:cNvSpPr/>
            <p:nvPr/>
          </p:nvSpPr>
          <p:spPr>
            <a:xfrm>
              <a:off x="5086100" y="0"/>
              <a:ext cx="4058285" cy="5143500"/>
            </a:xfrm>
            <a:custGeom>
              <a:avLst/>
              <a:gdLst/>
              <a:ahLst/>
              <a:cxnLst/>
              <a:rect l="l" t="t" r="r" b="b"/>
              <a:pathLst>
                <a:path w="4058284" h="5143500">
                  <a:moveTo>
                    <a:pt x="4057799" y="5143499"/>
                  </a:moveTo>
                  <a:lnTo>
                    <a:pt x="0" y="5143499"/>
                  </a:lnTo>
                  <a:lnTo>
                    <a:pt x="0" y="0"/>
                  </a:lnTo>
                  <a:lnTo>
                    <a:pt x="4057799" y="0"/>
                  </a:lnTo>
                  <a:lnTo>
                    <a:pt x="4057799" y="5143499"/>
                  </a:lnTo>
                  <a:close/>
                </a:path>
              </a:pathLst>
            </a:custGeom>
            <a:solidFill>
              <a:srgbClr val="F7CE47"/>
            </a:solidFill>
          </p:spPr>
          <p:txBody>
            <a:bodyPr wrap="square" lIns="0" tIns="0" rIns="0" bIns="0" rtlCol="0"/>
            <a:lstStyle/>
            <a:p>
              <a:endParaRPr lang="en-GB" noProof="0" dirty="0"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81796" y="4732099"/>
              <a:ext cx="1070833" cy="35399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46111" y="1987525"/>
              <a:ext cx="2937777" cy="178359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46099" y="3891850"/>
              <a:ext cx="1904099" cy="110614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614625" y="199725"/>
              <a:ext cx="3000749" cy="166707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1612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lang="en-GB" spc="-10" noProof="0" dirty="0"/>
              <a:t>Typography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9924" y="1090767"/>
            <a:ext cx="4302125" cy="3625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16205">
              <a:lnSpc>
                <a:spcPct val="100000"/>
              </a:lnSpc>
              <a:spcBef>
                <a:spcPts val="100"/>
              </a:spcBef>
            </a:pPr>
            <a:r>
              <a:rPr lang="en-GB" sz="1500" noProof="0" dirty="0">
                <a:latin typeface="Arial"/>
                <a:cs typeface="Arial"/>
              </a:rPr>
              <a:t>In</a:t>
            </a:r>
            <a:r>
              <a:rPr lang="en-GB" sz="1500" spc="-65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the</a:t>
            </a:r>
            <a:r>
              <a:rPr lang="en-GB" sz="1500" spc="-60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early</a:t>
            </a:r>
            <a:r>
              <a:rPr lang="en-GB" sz="1500" spc="-65" noProof="0" dirty="0">
                <a:latin typeface="Arial"/>
                <a:cs typeface="Arial"/>
              </a:rPr>
              <a:t> </a:t>
            </a:r>
            <a:r>
              <a:rPr lang="en-GB" sz="1500" spc="-55" noProof="0" dirty="0">
                <a:latin typeface="Arial"/>
                <a:cs typeface="Arial"/>
              </a:rPr>
              <a:t>days</a:t>
            </a:r>
            <a:r>
              <a:rPr lang="en-GB" sz="1500" spc="-60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of</a:t>
            </a:r>
            <a:r>
              <a:rPr lang="en-GB" sz="1500" spc="-65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the</a:t>
            </a:r>
            <a:r>
              <a:rPr lang="en-GB" sz="1500" spc="-60" noProof="0" dirty="0">
                <a:latin typeface="Arial"/>
                <a:cs typeface="Arial"/>
              </a:rPr>
              <a:t> </a:t>
            </a:r>
            <a:r>
              <a:rPr lang="en-GB" sz="1500" spc="-30" noProof="0" dirty="0">
                <a:latin typeface="Arial"/>
                <a:cs typeface="Arial"/>
              </a:rPr>
              <a:t>web,</a:t>
            </a:r>
            <a:r>
              <a:rPr lang="en-GB" sz="1500" spc="-65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text</a:t>
            </a:r>
            <a:r>
              <a:rPr lang="en-GB" sz="1500" spc="-60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only</a:t>
            </a:r>
            <a:r>
              <a:rPr lang="en-GB" sz="1500" spc="-65" noProof="0" dirty="0">
                <a:latin typeface="Arial"/>
                <a:cs typeface="Arial"/>
              </a:rPr>
              <a:t> </a:t>
            </a:r>
            <a:r>
              <a:rPr lang="en-GB" sz="1500" spc="-10" noProof="0" dirty="0">
                <a:latin typeface="Arial"/>
                <a:cs typeface="Arial"/>
              </a:rPr>
              <a:t>websites </a:t>
            </a:r>
            <a:r>
              <a:rPr lang="en-GB" sz="1500" noProof="0" dirty="0">
                <a:latin typeface="Arial"/>
                <a:cs typeface="Arial"/>
              </a:rPr>
              <a:t>were</a:t>
            </a:r>
            <a:r>
              <a:rPr lang="en-GB" sz="1500" spc="-90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very</a:t>
            </a:r>
            <a:r>
              <a:rPr lang="en-GB" sz="1500" spc="-90" noProof="0" dirty="0">
                <a:latin typeface="Arial"/>
                <a:cs typeface="Arial"/>
              </a:rPr>
              <a:t> </a:t>
            </a:r>
            <a:r>
              <a:rPr lang="en-GB" sz="1500" spc="-25" noProof="0" dirty="0">
                <a:latin typeface="Arial"/>
                <a:cs typeface="Arial"/>
              </a:rPr>
              <a:t>common</a:t>
            </a:r>
            <a:r>
              <a:rPr lang="en-GB" sz="1500" spc="-85" noProof="0" dirty="0">
                <a:latin typeface="Arial"/>
                <a:cs typeface="Arial"/>
              </a:rPr>
              <a:t> </a:t>
            </a:r>
            <a:r>
              <a:rPr lang="en-GB" sz="1500" spc="-50" noProof="0" dirty="0">
                <a:latin typeface="Arial"/>
                <a:cs typeface="Arial"/>
              </a:rPr>
              <a:t>place.</a:t>
            </a:r>
            <a:r>
              <a:rPr lang="en-GB" sz="1500" spc="-90" noProof="0" dirty="0">
                <a:latin typeface="Arial"/>
                <a:cs typeface="Arial"/>
              </a:rPr>
              <a:t> </a:t>
            </a:r>
            <a:r>
              <a:rPr lang="en-GB" sz="1500" spc="-45" noProof="0" dirty="0">
                <a:latin typeface="Arial"/>
                <a:cs typeface="Arial"/>
              </a:rPr>
              <a:t>Then,</a:t>
            </a:r>
            <a:r>
              <a:rPr lang="en-GB" sz="1500" spc="-90" noProof="0" dirty="0">
                <a:latin typeface="Arial"/>
                <a:cs typeface="Arial"/>
              </a:rPr>
              <a:t> </a:t>
            </a:r>
            <a:r>
              <a:rPr lang="en-GB" sz="1500" spc="60" noProof="0" dirty="0">
                <a:latin typeface="Arial"/>
                <a:cs typeface="Arial"/>
              </a:rPr>
              <a:t>with</a:t>
            </a:r>
            <a:r>
              <a:rPr lang="en-GB" sz="1500" spc="-85" noProof="0" dirty="0">
                <a:latin typeface="Arial"/>
                <a:cs typeface="Arial"/>
              </a:rPr>
              <a:t> </a:t>
            </a:r>
            <a:r>
              <a:rPr lang="en-GB" sz="1500" spc="-10" noProof="0" dirty="0">
                <a:latin typeface="Arial"/>
                <a:cs typeface="Arial"/>
              </a:rPr>
              <a:t>improvement </a:t>
            </a:r>
            <a:r>
              <a:rPr lang="en-GB" sz="1500" noProof="0" dirty="0">
                <a:latin typeface="Arial"/>
                <a:cs typeface="Arial"/>
              </a:rPr>
              <a:t>in</a:t>
            </a:r>
            <a:r>
              <a:rPr lang="en-GB" sz="1500" spc="-55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internet</a:t>
            </a:r>
            <a:r>
              <a:rPr lang="en-GB" sz="1500" spc="-50" noProof="0" dirty="0">
                <a:latin typeface="Arial"/>
                <a:cs typeface="Arial"/>
              </a:rPr>
              <a:t> </a:t>
            </a:r>
            <a:r>
              <a:rPr lang="en-GB" sz="1500" spc="-60" noProof="0" dirty="0">
                <a:latin typeface="Arial"/>
                <a:cs typeface="Arial"/>
              </a:rPr>
              <a:t>speed,</a:t>
            </a:r>
            <a:r>
              <a:rPr lang="en-GB" sz="1500" spc="-50" noProof="0" dirty="0">
                <a:latin typeface="Arial"/>
                <a:cs typeface="Arial"/>
              </a:rPr>
              <a:t> </a:t>
            </a:r>
            <a:r>
              <a:rPr lang="en-GB" sz="1500" spc="-30" noProof="0" dirty="0">
                <a:latin typeface="Arial"/>
                <a:cs typeface="Arial"/>
              </a:rPr>
              <a:t>media</a:t>
            </a:r>
            <a:r>
              <a:rPr lang="en-GB" sz="1500" spc="-55" noProof="0" dirty="0">
                <a:latin typeface="Arial"/>
                <a:cs typeface="Arial"/>
              </a:rPr>
              <a:t> </a:t>
            </a:r>
            <a:r>
              <a:rPr lang="en-GB" sz="1500" spc="-30" noProof="0" dirty="0">
                <a:latin typeface="Arial"/>
                <a:cs typeface="Arial"/>
              </a:rPr>
              <a:t>heavy</a:t>
            </a:r>
            <a:r>
              <a:rPr lang="en-GB" sz="1500" spc="-50" noProof="0" dirty="0">
                <a:latin typeface="Arial"/>
                <a:cs typeface="Arial"/>
              </a:rPr>
              <a:t> </a:t>
            </a:r>
            <a:r>
              <a:rPr lang="en-GB" sz="1500" spc="-10" noProof="0" dirty="0">
                <a:latin typeface="Arial"/>
                <a:cs typeface="Arial"/>
              </a:rPr>
              <a:t>websites</a:t>
            </a:r>
            <a:r>
              <a:rPr lang="en-GB" sz="1500" spc="-50" noProof="0" dirty="0">
                <a:latin typeface="Arial"/>
                <a:cs typeface="Arial"/>
              </a:rPr>
              <a:t> </a:t>
            </a:r>
            <a:r>
              <a:rPr lang="en-GB" sz="1500" spc="-20" noProof="0" dirty="0">
                <a:latin typeface="Arial"/>
                <a:cs typeface="Arial"/>
              </a:rPr>
              <a:t>took </a:t>
            </a:r>
            <a:r>
              <a:rPr lang="en-GB" sz="1500" noProof="0" dirty="0" err="1">
                <a:latin typeface="Arial"/>
                <a:cs typeface="Arial"/>
              </a:rPr>
              <a:t>center</a:t>
            </a:r>
            <a:r>
              <a:rPr lang="en-GB" sz="1500" spc="-45" noProof="0" dirty="0">
                <a:latin typeface="Arial"/>
                <a:cs typeface="Arial"/>
              </a:rPr>
              <a:t> </a:t>
            </a:r>
            <a:r>
              <a:rPr lang="en-GB" sz="1500" spc="-35" noProof="0" dirty="0">
                <a:latin typeface="Arial"/>
                <a:cs typeface="Arial"/>
              </a:rPr>
              <a:t>place</a:t>
            </a:r>
            <a:r>
              <a:rPr lang="en-GB" sz="1500" spc="-40" noProof="0" dirty="0">
                <a:latin typeface="Arial"/>
                <a:cs typeface="Arial"/>
              </a:rPr>
              <a:t> </a:t>
            </a:r>
            <a:r>
              <a:rPr lang="en-GB" sz="1500" spc="60" noProof="0" dirty="0">
                <a:latin typeface="Arial"/>
                <a:cs typeface="Arial"/>
              </a:rPr>
              <a:t>with</a:t>
            </a:r>
            <a:r>
              <a:rPr lang="en-GB" sz="1500" spc="-40" noProof="0" dirty="0">
                <a:latin typeface="Arial"/>
                <a:cs typeface="Arial"/>
              </a:rPr>
              <a:t> </a:t>
            </a:r>
            <a:r>
              <a:rPr lang="en-GB" sz="1500" spc="-50" noProof="0" dirty="0">
                <a:latin typeface="Arial"/>
                <a:cs typeface="Arial"/>
              </a:rPr>
              <a:t>an</a:t>
            </a:r>
            <a:r>
              <a:rPr lang="en-GB" sz="1500" spc="-45" noProof="0" dirty="0">
                <a:latin typeface="Arial"/>
                <a:cs typeface="Arial"/>
              </a:rPr>
              <a:t> </a:t>
            </a:r>
            <a:r>
              <a:rPr lang="en-GB" sz="1500" spc="-20" noProof="0" dirty="0">
                <a:latin typeface="Arial"/>
                <a:cs typeface="Arial"/>
              </a:rPr>
              <a:t>explosion</a:t>
            </a:r>
            <a:r>
              <a:rPr lang="en-GB" sz="1500" spc="-40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in</a:t>
            </a:r>
            <a:r>
              <a:rPr lang="en-GB" sz="1500" spc="-40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creativity</a:t>
            </a:r>
            <a:r>
              <a:rPr lang="en-GB" sz="1500" spc="-45" noProof="0" dirty="0">
                <a:latin typeface="Arial"/>
                <a:cs typeface="Arial"/>
              </a:rPr>
              <a:t> </a:t>
            </a:r>
            <a:r>
              <a:rPr lang="en-GB" sz="1500" spc="-10" noProof="0" dirty="0">
                <a:latin typeface="Arial"/>
                <a:cs typeface="Arial"/>
              </a:rPr>
              <a:t>using imagery.</a:t>
            </a:r>
            <a:endParaRPr lang="en-GB" sz="1500" noProof="0" dirty="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1575"/>
              </a:spcBef>
            </a:pPr>
            <a:r>
              <a:rPr lang="en-GB" sz="1500" noProof="0" dirty="0">
                <a:latin typeface="Arial"/>
                <a:cs typeface="Arial"/>
              </a:rPr>
              <a:t>However</a:t>
            </a:r>
            <a:r>
              <a:rPr lang="en-GB" sz="1500" spc="-80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we</a:t>
            </a:r>
            <a:r>
              <a:rPr lang="en-GB" sz="1500" spc="-80" noProof="0" dirty="0">
                <a:latin typeface="Arial"/>
                <a:cs typeface="Arial"/>
              </a:rPr>
              <a:t> </a:t>
            </a:r>
            <a:r>
              <a:rPr lang="en-GB" sz="1500" spc="-10" noProof="0" dirty="0">
                <a:latin typeface="Arial"/>
                <a:cs typeface="Arial"/>
              </a:rPr>
              <a:t>are</a:t>
            </a:r>
            <a:r>
              <a:rPr lang="en-GB" sz="1500" spc="-80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now</a:t>
            </a:r>
            <a:r>
              <a:rPr lang="en-GB" sz="1500" spc="-80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in</a:t>
            </a:r>
            <a:r>
              <a:rPr lang="en-GB" sz="1500" spc="-80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the</a:t>
            </a:r>
            <a:r>
              <a:rPr lang="en-GB" sz="1500" spc="-80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midst</a:t>
            </a:r>
            <a:r>
              <a:rPr lang="en-GB" sz="1500" spc="-80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of</a:t>
            </a:r>
            <a:r>
              <a:rPr lang="en-GB" sz="1500" spc="-80" noProof="0" dirty="0">
                <a:latin typeface="Arial"/>
                <a:cs typeface="Arial"/>
              </a:rPr>
              <a:t> </a:t>
            </a:r>
            <a:r>
              <a:rPr lang="en-GB" sz="1500" spc="-85" noProof="0" dirty="0">
                <a:latin typeface="Arial"/>
                <a:cs typeface="Arial"/>
              </a:rPr>
              <a:t>a</a:t>
            </a:r>
            <a:r>
              <a:rPr lang="en-GB" sz="1500" spc="-80" noProof="0" dirty="0">
                <a:latin typeface="Arial"/>
                <a:cs typeface="Arial"/>
              </a:rPr>
              <a:t> </a:t>
            </a:r>
            <a:r>
              <a:rPr lang="en-GB" sz="1500" spc="-30" noProof="0" dirty="0">
                <a:latin typeface="Arial"/>
                <a:cs typeface="Arial"/>
              </a:rPr>
              <a:t>resurgence</a:t>
            </a:r>
            <a:r>
              <a:rPr lang="en-GB" sz="1500" spc="-85" noProof="0" dirty="0">
                <a:latin typeface="Arial"/>
                <a:cs typeface="Arial"/>
              </a:rPr>
              <a:t> </a:t>
            </a:r>
            <a:r>
              <a:rPr lang="en-GB" sz="1500" spc="-25" noProof="0" dirty="0">
                <a:latin typeface="Arial"/>
                <a:cs typeface="Arial"/>
              </a:rPr>
              <a:t>of </a:t>
            </a:r>
            <a:r>
              <a:rPr lang="en-GB" sz="1500" noProof="0" dirty="0">
                <a:latin typeface="Arial"/>
                <a:cs typeface="Arial"/>
              </a:rPr>
              <a:t>the</a:t>
            </a:r>
            <a:r>
              <a:rPr lang="en-GB" sz="1500" spc="-80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importance</a:t>
            </a:r>
            <a:r>
              <a:rPr lang="en-GB" sz="1500" spc="-75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of</a:t>
            </a:r>
            <a:r>
              <a:rPr lang="en-GB" sz="1500" spc="-75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typography</a:t>
            </a:r>
            <a:r>
              <a:rPr lang="en-GB" sz="1500" spc="-75" noProof="0" dirty="0">
                <a:latin typeface="Arial"/>
                <a:cs typeface="Arial"/>
              </a:rPr>
              <a:t> </a:t>
            </a:r>
            <a:r>
              <a:rPr lang="en-GB" sz="1500" spc="-10" noProof="0" dirty="0">
                <a:latin typeface="Arial"/>
                <a:cs typeface="Arial"/>
              </a:rPr>
              <a:t>on</a:t>
            </a:r>
            <a:r>
              <a:rPr lang="en-GB" sz="1500" spc="-75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the</a:t>
            </a:r>
            <a:r>
              <a:rPr lang="en-GB" sz="1500" spc="-75" noProof="0" dirty="0">
                <a:latin typeface="Arial"/>
                <a:cs typeface="Arial"/>
              </a:rPr>
              <a:t> </a:t>
            </a:r>
            <a:r>
              <a:rPr lang="en-GB" sz="1500" spc="-30" noProof="0" dirty="0">
                <a:latin typeface="Arial"/>
                <a:cs typeface="Arial"/>
              </a:rPr>
              <a:t>web,</a:t>
            </a:r>
            <a:r>
              <a:rPr lang="en-GB" sz="1500" spc="-75" noProof="0" dirty="0">
                <a:latin typeface="Arial"/>
                <a:cs typeface="Arial"/>
              </a:rPr>
              <a:t> </a:t>
            </a:r>
            <a:r>
              <a:rPr lang="en-GB" sz="1500" spc="40" noProof="0" dirty="0">
                <a:latin typeface="Arial"/>
                <a:cs typeface="Arial"/>
              </a:rPr>
              <a:t>with </a:t>
            </a:r>
            <a:r>
              <a:rPr lang="en-GB" sz="1500" noProof="0" dirty="0">
                <a:latin typeface="Arial"/>
                <a:cs typeface="Arial"/>
              </a:rPr>
              <a:t>more</a:t>
            </a:r>
            <a:r>
              <a:rPr lang="en-GB" sz="1500" spc="-105" noProof="0" dirty="0">
                <a:latin typeface="Arial"/>
                <a:cs typeface="Arial"/>
              </a:rPr>
              <a:t> </a:t>
            </a:r>
            <a:r>
              <a:rPr lang="en-GB" sz="1500" spc="-35" noProof="0" dirty="0">
                <a:latin typeface="Arial"/>
                <a:cs typeface="Arial"/>
              </a:rPr>
              <a:t>and</a:t>
            </a:r>
            <a:r>
              <a:rPr lang="en-GB" sz="1500" spc="-100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more</a:t>
            </a:r>
            <a:r>
              <a:rPr lang="en-GB" sz="1500" spc="-100" noProof="0" dirty="0">
                <a:latin typeface="Arial"/>
                <a:cs typeface="Arial"/>
              </a:rPr>
              <a:t> </a:t>
            </a:r>
            <a:r>
              <a:rPr lang="en-GB" sz="1500" spc="-10" noProof="0" dirty="0">
                <a:latin typeface="Arial"/>
                <a:cs typeface="Arial"/>
              </a:rPr>
              <a:t>websites</a:t>
            </a:r>
            <a:r>
              <a:rPr lang="en-GB" sz="1500" spc="-100" noProof="0" dirty="0">
                <a:latin typeface="Arial"/>
                <a:cs typeface="Arial"/>
              </a:rPr>
              <a:t> </a:t>
            </a:r>
            <a:r>
              <a:rPr lang="en-GB" sz="1500" spc="-10" noProof="0" dirty="0">
                <a:latin typeface="Arial"/>
                <a:cs typeface="Arial"/>
              </a:rPr>
              <a:t>replacing</a:t>
            </a:r>
            <a:r>
              <a:rPr lang="en-GB" sz="1500" spc="-100" noProof="0" dirty="0">
                <a:latin typeface="Arial"/>
                <a:cs typeface="Arial"/>
              </a:rPr>
              <a:t> </a:t>
            </a:r>
            <a:r>
              <a:rPr lang="en-GB" sz="1500" spc="-10" noProof="0" dirty="0">
                <a:latin typeface="Arial"/>
                <a:cs typeface="Arial"/>
              </a:rPr>
              <a:t>graphical components</a:t>
            </a:r>
            <a:r>
              <a:rPr lang="en-GB" sz="1500" spc="-40" noProof="0" dirty="0">
                <a:latin typeface="Arial"/>
                <a:cs typeface="Arial"/>
              </a:rPr>
              <a:t> </a:t>
            </a:r>
            <a:r>
              <a:rPr lang="en-GB" sz="1500" spc="60" noProof="0" dirty="0">
                <a:latin typeface="Arial"/>
                <a:cs typeface="Arial"/>
              </a:rPr>
              <a:t>with</a:t>
            </a:r>
            <a:r>
              <a:rPr lang="en-GB" sz="1500" spc="-35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artistic</a:t>
            </a:r>
            <a:r>
              <a:rPr lang="en-GB" sz="1500" spc="-40" noProof="0" dirty="0">
                <a:latin typeface="Arial"/>
                <a:cs typeface="Arial"/>
              </a:rPr>
              <a:t> </a:t>
            </a:r>
            <a:r>
              <a:rPr lang="en-GB" sz="1500" spc="-10" noProof="0" dirty="0">
                <a:latin typeface="Arial"/>
                <a:cs typeface="Arial"/>
              </a:rPr>
              <a:t>typography.</a:t>
            </a:r>
            <a:endParaRPr lang="en-GB" sz="1500" noProof="0" dirty="0">
              <a:latin typeface="Arial"/>
              <a:cs typeface="Arial"/>
            </a:endParaRPr>
          </a:p>
          <a:p>
            <a:pPr marL="12700" marR="46990">
              <a:lnSpc>
                <a:spcPct val="100000"/>
              </a:lnSpc>
              <a:spcBef>
                <a:spcPts val="1575"/>
              </a:spcBef>
            </a:pPr>
            <a:r>
              <a:rPr lang="en-GB" sz="1500" noProof="0" dirty="0">
                <a:latin typeface="Arial"/>
                <a:cs typeface="Arial"/>
              </a:rPr>
              <a:t>Most</a:t>
            </a:r>
            <a:r>
              <a:rPr lang="en-GB" sz="1500" spc="-40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of</a:t>
            </a:r>
            <a:r>
              <a:rPr lang="en-GB" sz="1500" spc="-40" noProof="0" dirty="0">
                <a:latin typeface="Arial"/>
                <a:cs typeface="Arial"/>
              </a:rPr>
              <a:t> </a:t>
            </a:r>
            <a:r>
              <a:rPr lang="en-GB" sz="1500" spc="-65" noProof="0" dirty="0">
                <a:latin typeface="Arial"/>
                <a:cs typeface="Arial"/>
              </a:rPr>
              <a:t>us</a:t>
            </a:r>
            <a:r>
              <a:rPr lang="en-GB" sz="1500" spc="-40" noProof="0" dirty="0">
                <a:latin typeface="Arial"/>
                <a:cs typeface="Arial"/>
              </a:rPr>
              <a:t> pay </a:t>
            </a:r>
            <a:r>
              <a:rPr lang="en-GB" sz="1500" spc="60" noProof="0" dirty="0">
                <a:latin typeface="Arial"/>
                <a:cs typeface="Arial"/>
              </a:rPr>
              <a:t>little</a:t>
            </a:r>
            <a:r>
              <a:rPr lang="en-GB" sz="1500" spc="-35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attention</a:t>
            </a:r>
            <a:r>
              <a:rPr lang="en-GB" sz="1500" spc="-40" noProof="0" dirty="0">
                <a:latin typeface="Arial"/>
                <a:cs typeface="Arial"/>
              </a:rPr>
              <a:t> </a:t>
            </a:r>
            <a:r>
              <a:rPr lang="en-GB" sz="1500" spc="65" noProof="0" dirty="0">
                <a:latin typeface="Arial"/>
                <a:cs typeface="Arial"/>
              </a:rPr>
              <a:t>to</a:t>
            </a:r>
            <a:r>
              <a:rPr lang="en-GB" sz="1500" spc="-40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the</a:t>
            </a:r>
            <a:r>
              <a:rPr lang="en-GB" sz="1500" spc="-40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importance</a:t>
            </a:r>
            <a:r>
              <a:rPr lang="en-GB" sz="1500" spc="-40" noProof="0" dirty="0">
                <a:latin typeface="Arial"/>
                <a:cs typeface="Arial"/>
              </a:rPr>
              <a:t> </a:t>
            </a:r>
            <a:r>
              <a:rPr lang="en-GB" sz="1500" spc="-25" noProof="0" dirty="0">
                <a:latin typeface="Arial"/>
                <a:cs typeface="Arial"/>
              </a:rPr>
              <a:t>of </a:t>
            </a:r>
            <a:r>
              <a:rPr lang="en-GB" sz="1500" noProof="0" dirty="0">
                <a:latin typeface="Arial"/>
                <a:cs typeface="Arial"/>
              </a:rPr>
              <a:t>typography</a:t>
            </a:r>
            <a:r>
              <a:rPr lang="en-GB" sz="1500" spc="-114" noProof="0" dirty="0">
                <a:latin typeface="Arial"/>
                <a:cs typeface="Arial"/>
              </a:rPr>
              <a:t> </a:t>
            </a:r>
            <a:r>
              <a:rPr lang="en-GB" sz="1500" spc="-10" noProof="0" dirty="0">
                <a:latin typeface="Arial"/>
                <a:cs typeface="Arial"/>
              </a:rPr>
              <a:t>on</a:t>
            </a:r>
            <a:r>
              <a:rPr lang="en-GB" sz="1500" spc="-110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the</a:t>
            </a:r>
            <a:r>
              <a:rPr lang="en-GB" sz="1500" spc="-110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web</a:t>
            </a:r>
            <a:r>
              <a:rPr lang="en-GB" sz="1500" spc="-110" noProof="0" dirty="0">
                <a:latin typeface="Arial"/>
                <a:cs typeface="Arial"/>
              </a:rPr>
              <a:t> </a:t>
            </a:r>
            <a:r>
              <a:rPr lang="en-GB" sz="1500" spc="-95" noProof="0" dirty="0">
                <a:latin typeface="Arial"/>
                <a:cs typeface="Arial"/>
              </a:rPr>
              <a:t>as</a:t>
            </a:r>
            <a:r>
              <a:rPr lang="en-GB" sz="1500" spc="-110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we</a:t>
            </a:r>
            <a:r>
              <a:rPr lang="en-GB" sz="1500" spc="-114" noProof="0" dirty="0">
                <a:latin typeface="Arial"/>
                <a:cs typeface="Arial"/>
              </a:rPr>
              <a:t> </a:t>
            </a:r>
            <a:r>
              <a:rPr lang="en-GB" sz="1500" spc="-10" noProof="0" dirty="0">
                <a:latin typeface="Arial"/>
                <a:cs typeface="Arial"/>
              </a:rPr>
              <a:t>are</a:t>
            </a:r>
            <a:r>
              <a:rPr lang="en-GB" sz="1500" spc="-110" noProof="0" dirty="0">
                <a:latin typeface="Arial"/>
                <a:cs typeface="Arial"/>
              </a:rPr>
              <a:t> </a:t>
            </a:r>
            <a:r>
              <a:rPr lang="en-GB" sz="1500" spc="-65" noProof="0" dirty="0">
                <a:latin typeface="Arial"/>
                <a:cs typeface="Arial"/>
              </a:rPr>
              <a:t>so</a:t>
            </a:r>
            <a:r>
              <a:rPr lang="en-GB" sz="1500" spc="-110" noProof="0" dirty="0">
                <a:latin typeface="Arial"/>
                <a:cs typeface="Arial"/>
              </a:rPr>
              <a:t> </a:t>
            </a:r>
            <a:r>
              <a:rPr lang="en-GB" sz="1500" spc="-50" noProof="0" dirty="0">
                <a:latin typeface="Arial"/>
                <a:cs typeface="Arial"/>
              </a:rPr>
              <a:t>used</a:t>
            </a:r>
            <a:r>
              <a:rPr lang="en-GB" sz="1500" spc="-110" noProof="0" dirty="0">
                <a:latin typeface="Arial"/>
                <a:cs typeface="Arial"/>
              </a:rPr>
              <a:t> </a:t>
            </a:r>
            <a:r>
              <a:rPr lang="en-GB" sz="1500" spc="65" noProof="0" dirty="0">
                <a:latin typeface="Arial"/>
                <a:cs typeface="Arial"/>
              </a:rPr>
              <a:t>to</a:t>
            </a:r>
            <a:r>
              <a:rPr lang="en-GB" sz="1500" spc="-110" noProof="0" dirty="0">
                <a:latin typeface="Arial"/>
                <a:cs typeface="Arial"/>
              </a:rPr>
              <a:t> </a:t>
            </a:r>
            <a:r>
              <a:rPr lang="en-GB" sz="1500" spc="90" noProof="0" dirty="0">
                <a:latin typeface="Arial"/>
                <a:cs typeface="Arial"/>
              </a:rPr>
              <a:t>it</a:t>
            </a:r>
            <a:r>
              <a:rPr lang="en-GB" sz="1500" spc="-114" noProof="0" dirty="0">
                <a:latin typeface="Arial"/>
                <a:cs typeface="Arial"/>
              </a:rPr>
              <a:t> </a:t>
            </a:r>
            <a:r>
              <a:rPr lang="en-GB" sz="1500" spc="-10" noProof="0" dirty="0">
                <a:latin typeface="Arial"/>
                <a:cs typeface="Arial"/>
              </a:rPr>
              <a:t>being </a:t>
            </a:r>
            <a:r>
              <a:rPr lang="en-GB" sz="1500" noProof="0" dirty="0">
                <a:latin typeface="Arial"/>
                <a:cs typeface="Arial"/>
              </a:rPr>
              <a:t>of</a:t>
            </a:r>
            <a:r>
              <a:rPr lang="en-GB" sz="1500" spc="-105" noProof="0" dirty="0">
                <a:latin typeface="Arial"/>
                <a:cs typeface="Arial"/>
              </a:rPr>
              <a:t> </a:t>
            </a:r>
            <a:r>
              <a:rPr lang="en-GB" sz="1500" spc="-85" noProof="0" dirty="0">
                <a:latin typeface="Arial"/>
                <a:cs typeface="Arial"/>
              </a:rPr>
              <a:t>a</a:t>
            </a:r>
            <a:r>
              <a:rPr lang="en-GB" sz="1500" spc="-100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decent</a:t>
            </a:r>
            <a:r>
              <a:rPr lang="en-GB" sz="1500" spc="-105" noProof="0" dirty="0">
                <a:latin typeface="Arial"/>
                <a:cs typeface="Arial"/>
              </a:rPr>
              <a:t> </a:t>
            </a:r>
            <a:r>
              <a:rPr lang="en-GB" sz="1500" spc="-20" noProof="0" dirty="0">
                <a:latin typeface="Arial"/>
                <a:cs typeface="Arial"/>
              </a:rPr>
              <a:t>standard,</a:t>
            </a:r>
            <a:r>
              <a:rPr lang="en-GB" sz="1500" spc="-100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however</a:t>
            </a:r>
            <a:r>
              <a:rPr lang="en-GB" sz="1500" spc="-105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when</a:t>
            </a:r>
            <a:r>
              <a:rPr lang="en-GB" sz="1500" spc="-100" noProof="0" dirty="0">
                <a:latin typeface="Arial"/>
                <a:cs typeface="Arial"/>
              </a:rPr>
              <a:t> </a:t>
            </a:r>
            <a:r>
              <a:rPr lang="en-GB" sz="1500" spc="90" noProof="0" dirty="0">
                <a:latin typeface="Arial"/>
                <a:cs typeface="Arial"/>
              </a:rPr>
              <a:t>it</a:t>
            </a:r>
            <a:r>
              <a:rPr lang="en-GB" sz="1500" spc="-105" noProof="0" dirty="0">
                <a:latin typeface="Arial"/>
                <a:cs typeface="Arial"/>
              </a:rPr>
              <a:t> </a:t>
            </a:r>
            <a:r>
              <a:rPr lang="en-GB" sz="1500" spc="-65" noProof="0" dirty="0">
                <a:latin typeface="Arial"/>
                <a:cs typeface="Arial"/>
              </a:rPr>
              <a:t>goes</a:t>
            </a:r>
            <a:r>
              <a:rPr lang="en-GB" sz="1500" spc="-100" noProof="0" dirty="0">
                <a:latin typeface="Arial"/>
                <a:cs typeface="Arial"/>
              </a:rPr>
              <a:t> </a:t>
            </a:r>
            <a:r>
              <a:rPr lang="en-GB" sz="1500" spc="-10" noProof="0" dirty="0">
                <a:latin typeface="Arial"/>
                <a:cs typeface="Arial"/>
              </a:rPr>
              <a:t>wrong </a:t>
            </a:r>
            <a:r>
              <a:rPr lang="en-GB" sz="1500" spc="90" noProof="0" dirty="0">
                <a:latin typeface="Arial"/>
                <a:cs typeface="Arial"/>
              </a:rPr>
              <a:t>it</a:t>
            </a:r>
            <a:r>
              <a:rPr lang="en-GB" sz="1500" spc="-100" noProof="0" dirty="0">
                <a:latin typeface="Arial"/>
                <a:cs typeface="Arial"/>
              </a:rPr>
              <a:t> </a:t>
            </a:r>
            <a:r>
              <a:rPr lang="en-GB" sz="1500" spc="-55" noProof="0" dirty="0">
                <a:latin typeface="Arial"/>
                <a:cs typeface="Arial"/>
              </a:rPr>
              <a:t>can</a:t>
            </a:r>
            <a:r>
              <a:rPr lang="en-GB" sz="1500" spc="-95" noProof="0" dirty="0">
                <a:latin typeface="Arial"/>
                <a:cs typeface="Arial"/>
              </a:rPr>
              <a:t> </a:t>
            </a:r>
            <a:r>
              <a:rPr lang="en-GB" sz="1500" spc="-50" noProof="0" dirty="0">
                <a:latin typeface="Arial"/>
                <a:cs typeface="Arial"/>
              </a:rPr>
              <a:t>have</a:t>
            </a:r>
            <a:r>
              <a:rPr lang="en-GB" sz="1500" spc="-100" noProof="0" dirty="0">
                <a:latin typeface="Arial"/>
                <a:cs typeface="Arial"/>
              </a:rPr>
              <a:t> </a:t>
            </a:r>
            <a:r>
              <a:rPr lang="en-GB" sz="1500" spc="-85" noProof="0" dirty="0">
                <a:latin typeface="Arial"/>
                <a:cs typeface="Arial"/>
              </a:rPr>
              <a:t>a</a:t>
            </a:r>
            <a:r>
              <a:rPr lang="en-GB" sz="1500" spc="-95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signiﬁcant</a:t>
            </a:r>
            <a:r>
              <a:rPr lang="en-GB" sz="1500" spc="-100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impact</a:t>
            </a:r>
            <a:r>
              <a:rPr lang="en-GB" sz="1500" spc="-95" noProof="0" dirty="0">
                <a:latin typeface="Arial"/>
                <a:cs typeface="Arial"/>
              </a:rPr>
              <a:t> </a:t>
            </a:r>
            <a:r>
              <a:rPr lang="en-GB" sz="1500" spc="-10" noProof="0" dirty="0">
                <a:latin typeface="Arial"/>
                <a:cs typeface="Arial"/>
              </a:rPr>
              <a:t>on</a:t>
            </a:r>
            <a:r>
              <a:rPr lang="en-GB" sz="1500" spc="-100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the</a:t>
            </a:r>
            <a:r>
              <a:rPr lang="en-GB" sz="1500" spc="-95" noProof="0" dirty="0">
                <a:latin typeface="Arial"/>
                <a:cs typeface="Arial"/>
              </a:rPr>
              <a:t> </a:t>
            </a:r>
            <a:r>
              <a:rPr lang="en-GB" sz="1500" spc="-25" noProof="0" dirty="0">
                <a:latin typeface="Arial"/>
                <a:cs typeface="Arial"/>
              </a:rPr>
              <a:t>experience</a:t>
            </a:r>
            <a:r>
              <a:rPr lang="en-GB" sz="1500" spc="-100" noProof="0" dirty="0">
                <a:latin typeface="Arial"/>
                <a:cs typeface="Arial"/>
              </a:rPr>
              <a:t> </a:t>
            </a:r>
            <a:r>
              <a:rPr lang="en-GB" sz="1500" spc="-25" noProof="0" dirty="0">
                <a:latin typeface="Arial"/>
                <a:cs typeface="Arial"/>
              </a:rPr>
              <a:t>of </a:t>
            </a:r>
            <a:r>
              <a:rPr lang="en-GB" sz="1500" spc="-85" noProof="0" dirty="0">
                <a:latin typeface="Arial"/>
                <a:cs typeface="Arial"/>
              </a:rPr>
              <a:t>a</a:t>
            </a:r>
            <a:r>
              <a:rPr lang="en-GB" sz="1500" spc="-125" noProof="0" dirty="0">
                <a:latin typeface="Arial"/>
                <a:cs typeface="Arial"/>
              </a:rPr>
              <a:t> </a:t>
            </a:r>
            <a:r>
              <a:rPr lang="en-GB" sz="1500" spc="-10" noProof="0" dirty="0">
                <a:latin typeface="Arial"/>
                <a:cs typeface="Arial"/>
              </a:rPr>
              <a:t>user.</a:t>
            </a:r>
            <a:endParaRPr lang="en-GB" sz="1500" noProof="0" dirty="0">
              <a:latin typeface="Arial"/>
              <a:cs typeface="Arial"/>
            </a:endParaRPr>
          </a:p>
        </p:txBody>
      </p:sp>
      <p:grpSp>
        <p:nvGrpSpPr>
          <p:cNvPr id="4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086100" y="0"/>
            <a:ext cx="4058285" cy="5143500"/>
            <a:chOff x="5086100" y="0"/>
            <a:chExt cx="4058285" cy="5143500"/>
          </a:xfrm>
        </p:grpSpPr>
        <p:sp>
          <p:nvSpPr>
            <p:cNvPr id="5" name="object 5"/>
            <p:cNvSpPr/>
            <p:nvPr/>
          </p:nvSpPr>
          <p:spPr>
            <a:xfrm>
              <a:off x="5086100" y="0"/>
              <a:ext cx="4058285" cy="5143500"/>
            </a:xfrm>
            <a:custGeom>
              <a:avLst/>
              <a:gdLst/>
              <a:ahLst/>
              <a:cxnLst/>
              <a:rect l="l" t="t" r="r" b="b"/>
              <a:pathLst>
                <a:path w="4058284" h="5143500">
                  <a:moveTo>
                    <a:pt x="4057799" y="5143499"/>
                  </a:moveTo>
                  <a:lnTo>
                    <a:pt x="0" y="5143499"/>
                  </a:lnTo>
                  <a:lnTo>
                    <a:pt x="0" y="0"/>
                  </a:lnTo>
                  <a:lnTo>
                    <a:pt x="4057799" y="0"/>
                  </a:lnTo>
                  <a:lnTo>
                    <a:pt x="4057799" y="5143499"/>
                  </a:lnTo>
                  <a:close/>
                </a:path>
              </a:pathLst>
            </a:custGeom>
            <a:solidFill>
              <a:srgbClr val="F7CE47"/>
            </a:solidFill>
          </p:spPr>
          <p:txBody>
            <a:bodyPr wrap="square" lIns="0" tIns="0" rIns="0" bIns="0" rtlCol="0"/>
            <a:lstStyle/>
            <a:p>
              <a:endParaRPr lang="en-GB" noProof="0" dirty="0"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81796" y="4732099"/>
              <a:ext cx="1070833" cy="35399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38425" y="895175"/>
              <a:ext cx="3353149" cy="335314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9924" y="43638"/>
            <a:ext cx="336296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pc="105" noProof="0" dirty="0"/>
              <a:t>What</a:t>
            </a:r>
            <a:r>
              <a:rPr lang="en-GB" spc="-105" noProof="0" dirty="0"/>
              <a:t> </a:t>
            </a:r>
            <a:r>
              <a:rPr lang="en-GB" spc="-135" noProof="0" dirty="0"/>
              <a:t>is</a:t>
            </a:r>
            <a:r>
              <a:rPr lang="en-GB" spc="-105" noProof="0" dirty="0"/>
              <a:t> </a:t>
            </a:r>
            <a:r>
              <a:rPr lang="en-GB" spc="-10" noProof="0" dirty="0"/>
              <a:t>typography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9924" y="680416"/>
            <a:ext cx="4281170" cy="432752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 marR="5080">
              <a:lnSpc>
                <a:spcPts val="1430"/>
              </a:lnSpc>
              <a:spcBef>
                <a:spcPts val="155"/>
              </a:spcBef>
            </a:pPr>
            <a:r>
              <a:rPr lang="en-GB" sz="1200" spc="-30" noProof="0" dirty="0">
                <a:latin typeface="Arial"/>
                <a:cs typeface="Arial"/>
              </a:rPr>
              <a:t>Typography</a:t>
            </a:r>
            <a:r>
              <a:rPr lang="en-GB" sz="1200" spc="-50" noProof="0" dirty="0">
                <a:latin typeface="Arial"/>
                <a:cs typeface="Arial"/>
              </a:rPr>
              <a:t> </a:t>
            </a:r>
            <a:r>
              <a:rPr lang="en-GB" sz="1200" spc="-20" noProof="0" dirty="0">
                <a:latin typeface="Arial"/>
                <a:cs typeface="Arial"/>
              </a:rPr>
              <a:t>deﬁnes</a:t>
            </a:r>
            <a:r>
              <a:rPr lang="en-GB" sz="1200" spc="-50" noProof="0" dirty="0">
                <a:latin typeface="Arial"/>
                <a:cs typeface="Arial"/>
              </a:rPr>
              <a:t> </a:t>
            </a:r>
            <a:r>
              <a:rPr lang="en-GB" sz="1200" noProof="0" dirty="0">
                <a:latin typeface="Arial"/>
                <a:cs typeface="Arial"/>
              </a:rPr>
              <a:t>how</a:t>
            </a:r>
            <a:r>
              <a:rPr lang="en-GB" sz="1200" spc="-45" noProof="0" dirty="0">
                <a:latin typeface="Arial"/>
                <a:cs typeface="Arial"/>
              </a:rPr>
              <a:t> </a:t>
            </a:r>
            <a:r>
              <a:rPr lang="en-GB" sz="1200" noProof="0" dirty="0">
                <a:latin typeface="Arial"/>
                <a:cs typeface="Arial"/>
              </a:rPr>
              <a:t>text</a:t>
            </a:r>
            <a:r>
              <a:rPr lang="en-GB" sz="1200" spc="-50" noProof="0" dirty="0">
                <a:latin typeface="Arial"/>
                <a:cs typeface="Arial"/>
              </a:rPr>
              <a:t> </a:t>
            </a:r>
            <a:r>
              <a:rPr lang="en-GB" sz="1200" spc="-30" noProof="0" dirty="0">
                <a:latin typeface="Arial"/>
                <a:cs typeface="Arial"/>
              </a:rPr>
              <a:t>appears</a:t>
            </a:r>
            <a:r>
              <a:rPr lang="en-GB" sz="1200" spc="-45" noProof="0" dirty="0">
                <a:latin typeface="Arial"/>
                <a:cs typeface="Arial"/>
              </a:rPr>
              <a:t> </a:t>
            </a:r>
            <a:r>
              <a:rPr lang="en-GB" sz="1200" spc="55" noProof="0" dirty="0">
                <a:latin typeface="Arial"/>
                <a:cs typeface="Arial"/>
              </a:rPr>
              <a:t>to</a:t>
            </a:r>
            <a:r>
              <a:rPr lang="en-GB" sz="1200" spc="-50" noProof="0" dirty="0">
                <a:latin typeface="Arial"/>
                <a:cs typeface="Arial"/>
              </a:rPr>
              <a:t> </a:t>
            </a:r>
            <a:r>
              <a:rPr lang="en-GB" sz="1200" noProof="0" dirty="0">
                <a:latin typeface="Arial"/>
                <a:cs typeface="Arial"/>
              </a:rPr>
              <a:t>the</a:t>
            </a:r>
            <a:r>
              <a:rPr lang="en-GB" sz="1200" spc="-50" noProof="0" dirty="0">
                <a:latin typeface="Arial"/>
                <a:cs typeface="Arial"/>
              </a:rPr>
              <a:t> </a:t>
            </a:r>
            <a:r>
              <a:rPr lang="en-GB" sz="1200" spc="-25" noProof="0" dirty="0">
                <a:latin typeface="Arial"/>
                <a:cs typeface="Arial"/>
              </a:rPr>
              <a:t>reader,</a:t>
            </a:r>
            <a:r>
              <a:rPr lang="en-GB" sz="1200" spc="-45" noProof="0" dirty="0">
                <a:latin typeface="Arial"/>
                <a:cs typeface="Arial"/>
              </a:rPr>
              <a:t> </a:t>
            </a:r>
            <a:r>
              <a:rPr lang="en-GB" sz="1200" noProof="0" dirty="0">
                <a:latin typeface="Arial"/>
                <a:cs typeface="Arial"/>
              </a:rPr>
              <a:t>in</a:t>
            </a:r>
            <a:r>
              <a:rPr lang="en-GB" sz="1200" spc="-50" noProof="0" dirty="0">
                <a:latin typeface="Arial"/>
                <a:cs typeface="Arial"/>
              </a:rPr>
              <a:t> </a:t>
            </a:r>
            <a:r>
              <a:rPr lang="en-GB" sz="1200" noProof="0" dirty="0">
                <a:latin typeface="Arial"/>
                <a:cs typeface="Arial"/>
              </a:rPr>
              <a:t>our</a:t>
            </a:r>
            <a:r>
              <a:rPr lang="en-GB" sz="1200" spc="-45" noProof="0" dirty="0">
                <a:latin typeface="Arial"/>
                <a:cs typeface="Arial"/>
              </a:rPr>
              <a:t> </a:t>
            </a:r>
            <a:r>
              <a:rPr lang="en-GB" sz="1200" spc="-20" noProof="0" dirty="0">
                <a:latin typeface="Arial"/>
                <a:cs typeface="Arial"/>
              </a:rPr>
              <a:t>case </a:t>
            </a:r>
            <a:r>
              <a:rPr lang="en-GB" sz="1200" noProof="0" dirty="0">
                <a:latin typeface="Arial"/>
                <a:cs typeface="Arial"/>
              </a:rPr>
              <a:t>we</a:t>
            </a:r>
            <a:r>
              <a:rPr lang="en-GB" sz="1200" spc="-40" noProof="0" dirty="0">
                <a:latin typeface="Arial"/>
                <a:cs typeface="Arial"/>
              </a:rPr>
              <a:t> </a:t>
            </a:r>
            <a:r>
              <a:rPr lang="en-GB" sz="1200" spc="-10" noProof="0" dirty="0">
                <a:latin typeface="Arial"/>
                <a:cs typeface="Arial"/>
              </a:rPr>
              <a:t>are</a:t>
            </a:r>
            <a:r>
              <a:rPr lang="en-GB" sz="1200" spc="-35" noProof="0" dirty="0">
                <a:latin typeface="Arial"/>
                <a:cs typeface="Arial"/>
              </a:rPr>
              <a:t> </a:t>
            </a:r>
            <a:r>
              <a:rPr lang="en-GB" sz="1200" spc="-10" noProof="0" dirty="0">
                <a:latin typeface="Arial"/>
                <a:cs typeface="Arial"/>
              </a:rPr>
              <a:t>speciﬁcally</a:t>
            </a:r>
            <a:r>
              <a:rPr lang="en-GB" sz="1200" spc="-35" noProof="0" dirty="0">
                <a:latin typeface="Arial"/>
                <a:cs typeface="Arial"/>
              </a:rPr>
              <a:t> </a:t>
            </a:r>
            <a:r>
              <a:rPr lang="en-GB" sz="1200" spc="-20" noProof="0" dirty="0">
                <a:latin typeface="Arial"/>
                <a:cs typeface="Arial"/>
              </a:rPr>
              <a:t>concerned</a:t>
            </a:r>
            <a:r>
              <a:rPr lang="en-GB" sz="1200" spc="-35" noProof="0" dirty="0">
                <a:latin typeface="Arial"/>
                <a:cs typeface="Arial"/>
              </a:rPr>
              <a:t> </a:t>
            </a:r>
            <a:r>
              <a:rPr lang="en-GB" sz="1200" noProof="0" dirty="0">
                <a:latin typeface="Arial"/>
                <a:cs typeface="Arial"/>
              </a:rPr>
              <a:t>with</a:t>
            </a:r>
            <a:r>
              <a:rPr lang="en-GB" sz="1200" spc="-35" noProof="0" dirty="0">
                <a:latin typeface="Arial"/>
                <a:cs typeface="Arial"/>
              </a:rPr>
              <a:t> </a:t>
            </a:r>
            <a:r>
              <a:rPr lang="en-GB" sz="1200" noProof="0" dirty="0">
                <a:latin typeface="Arial"/>
                <a:cs typeface="Arial"/>
              </a:rPr>
              <a:t>this</a:t>
            </a:r>
            <a:r>
              <a:rPr lang="en-GB" sz="1200" spc="-35" noProof="0" dirty="0">
                <a:latin typeface="Arial"/>
                <a:cs typeface="Arial"/>
              </a:rPr>
              <a:t> </a:t>
            </a:r>
            <a:r>
              <a:rPr lang="en-GB" sz="1200" spc="-10" noProof="0" dirty="0">
                <a:latin typeface="Arial"/>
                <a:cs typeface="Arial"/>
              </a:rPr>
              <a:t>on</a:t>
            </a:r>
            <a:r>
              <a:rPr lang="en-GB" sz="1200" spc="-35" noProof="0" dirty="0">
                <a:latin typeface="Arial"/>
                <a:cs typeface="Arial"/>
              </a:rPr>
              <a:t> </a:t>
            </a:r>
            <a:r>
              <a:rPr lang="en-GB" sz="1200" spc="-30" noProof="0" dirty="0">
                <a:latin typeface="Arial"/>
                <a:cs typeface="Arial"/>
              </a:rPr>
              <a:t>screen</a:t>
            </a:r>
            <a:r>
              <a:rPr lang="en-GB" sz="1200" spc="-35" noProof="0" dirty="0">
                <a:latin typeface="Arial"/>
                <a:cs typeface="Arial"/>
              </a:rPr>
              <a:t> </a:t>
            </a:r>
            <a:r>
              <a:rPr lang="en-GB" sz="1200" noProof="0" dirty="0">
                <a:latin typeface="Arial"/>
                <a:cs typeface="Arial"/>
              </a:rPr>
              <a:t>(particularly</a:t>
            </a:r>
            <a:r>
              <a:rPr lang="en-GB" sz="1200" spc="-35" noProof="0" dirty="0">
                <a:latin typeface="Arial"/>
                <a:cs typeface="Arial"/>
              </a:rPr>
              <a:t> </a:t>
            </a:r>
            <a:r>
              <a:rPr lang="en-GB" sz="1200" spc="-25" noProof="0" dirty="0">
                <a:latin typeface="Arial"/>
                <a:cs typeface="Arial"/>
              </a:rPr>
              <a:t>on </a:t>
            </a:r>
            <a:r>
              <a:rPr lang="en-GB" sz="1200" noProof="0" dirty="0">
                <a:latin typeface="Arial"/>
                <a:cs typeface="Arial"/>
              </a:rPr>
              <a:t>the</a:t>
            </a:r>
            <a:r>
              <a:rPr lang="en-GB" sz="1200" spc="-35" noProof="0" dirty="0">
                <a:latin typeface="Arial"/>
                <a:cs typeface="Arial"/>
              </a:rPr>
              <a:t> </a:t>
            </a:r>
            <a:r>
              <a:rPr lang="en-GB" sz="1200" spc="-15" noProof="0" dirty="0">
                <a:latin typeface="Arial"/>
                <a:cs typeface="Arial"/>
              </a:rPr>
              <a:t>web)</a:t>
            </a:r>
            <a:r>
              <a:rPr lang="en-GB" sz="1200" spc="-35" noProof="0" dirty="0">
                <a:latin typeface="Arial"/>
                <a:cs typeface="Arial"/>
              </a:rPr>
              <a:t> </a:t>
            </a:r>
            <a:r>
              <a:rPr lang="en-GB" sz="1200" noProof="0" dirty="0">
                <a:latin typeface="Arial"/>
                <a:cs typeface="Arial"/>
              </a:rPr>
              <a:t>-</a:t>
            </a:r>
            <a:r>
              <a:rPr lang="en-GB" sz="1200" spc="-30" noProof="0" dirty="0">
                <a:latin typeface="Arial"/>
                <a:cs typeface="Arial"/>
              </a:rPr>
              <a:t> </a:t>
            </a:r>
            <a:r>
              <a:rPr lang="en-GB" sz="1200" noProof="0" dirty="0">
                <a:latin typeface="Arial"/>
                <a:cs typeface="Arial"/>
              </a:rPr>
              <a:t>print</a:t>
            </a:r>
            <a:r>
              <a:rPr lang="en-GB" sz="1200" spc="-35" noProof="0" dirty="0">
                <a:latin typeface="Arial"/>
                <a:cs typeface="Arial"/>
              </a:rPr>
              <a:t> </a:t>
            </a:r>
            <a:r>
              <a:rPr lang="en-GB" sz="1200" noProof="0" dirty="0">
                <a:latin typeface="Arial"/>
                <a:cs typeface="Arial"/>
              </a:rPr>
              <a:t>typography</a:t>
            </a:r>
            <a:r>
              <a:rPr lang="en-GB" sz="1200" spc="-35" noProof="0" dirty="0">
                <a:latin typeface="Arial"/>
                <a:cs typeface="Arial"/>
              </a:rPr>
              <a:t> </a:t>
            </a:r>
            <a:r>
              <a:rPr lang="en-GB" sz="1200" spc="-60" noProof="0" dirty="0">
                <a:latin typeface="Arial"/>
                <a:cs typeface="Arial"/>
              </a:rPr>
              <a:t>has</a:t>
            </a:r>
            <a:r>
              <a:rPr lang="en-GB" sz="1200" spc="-30" noProof="0" dirty="0">
                <a:latin typeface="Arial"/>
                <a:cs typeface="Arial"/>
              </a:rPr>
              <a:t> </a:t>
            </a:r>
            <a:r>
              <a:rPr lang="en-GB" sz="1200" noProof="0" dirty="0">
                <a:latin typeface="Arial"/>
                <a:cs typeface="Arial"/>
              </a:rPr>
              <a:t>differing</a:t>
            </a:r>
            <a:r>
              <a:rPr lang="en-GB" sz="1200" spc="-35" noProof="0" dirty="0">
                <a:latin typeface="Arial"/>
                <a:cs typeface="Arial"/>
              </a:rPr>
              <a:t> </a:t>
            </a:r>
            <a:r>
              <a:rPr lang="en-GB" sz="1200" noProof="0" dirty="0">
                <a:latin typeface="Arial"/>
                <a:cs typeface="Arial"/>
              </a:rPr>
              <a:t>best</a:t>
            </a:r>
            <a:r>
              <a:rPr lang="en-GB" sz="1200" spc="-30" noProof="0" dirty="0">
                <a:latin typeface="Arial"/>
                <a:cs typeface="Arial"/>
              </a:rPr>
              <a:t> </a:t>
            </a:r>
            <a:r>
              <a:rPr lang="en-GB" sz="1200" spc="-10" noProof="0" dirty="0">
                <a:latin typeface="Arial"/>
                <a:cs typeface="Arial"/>
              </a:rPr>
              <a:t>practices.</a:t>
            </a:r>
            <a:endParaRPr lang="en-GB" sz="1200" noProof="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lang="en-GB" sz="1350" noProof="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lang="en-GB" sz="1200" b="1" spc="-10" noProof="0" dirty="0">
                <a:latin typeface="Arial"/>
                <a:cs typeface="Arial"/>
              </a:rPr>
              <a:t>Terms</a:t>
            </a:r>
            <a:endParaRPr lang="en-GB" sz="1200" noProof="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lang="en-GB" sz="1400" noProof="0" dirty="0">
              <a:latin typeface="Arial"/>
              <a:cs typeface="Arial"/>
            </a:endParaRPr>
          </a:p>
          <a:p>
            <a:pPr marL="469900" marR="579755" indent="-313055">
              <a:lnSpc>
                <a:spcPct val="102299"/>
              </a:lnSpc>
              <a:buChar char="●"/>
              <a:tabLst>
                <a:tab pos="469900" algn="l"/>
              </a:tabLst>
            </a:pPr>
            <a:r>
              <a:rPr lang="en-GB" sz="1100" spc="-20" noProof="0" dirty="0">
                <a:latin typeface="Arial"/>
                <a:cs typeface="Arial"/>
              </a:rPr>
              <a:t>Typeface/Family:</a:t>
            </a:r>
            <a:r>
              <a:rPr lang="en-GB" sz="1100" spc="-25" noProof="0" dirty="0">
                <a:latin typeface="Arial"/>
                <a:cs typeface="Arial"/>
              </a:rPr>
              <a:t> </a:t>
            </a:r>
            <a:r>
              <a:rPr lang="en-GB" sz="1100" spc="-65" noProof="0" dirty="0">
                <a:latin typeface="Arial"/>
                <a:cs typeface="Arial"/>
              </a:rPr>
              <a:t>a</a:t>
            </a:r>
            <a:r>
              <a:rPr lang="en-GB" sz="1100" spc="-25" noProof="0" dirty="0">
                <a:latin typeface="Arial"/>
                <a:cs typeface="Arial"/>
              </a:rPr>
              <a:t> </a:t>
            </a:r>
            <a:r>
              <a:rPr lang="en-GB" sz="1100" noProof="0" dirty="0">
                <a:latin typeface="Arial"/>
                <a:cs typeface="Arial"/>
              </a:rPr>
              <a:t>collection</a:t>
            </a:r>
            <a:r>
              <a:rPr lang="en-GB" sz="1100" spc="-25" noProof="0" dirty="0">
                <a:latin typeface="Arial"/>
                <a:cs typeface="Arial"/>
              </a:rPr>
              <a:t> </a:t>
            </a:r>
            <a:r>
              <a:rPr lang="en-GB" sz="1100" noProof="0" dirty="0">
                <a:latin typeface="Arial"/>
                <a:cs typeface="Arial"/>
              </a:rPr>
              <a:t>of</a:t>
            </a:r>
            <a:r>
              <a:rPr lang="en-GB" sz="1100" spc="-25" noProof="0" dirty="0">
                <a:latin typeface="Arial"/>
                <a:cs typeface="Arial"/>
              </a:rPr>
              <a:t> </a:t>
            </a:r>
            <a:r>
              <a:rPr lang="en-GB" sz="1100" noProof="0" dirty="0">
                <a:latin typeface="Arial"/>
                <a:cs typeface="Arial"/>
              </a:rPr>
              <a:t>fonts</a:t>
            </a:r>
            <a:r>
              <a:rPr lang="en-GB" sz="1100" spc="-20" noProof="0" dirty="0">
                <a:latin typeface="Arial"/>
                <a:cs typeface="Arial"/>
              </a:rPr>
              <a:t> </a:t>
            </a:r>
            <a:r>
              <a:rPr lang="en-GB" sz="1100" noProof="0" dirty="0">
                <a:latin typeface="Arial"/>
                <a:cs typeface="Arial"/>
              </a:rPr>
              <a:t>into</a:t>
            </a:r>
            <a:r>
              <a:rPr lang="en-GB" sz="1100" spc="-25" noProof="0" dirty="0">
                <a:latin typeface="Arial"/>
                <a:cs typeface="Arial"/>
              </a:rPr>
              <a:t> </a:t>
            </a:r>
            <a:r>
              <a:rPr lang="en-GB" sz="1100" spc="-65" noProof="0" dirty="0">
                <a:latin typeface="Arial"/>
                <a:cs typeface="Arial"/>
              </a:rPr>
              <a:t>a</a:t>
            </a:r>
            <a:r>
              <a:rPr lang="en-GB" sz="1100" spc="-25" noProof="0" dirty="0">
                <a:latin typeface="Arial"/>
                <a:cs typeface="Arial"/>
              </a:rPr>
              <a:t> </a:t>
            </a:r>
            <a:r>
              <a:rPr lang="en-GB" sz="1100" noProof="0" dirty="0">
                <a:latin typeface="Arial"/>
                <a:cs typeface="Arial"/>
              </a:rPr>
              <a:t>family</a:t>
            </a:r>
            <a:r>
              <a:rPr lang="en-GB" sz="1100" spc="-25" noProof="0" dirty="0">
                <a:latin typeface="Arial"/>
                <a:cs typeface="Arial"/>
              </a:rPr>
              <a:t> </a:t>
            </a:r>
            <a:r>
              <a:rPr lang="en-GB" sz="1100" spc="-20" noProof="0" dirty="0">
                <a:latin typeface="Arial"/>
                <a:cs typeface="Arial"/>
              </a:rPr>
              <a:t>i.e. </a:t>
            </a:r>
            <a:r>
              <a:rPr lang="en-GB" sz="1100" noProof="0" dirty="0">
                <a:latin typeface="Arial"/>
                <a:cs typeface="Arial"/>
              </a:rPr>
              <a:t>Helvetica</a:t>
            </a:r>
            <a:r>
              <a:rPr lang="en-GB" sz="1100" spc="-70" noProof="0" dirty="0">
                <a:latin typeface="Arial"/>
                <a:cs typeface="Arial"/>
              </a:rPr>
              <a:t> </a:t>
            </a:r>
            <a:r>
              <a:rPr lang="en-GB" sz="1100" noProof="0" dirty="0">
                <a:latin typeface="Arial"/>
                <a:cs typeface="Arial"/>
              </a:rPr>
              <a:t>family</a:t>
            </a:r>
            <a:r>
              <a:rPr lang="en-GB" sz="1100" spc="-65" noProof="0" dirty="0">
                <a:latin typeface="Arial"/>
                <a:cs typeface="Arial"/>
              </a:rPr>
              <a:t> </a:t>
            </a:r>
            <a:r>
              <a:rPr lang="en-GB" sz="1100" spc="-35" noProof="0" dirty="0">
                <a:latin typeface="Arial"/>
                <a:cs typeface="Arial"/>
              </a:rPr>
              <a:t>may</a:t>
            </a:r>
            <a:r>
              <a:rPr lang="en-GB" sz="1100" spc="-65" noProof="0" dirty="0">
                <a:latin typeface="Arial"/>
                <a:cs typeface="Arial"/>
              </a:rPr>
              <a:t> </a:t>
            </a:r>
            <a:r>
              <a:rPr lang="en-GB" sz="1100" noProof="0" dirty="0">
                <a:latin typeface="Arial"/>
                <a:cs typeface="Arial"/>
              </a:rPr>
              <a:t>include</a:t>
            </a:r>
            <a:r>
              <a:rPr lang="en-GB" sz="1100" spc="-65" noProof="0" dirty="0">
                <a:latin typeface="Arial"/>
                <a:cs typeface="Arial"/>
              </a:rPr>
              <a:t> </a:t>
            </a:r>
            <a:r>
              <a:rPr lang="en-GB" sz="1100" noProof="0" dirty="0">
                <a:latin typeface="Arial"/>
                <a:cs typeface="Arial"/>
              </a:rPr>
              <a:t>Bold</a:t>
            </a:r>
            <a:r>
              <a:rPr lang="en-GB" sz="1100" spc="-70" noProof="0" dirty="0">
                <a:latin typeface="Arial"/>
                <a:cs typeface="Arial"/>
              </a:rPr>
              <a:t> </a:t>
            </a:r>
            <a:r>
              <a:rPr lang="en-GB" sz="1100" noProof="0" dirty="0">
                <a:latin typeface="Arial"/>
                <a:cs typeface="Arial"/>
              </a:rPr>
              <a:t>&amp;</a:t>
            </a:r>
            <a:r>
              <a:rPr lang="en-GB" sz="1100" spc="-65" noProof="0" dirty="0">
                <a:latin typeface="Arial"/>
                <a:cs typeface="Arial"/>
              </a:rPr>
              <a:t> </a:t>
            </a:r>
            <a:r>
              <a:rPr lang="en-GB" sz="1100" spc="-25" noProof="0" dirty="0">
                <a:latin typeface="Arial"/>
                <a:cs typeface="Arial"/>
              </a:rPr>
              <a:t>Regular</a:t>
            </a:r>
            <a:r>
              <a:rPr lang="en-GB" sz="1100" spc="-65" noProof="0" dirty="0">
                <a:latin typeface="Arial"/>
                <a:cs typeface="Arial"/>
              </a:rPr>
              <a:t> </a:t>
            </a:r>
            <a:r>
              <a:rPr lang="en-GB" sz="1100" spc="-10" noProof="0" dirty="0">
                <a:latin typeface="Arial"/>
                <a:cs typeface="Arial"/>
              </a:rPr>
              <a:t>fonts.</a:t>
            </a:r>
            <a:endParaRPr lang="en-GB" sz="1100" noProof="0" dirty="0">
              <a:latin typeface="Arial"/>
              <a:cs typeface="Arial"/>
            </a:endParaRPr>
          </a:p>
          <a:p>
            <a:pPr marL="469265" indent="-312420">
              <a:lnSpc>
                <a:spcPct val="100000"/>
              </a:lnSpc>
              <a:spcBef>
                <a:spcPts val="30"/>
              </a:spcBef>
              <a:buChar char="●"/>
              <a:tabLst>
                <a:tab pos="469265" algn="l"/>
              </a:tabLst>
            </a:pPr>
            <a:r>
              <a:rPr lang="en-GB" sz="1100" noProof="0" dirty="0">
                <a:latin typeface="Arial"/>
                <a:cs typeface="Arial"/>
              </a:rPr>
              <a:t>Weight:</a:t>
            </a:r>
            <a:r>
              <a:rPr lang="en-GB" sz="1100" spc="-30" noProof="0" dirty="0">
                <a:latin typeface="Arial"/>
                <a:cs typeface="Arial"/>
              </a:rPr>
              <a:t> </a:t>
            </a:r>
            <a:r>
              <a:rPr lang="en-GB" sz="1100" noProof="0" dirty="0">
                <a:latin typeface="Arial"/>
                <a:cs typeface="Arial"/>
              </a:rPr>
              <a:t>the</a:t>
            </a:r>
            <a:r>
              <a:rPr lang="en-GB" sz="1100" spc="-25" noProof="0" dirty="0">
                <a:latin typeface="Arial"/>
                <a:cs typeface="Arial"/>
              </a:rPr>
              <a:t> </a:t>
            </a:r>
            <a:r>
              <a:rPr lang="en-GB" sz="1100" noProof="0" dirty="0">
                <a:latin typeface="Arial"/>
                <a:cs typeface="Arial"/>
              </a:rPr>
              <a:t>weight</a:t>
            </a:r>
            <a:r>
              <a:rPr lang="en-GB" sz="1100" spc="-25" noProof="0" dirty="0">
                <a:latin typeface="Arial"/>
                <a:cs typeface="Arial"/>
              </a:rPr>
              <a:t> </a:t>
            </a:r>
            <a:r>
              <a:rPr lang="en-GB" sz="1100" noProof="0" dirty="0">
                <a:latin typeface="Arial"/>
                <a:cs typeface="Arial"/>
              </a:rPr>
              <a:t>of</a:t>
            </a:r>
            <a:r>
              <a:rPr lang="en-GB" sz="1100" spc="-25" noProof="0" dirty="0">
                <a:latin typeface="Arial"/>
                <a:cs typeface="Arial"/>
              </a:rPr>
              <a:t> </a:t>
            </a:r>
            <a:r>
              <a:rPr lang="en-GB" sz="1100" noProof="0" dirty="0">
                <a:latin typeface="Arial"/>
                <a:cs typeface="Arial"/>
              </a:rPr>
              <a:t>the</a:t>
            </a:r>
            <a:r>
              <a:rPr lang="en-GB" sz="1100" spc="-30" noProof="0" dirty="0">
                <a:latin typeface="Arial"/>
                <a:cs typeface="Arial"/>
              </a:rPr>
              <a:t> </a:t>
            </a:r>
            <a:r>
              <a:rPr lang="en-GB" sz="1100" spc="-35" noProof="0" dirty="0">
                <a:latin typeface="Arial"/>
                <a:cs typeface="Arial"/>
              </a:rPr>
              <a:t>appearance</a:t>
            </a:r>
            <a:r>
              <a:rPr lang="en-GB" sz="1100" spc="-25" noProof="0" dirty="0">
                <a:latin typeface="Arial"/>
                <a:cs typeface="Arial"/>
              </a:rPr>
              <a:t> </a:t>
            </a:r>
            <a:r>
              <a:rPr lang="en-GB" sz="1100" spc="-45" noProof="0" dirty="0">
                <a:latin typeface="Arial"/>
                <a:cs typeface="Arial"/>
              </a:rPr>
              <a:t>(i.e.</a:t>
            </a:r>
            <a:r>
              <a:rPr lang="en-GB" sz="1100" spc="-25" noProof="0" dirty="0">
                <a:latin typeface="Arial"/>
                <a:cs typeface="Arial"/>
              </a:rPr>
              <a:t> </a:t>
            </a:r>
            <a:r>
              <a:rPr lang="en-GB" sz="1100" spc="-10" noProof="0" dirty="0">
                <a:latin typeface="Arial"/>
                <a:cs typeface="Arial"/>
              </a:rPr>
              <a:t>bold)</a:t>
            </a:r>
            <a:endParaRPr lang="en-GB" sz="1100" noProof="0" dirty="0">
              <a:latin typeface="Arial"/>
              <a:cs typeface="Arial"/>
            </a:endParaRPr>
          </a:p>
          <a:p>
            <a:pPr marL="469265" indent="-312420">
              <a:lnSpc>
                <a:spcPct val="100000"/>
              </a:lnSpc>
              <a:spcBef>
                <a:spcPts val="30"/>
              </a:spcBef>
              <a:buChar char="●"/>
              <a:tabLst>
                <a:tab pos="469265" algn="l"/>
              </a:tabLst>
            </a:pPr>
            <a:r>
              <a:rPr lang="en-GB" sz="1100" spc="-20" noProof="0" dirty="0">
                <a:latin typeface="Arial"/>
                <a:cs typeface="Arial"/>
              </a:rPr>
              <a:t>Style:</a:t>
            </a:r>
            <a:r>
              <a:rPr lang="en-GB" sz="1100" spc="-50" noProof="0" dirty="0">
                <a:latin typeface="Arial"/>
                <a:cs typeface="Arial"/>
              </a:rPr>
              <a:t> </a:t>
            </a:r>
            <a:r>
              <a:rPr lang="en-GB" sz="1100" noProof="0" dirty="0">
                <a:latin typeface="Arial"/>
                <a:cs typeface="Arial"/>
              </a:rPr>
              <a:t>stylisations</a:t>
            </a:r>
            <a:r>
              <a:rPr lang="en-GB" sz="1100" spc="-45" noProof="0" dirty="0">
                <a:latin typeface="Arial"/>
                <a:cs typeface="Arial"/>
              </a:rPr>
              <a:t> </a:t>
            </a:r>
            <a:r>
              <a:rPr lang="en-GB" sz="1100" spc="-10" noProof="0" dirty="0">
                <a:latin typeface="Arial"/>
                <a:cs typeface="Arial"/>
              </a:rPr>
              <a:t>applied</a:t>
            </a:r>
            <a:r>
              <a:rPr lang="en-GB" sz="1100" spc="-45" noProof="0" dirty="0">
                <a:latin typeface="Arial"/>
                <a:cs typeface="Arial"/>
              </a:rPr>
              <a:t> </a:t>
            </a:r>
            <a:r>
              <a:rPr lang="en-GB" sz="1100" spc="50" noProof="0" dirty="0">
                <a:latin typeface="Arial"/>
                <a:cs typeface="Arial"/>
              </a:rPr>
              <a:t>to</a:t>
            </a:r>
            <a:r>
              <a:rPr lang="en-GB" sz="1100" spc="-50" noProof="0" dirty="0">
                <a:latin typeface="Arial"/>
                <a:cs typeface="Arial"/>
              </a:rPr>
              <a:t> </a:t>
            </a:r>
            <a:r>
              <a:rPr lang="en-GB" sz="1100" noProof="0" dirty="0">
                <a:latin typeface="Arial"/>
                <a:cs typeface="Arial"/>
              </a:rPr>
              <a:t>the</a:t>
            </a:r>
            <a:r>
              <a:rPr lang="en-GB" sz="1100" spc="-45" noProof="0" dirty="0">
                <a:latin typeface="Arial"/>
                <a:cs typeface="Arial"/>
              </a:rPr>
              <a:t> </a:t>
            </a:r>
            <a:r>
              <a:rPr lang="en-GB" sz="1100" noProof="0" dirty="0">
                <a:latin typeface="Arial"/>
                <a:cs typeface="Arial"/>
              </a:rPr>
              <a:t>font</a:t>
            </a:r>
            <a:r>
              <a:rPr lang="en-GB" sz="1100" spc="-45" noProof="0" dirty="0">
                <a:latin typeface="Arial"/>
                <a:cs typeface="Arial"/>
              </a:rPr>
              <a:t> </a:t>
            </a:r>
            <a:r>
              <a:rPr lang="en-GB" sz="1100" spc="-35" noProof="0" dirty="0">
                <a:latin typeface="Arial"/>
                <a:cs typeface="Arial"/>
              </a:rPr>
              <a:t>such</a:t>
            </a:r>
            <a:r>
              <a:rPr lang="en-GB" sz="1100" spc="-45" noProof="0" dirty="0">
                <a:latin typeface="Arial"/>
                <a:cs typeface="Arial"/>
              </a:rPr>
              <a:t> </a:t>
            </a:r>
            <a:r>
              <a:rPr lang="en-GB" sz="1100" spc="-70" noProof="0" dirty="0">
                <a:latin typeface="Arial"/>
                <a:cs typeface="Arial"/>
              </a:rPr>
              <a:t>as</a:t>
            </a:r>
            <a:r>
              <a:rPr lang="en-GB" sz="1100" spc="-50" noProof="0" dirty="0">
                <a:latin typeface="Arial"/>
                <a:cs typeface="Arial"/>
              </a:rPr>
              <a:t> </a:t>
            </a:r>
            <a:r>
              <a:rPr lang="en-GB" sz="1100" spc="-10" noProof="0" dirty="0">
                <a:latin typeface="Arial"/>
                <a:cs typeface="Arial"/>
              </a:rPr>
              <a:t>italicized</a:t>
            </a:r>
            <a:endParaRPr lang="en-GB" sz="1100" noProof="0" dirty="0">
              <a:latin typeface="Arial"/>
              <a:cs typeface="Arial"/>
            </a:endParaRPr>
          </a:p>
          <a:p>
            <a:pPr marL="469265" indent="-312420">
              <a:lnSpc>
                <a:spcPct val="100000"/>
              </a:lnSpc>
              <a:spcBef>
                <a:spcPts val="30"/>
              </a:spcBef>
              <a:buChar char="●"/>
              <a:tabLst>
                <a:tab pos="469265" algn="l"/>
              </a:tabLst>
            </a:pPr>
            <a:r>
              <a:rPr lang="en-GB" sz="1100" spc="-50" noProof="0" dirty="0">
                <a:latin typeface="Arial"/>
                <a:cs typeface="Arial"/>
              </a:rPr>
              <a:t>Size: </a:t>
            </a:r>
            <a:r>
              <a:rPr lang="en-GB" sz="1100" noProof="0" dirty="0">
                <a:latin typeface="Arial"/>
                <a:cs typeface="Arial"/>
              </a:rPr>
              <a:t>the</a:t>
            </a:r>
            <a:r>
              <a:rPr lang="en-GB" sz="1100" spc="-45" noProof="0" dirty="0">
                <a:latin typeface="Arial"/>
                <a:cs typeface="Arial"/>
              </a:rPr>
              <a:t> </a:t>
            </a:r>
            <a:r>
              <a:rPr lang="en-GB" sz="1100" spc="-35" noProof="0" dirty="0">
                <a:latin typeface="Arial"/>
                <a:cs typeface="Arial"/>
              </a:rPr>
              <a:t>size</a:t>
            </a:r>
            <a:r>
              <a:rPr lang="en-GB" sz="1100" spc="-50" noProof="0" dirty="0">
                <a:latin typeface="Arial"/>
                <a:cs typeface="Arial"/>
              </a:rPr>
              <a:t> </a:t>
            </a:r>
            <a:r>
              <a:rPr lang="en-GB" sz="1100" noProof="0" dirty="0">
                <a:latin typeface="Arial"/>
                <a:cs typeface="Arial"/>
              </a:rPr>
              <a:t>of</a:t>
            </a:r>
            <a:r>
              <a:rPr lang="en-GB" sz="1100" spc="-45" noProof="0" dirty="0">
                <a:latin typeface="Arial"/>
                <a:cs typeface="Arial"/>
              </a:rPr>
              <a:t> </a:t>
            </a:r>
            <a:r>
              <a:rPr lang="en-GB" sz="1100" noProof="0" dirty="0">
                <a:latin typeface="Arial"/>
                <a:cs typeface="Arial"/>
              </a:rPr>
              <a:t>the</a:t>
            </a:r>
            <a:r>
              <a:rPr lang="en-GB" sz="1100" spc="-50" noProof="0" dirty="0">
                <a:latin typeface="Arial"/>
                <a:cs typeface="Arial"/>
              </a:rPr>
              <a:t> </a:t>
            </a:r>
            <a:r>
              <a:rPr lang="en-GB" sz="1100" spc="-10" noProof="0" dirty="0">
                <a:latin typeface="Arial"/>
                <a:cs typeface="Arial"/>
              </a:rPr>
              <a:t>letters</a:t>
            </a:r>
            <a:endParaRPr lang="en-GB" sz="1100" noProof="0" dirty="0">
              <a:latin typeface="Arial"/>
              <a:cs typeface="Arial"/>
            </a:endParaRPr>
          </a:p>
          <a:p>
            <a:pPr marL="469265" indent="-312420">
              <a:lnSpc>
                <a:spcPct val="100000"/>
              </a:lnSpc>
              <a:spcBef>
                <a:spcPts val="30"/>
              </a:spcBef>
              <a:buChar char="●"/>
              <a:tabLst>
                <a:tab pos="469265" algn="l"/>
              </a:tabLst>
            </a:pPr>
            <a:r>
              <a:rPr lang="en-GB" sz="1100" spc="-20" noProof="0" dirty="0">
                <a:latin typeface="Arial"/>
                <a:cs typeface="Arial"/>
              </a:rPr>
              <a:t>Leading/Line</a:t>
            </a:r>
            <a:r>
              <a:rPr lang="en-GB" sz="1100" spc="-30" noProof="0" dirty="0">
                <a:latin typeface="Arial"/>
                <a:cs typeface="Arial"/>
              </a:rPr>
              <a:t> </a:t>
            </a:r>
            <a:r>
              <a:rPr lang="en-GB" sz="1100" noProof="0" dirty="0">
                <a:latin typeface="Arial"/>
                <a:cs typeface="Arial"/>
              </a:rPr>
              <a:t>Height:</a:t>
            </a:r>
            <a:r>
              <a:rPr lang="en-GB" sz="1100" spc="-25" noProof="0" dirty="0">
                <a:latin typeface="Arial"/>
                <a:cs typeface="Arial"/>
              </a:rPr>
              <a:t> </a:t>
            </a:r>
            <a:r>
              <a:rPr lang="en-GB" sz="1100" noProof="0" dirty="0">
                <a:latin typeface="Arial"/>
                <a:cs typeface="Arial"/>
              </a:rPr>
              <a:t>the</a:t>
            </a:r>
            <a:r>
              <a:rPr lang="en-GB" sz="1100" spc="-30" noProof="0" dirty="0">
                <a:latin typeface="Arial"/>
                <a:cs typeface="Arial"/>
              </a:rPr>
              <a:t> </a:t>
            </a:r>
            <a:r>
              <a:rPr lang="en-GB" sz="1100" noProof="0" dirty="0">
                <a:latin typeface="Arial"/>
                <a:cs typeface="Arial"/>
              </a:rPr>
              <a:t>vertical</a:t>
            </a:r>
            <a:r>
              <a:rPr lang="en-GB" sz="1100" spc="-25" noProof="0" dirty="0">
                <a:latin typeface="Arial"/>
                <a:cs typeface="Arial"/>
              </a:rPr>
              <a:t> </a:t>
            </a:r>
            <a:r>
              <a:rPr lang="en-GB" sz="1100" spc="-50" noProof="0" dirty="0">
                <a:latin typeface="Arial"/>
                <a:cs typeface="Arial"/>
              </a:rPr>
              <a:t>space</a:t>
            </a:r>
            <a:r>
              <a:rPr lang="en-GB" sz="1100" spc="-25" noProof="0" dirty="0">
                <a:latin typeface="Arial"/>
                <a:cs typeface="Arial"/>
              </a:rPr>
              <a:t> </a:t>
            </a:r>
            <a:r>
              <a:rPr lang="en-GB" sz="1100" noProof="0" dirty="0">
                <a:latin typeface="Arial"/>
                <a:cs typeface="Arial"/>
              </a:rPr>
              <a:t>between</a:t>
            </a:r>
            <a:r>
              <a:rPr lang="en-GB" sz="1100" spc="-30" noProof="0" dirty="0">
                <a:latin typeface="Arial"/>
                <a:cs typeface="Arial"/>
              </a:rPr>
              <a:t> </a:t>
            </a:r>
            <a:r>
              <a:rPr lang="en-GB" sz="1100" spc="-10" noProof="0" dirty="0">
                <a:latin typeface="Arial"/>
                <a:cs typeface="Arial"/>
              </a:rPr>
              <a:t>lines</a:t>
            </a:r>
            <a:endParaRPr lang="en-GB" sz="1100" noProof="0" dirty="0">
              <a:latin typeface="Arial"/>
              <a:cs typeface="Arial"/>
            </a:endParaRPr>
          </a:p>
          <a:p>
            <a:pPr marL="469265" indent="-312420">
              <a:lnSpc>
                <a:spcPct val="100000"/>
              </a:lnSpc>
              <a:spcBef>
                <a:spcPts val="30"/>
              </a:spcBef>
              <a:buChar char="●"/>
              <a:tabLst>
                <a:tab pos="469265" algn="l"/>
              </a:tabLst>
            </a:pPr>
            <a:r>
              <a:rPr lang="en-GB" sz="1100" noProof="0" dirty="0">
                <a:latin typeface="Arial"/>
                <a:cs typeface="Arial"/>
              </a:rPr>
              <a:t>Tracking/Letter</a:t>
            </a:r>
            <a:r>
              <a:rPr lang="en-GB" sz="1100" spc="-25" noProof="0" dirty="0">
                <a:latin typeface="Arial"/>
                <a:cs typeface="Arial"/>
              </a:rPr>
              <a:t> </a:t>
            </a:r>
            <a:r>
              <a:rPr lang="en-GB" sz="1100" spc="-45" noProof="0" dirty="0">
                <a:latin typeface="Arial"/>
                <a:cs typeface="Arial"/>
              </a:rPr>
              <a:t>Spacing:</a:t>
            </a:r>
            <a:r>
              <a:rPr lang="en-GB" sz="1100" spc="-25" noProof="0" dirty="0">
                <a:latin typeface="Arial"/>
                <a:cs typeface="Arial"/>
              </a:rPr>
              <a:t> </a:t>
            </a:r>
            <a:r>
              <a:rPr lang="en-GB" sz="1100" noProof="0" dirty="0">
                <a:latin typeface="Arial"/>
                <a:cs typeface="Arial"/>
              </a:rPr>
              <a:t>the</a:t>
            </a:r>
            <a:r>
              <a:rPr lang="en-GB" sz="1100" spc="-25" noProof="0" dirty="0">
                <a:latin typeface="Arial"/>
                <a:cs typeface="Arial"/>
              </a:rPr>
              <a:t> </a:t>
            </a:r>
            <a:r>
              <a:rPr lang="en-GB" sz="1100" noProof="0" dirty="0">
                <a:latin typeface="Arial"/>
                <a:cs typeface="Arial"/>
              </a:rPr>
              <a:t>horizontal</a:t>
            </a:r>
            <a:r>
              <a:rPr lang="en-GB" sz="1100" spc="-25" noProof="0" dirty="0">
                <a:latin typeface="Arial"/>
                <a:cs typeface="Arial"/>
              </a:rPr>
              <a:t> </a:t>
            </a:r>
            <a:r>
              <a:rPr lang="en-GB" sz="1100" spc="-50" noProof="0" dirty="0">
                <a:latin typeface="Arial"/>
                <a:cs typeface="Arial"/>
              </a:rPr>
              <a:t>space</a:t>
            </a:r>
            <a:r>
              <a:rPr lang="en-GB" sz="1100" spc="-25" noProof="0" dirty="0">
                <a:latin typeface="Arial"/>
                <a:cs typeface="Arial"/>
              </a:rPr>
              <a:t> </a:t>
            </a:r>
            <a:r>
              <a:rPr lang="en-GB" sz="1100" noProof="0" dirty="0">
                <a:latin typeface="Arial"/>
                <a:cs typeface="Arial"/>
              </a:rPr>
              <a:t>between</a:t>
            </a:r>
            <a:r>
              <a:rPr lang="en-GB" sz="1100" spc="-25" noProof="0" dirty="0">
                <a:latin typeface="Arial"/>
                <a:cs typeface="Arial"/>
              </a:rPr>
              <a:t> </a:t>
            </a:r>
            <a:r>
              <a:rPr lang="en-GB" sz="1100" spc="-10" noProof="0" dirty="0">
                <a:latin typeface="Arial"/>
                <a:cs typeface="Arial"/>
              </a:rPr>
              <a:t>letters</a:t>
            </a:r>
            <a:endParaRPr lang="en-GB" sz="1100" noProof="0" dirty="0">
              <a:latin typeface="Arial"/>
              <a:cs typeface="Arial"/>
            </a:endParaRPr>
          </a:p>
          <a:p>
            <a:pPr marL="469900" marR="61594" indent="-313055">
              <a:lnSpc>
                <a:spcPct val="102299"/>
              </a:lnSpc>
              <a:buChar char="●"/>
              <a:tabLst>
                <a:tab pos="469900" algn="l"/>
              </a:tabLst>
            </a:pPr>
            <a:r>
              <a:rPr lang="en-GB" sz="1100" spc="-20" noProof="0" dirty="0">
                <a:latin typeface="Arial"/>
                <a:cs typeface="Arial"/>
              </a:rPr>
              <a:t>Serif/Sans-Serif:</a:t>
            </a:r>
            <a:r>
              <a:rPr lang="en-GB" sz="1100" spc="-30" noProof="0" dirty="0">
                <a:latin typeface="Arial"/>
                <a:cs typeface="Arial"/>
              </a:rPr>
              <a:t> </a:t>
            </a:r>
            <a:r>
              <a:rPr lang="en-GB" sz="1100" noProof="0" dirty="0">
                <a:latin typeface="Arial"/>
                <a:cs typeface="Arial"/>
              </a:rPr>
              <a:t>serif</a:t>
            </a:r>
            <a:r>
              <a:rPr lang="en-GB" sz="1100" spc="-30" noProof="0" dirty="0">
                <a:latin typeface="Arial"/>
                <a:cs typeface="Arial"/>
              </a:rPr>
              <a:t> </a:t>
            </a:r>
            <a:r>
              <a:rPr lang="en-GB" sz="1100" noProof="0" dirty="0">
                <a:latin typeface="Arial"/>
                <a:cs typeface="Arial"/>
              </a:rPr>
              <a:t>font</a:t>
            </a:r>
            <a:r>
              <a:rPr lang="en-GB" sz="1100" spc="-30" noProof="0" dirty="0">
                <a:latin typeface="Arial"/>
                <a:cs typeface="Arial"/>
              </a:rPr>
              <a:t> </a:t>
            </a:r>
            <a:r>
              <a:rPr lang="en-GB" sz="1100" spc="-55" noProof="0" dirty="0">
                <a:latin typeface="Arial"/>
                <a:cs typeface="Arial"/>
              </a:rPr>
              <a:t>has</a:t>
            </a:r>
            <a:r>
              <a:rPr lang="en-GB" sz="1100" spc="-30" noProof="0" dirty="0">
                <a:latin typeface="Arial"/>
                <a:cs typeface="Arial"/>
              </a:rPr>
              <a:t> </a:t>
            </a:r>
            <a:r>
              <a:rPr lang="en-GB" sz="1100" spc="-25" noProof="0" dirty="0">
                <a:latin typeface="Arial"/>
                <a:cs typeface="Arial"/>
              </a:rPr>
              <a:t>small</a:t>
            </a:r>
            <a:r>
              <a:rPr lang="en-GB" sz="1100" spc="-30" noProof="0" dirty="0">
                <a:latin typeface="Arial"/>
                <a:cs typeface="Arial"/>
              </a:rPr>
              <a:t> </a:t>
            </a:r>
            <a:r>
              <a:rPr lang="en-GB" sz="1100" noProof="0" dirty="0">
                <a:latin typeface="Arial"/>
                <a:cs typeface="Arial"/>
              </a:rPr>
              <a:t>projections</a:t>
            </a:r>
            <a:r>
              <a:rPr lang="en-GB" sz="1100" spc="-30" noProof="0" dirty="0">
                <a:latin typeface="Arial"/>
                <a:cs typeface="Arial"/>
              </a:rPr>
              <a:t> </a:t>
            </a:r>
            <a:r>
              <a:rPr lang="en-GB" sz="1100" spc="-10" noProof="0" dirty="0">
                <a:latin typeface="Arial"/>
                <a:cs typeface="Arial"/>
              </a:rPr>
              <a:t>on</a:t>
            </a:r>
            <a:r>
              <a:rPr lang="en-GB" sz="1100" spc="-30" noProof="0" dirty="0">
                <a:latin typeface="Arial"/>
                <a:cs typeface="Arial"/>
              </a:rPr>
              <a:t> </a:t>
            </a:r>
            <a:r>
              <a:rPr lang="en-GB" sz="1100" noProof="0" dirty="0">
                <a:latin typeface="Arial"/>
                <a:cs typeface="Arial"/>
              </a:rPr>
              <a:t>the</a:t>
            </a:r>
            <a:r>
              <a:rPr lang="en-GB" sz="1100" spc="-30" noProof="0" dirty="0">
                <a:latin typeface="Arial"/>
                <a:cs typeface="Arial"/>
              </a:rPr>
              <a:t> </a:t>
            </a:r>
            <a:r>
              <a:rPr lang="en-GB" sz="1100" spc="-10" noProof="0" dirty="0">
                <a:latin typeface="Arial"/>
                <a:cs typeface="Arial"/>
              </a:rPr>
              <a:t>letters, </a:t>
            </a:r>
            <a:r>
              <a:rPr lang="en-GB" sz="1100" spc="-35" noProof="0" dirty="0">
                <a:latin typeface="Arial"/>
                <a:cs typeface="Arial"/>
              </a:rPr>
              <a:t>“sans”</a:t>
            </a:r>
            <a:r>
              <a:rPr lang="en-GB" sz="1100" noProof="0" dirty="0">
                <a:latin typeface="Arial"/>
                <a:cs typeface="Arial"/>
              </a:rPr>
              <a:t> </a:t>
            </a:r>
            <a:r>
              <a:rPr lang="en-GB" sz="1100" spc="-45" noProof="0" dirty="0">
                <a:latin typeface="Arial"/>
                <a:cs typeface="Arial"/>
              </a:rPr>
              <a:t>means</a:t>
            </a:r>
            <a:r>
              <a:rPr lang="en-GB" sz="1100" spc="5" noProof="0" dirty="0">
                <a:latin typeface="Arial"/>
                <a:cs typeface="Arial"/>
              </a:rPr>
              <a:t> </a:t>
            </a:r>
            <a:r>
              <a:rPr lang="en-GB" sz="1100" noProof="0" dirty="0">
                <a:latin typeface="Arial"/>
                <a:cs typeface="Arial"/>
              </a:rPr>
              <a:t>without</a:t>
            </a:r>
            <a:r>
              <a:rPr lang="en-GB" sz="1100" spc="5" noProof="0" dirty="0">
                <a:latin typeface="Arial"/>
                <a:cs typeface="Arial"/>
              </a:rPr>
              <a:t> </a:t>
            </a:r>
            <a:r>
              <a:rPr lang="en-GB" sz="1100" noProof="0" dirty="0">
                <a:latin typeface="Arial"/>
                <a:cs typeface="Arial"/>
              </a:rPr>
              <a:t>in</a:t>
            </a:r>
            <a:r>
              <a:rPr lang="en-GB" sz="1100" spc="5" noProof="0" dirty="0">
                <a:latin typeface="Arial"/>
                <a:cs typeface="Arial"/>
              </a:rPr>
              <a:t> </a:t>
            </a:r>
            <a:r>
              <a:rPr lang="en-GB" sz="1100" spc="-10" noProof="0" dirty="0">
                <a:latin typeface="Arial"/>
                <a:cs typeface="Arial"/>
              </a:rPr>
              <a:t>French</a:t>
            </a:r>
            <a:endParaRPr lang="en-GB" sz="1100" noProof="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Arial"/>
              <a:buChar char="●"/>
            </a:pPr>
            <a:endParaRPr lang="en-GB" sz="1350" noProof="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GB" sz="1200" b="1" spc="-25" noProof="0" dirty="0">
                <a:latin typeface="Arial"/>
                <a:cs typeface="Arial"/>
              </a:rPr>
              <a:t>Why</a:t>
            </a:r>
            <a:endParaRPr lang="en-GB" sz="1200" noProof="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lang="en-GB" sz="1400" noProof="0" dirty="0">
              <a:latin typeface="Arial"/>
              <a:cs typeface="Arial"/>
            </a:endParaRPr>
          </a:p>
          <a:p>
            <a:pPr marL="469265" indent="-312420">
              <a:lnSpc>
                <a:spcPct val="100000"/>
              </a:lnSpc>
              <a:buChar char="●"/>
              <a:tabLst>
                <a:tab pos="469265" algn="l"/>
              </a:tabLst>
            </a:pPr>
            <a:r>
              <a:rPr lang="en-GB" sz="1100" noProof="0" dirty="0">
                <a:latin typeface="Arial"/>
                <a:cs typeface="Arial"/>
              </a:rPr>
              <a:t>Short</a:t>
            </a:r>
            <a:r>
              <a:rPr lang="en-GB" sz="1100" spc="-45" noProof="0" dirty="0">
                <a:latin typeface="Arial"/>
                <a:cs typeface="Arial"/>
              </a:rPr>
              <a:t> </a:t>
            </a:r>
            <a:r>
              <a:rPr lang="en-GB" sz="1100" noProof="0" dirty="0">
                <a:latin typeface="Arial"/>
                <a:cs typeface="Arial"/>
              </a:rPr>
              <a:t>attention</a:t>
            </a:r>
            <a:r>
              <a:rPr lang="en-GB" sz="1100" spc="-45" noProof="0" dirty="0">
                <a:latin typeface="Arial"/>
                <a:cs typeface="Arial"/>
              </a:rPr>
              <a:t> span</a:t>
            </a:r>
            <a:r>
              <a:rPr lang="en-GB" sz="1100" spc="-40" noProof="0" dirty="0">
                <a:latin typeface="Arial"/>
                <a:cs typeface="Arial"/>
              </a:rPr>
              <a:t> </a:t>
            </a:r>
            <a:r>
              <a:rPr lang="en-GB" sz="1100" noProof="0" dirty="0">
                <a:latin typeface="Arial"/>
                <a:cs typeface="Arial"/>
              </a:rPr>
              <a:t>-</a:t>
            </a:r>
            <a:r>
              <a:rPr lang="en-GB" sz="1100" spc="-45" noProof="0" dirty="0">
                <a:latin typeface="Arial"/>
                <a:cs typeface="Arial"/>
              </a:rPr>
              <a:t> </a:t>
            </a:r>
            <a:r>
              <a:rPr lang="en-GB" sz="1100" spc="-30" noProof="0" dirty="0">
                <a:latin typeface="Arial"/>
                <a:cs typeface="Arial"/>
              </a:rPr>
              <a:t>needs</a:t>
            </a:r>
            <a:r>
              <a:rPr lang="en-GB" sz="1100" spc="-40" noProof="0" dirty="0">
                <a:latin typeface="Arial"/>
                <a:cs typeface="Arial"/>
              </a:rPr>
              <a:t> </a:t>
            </a:r>
            <a:r>
              <a:rPr lang="en-GB" sz="1100" spc="50" noProof="0" dirty="0">
                <a:latin typeface="Arial"/>
                <a:cs typeface="Arial"/>
              </a:rPr>
              <a:t>to</a:t>
            </a:r>
            <a:r>
              <a:rPr lang="en-GB" sz="1100" spc="-45" noProof="0" dirty="0">
                <a:latin typeface="Arial"/>
                <a:cs typeface="Arial"/>
              </a:rPr>
              <a:t> </a:t>
            </a:r>
            <a:r>
              <a:rPr lang="en-GB" sz="1100" spc="-25" noProof="0" dirty="0">
                <a:latin typeface="Arial"/>
                <a:cs typeface="Arial"/>
              </a:rPr>
              <a:t>be</a:t>
            </a:r>
            <a:r>
              <a:rPr lang="en-GB" sz="1100" spc="-40" noProof="0" dirty="0">
                <a:latin typeface="Arial"/>
                <a:cs typeface="Arial"/>
              </a:rPr>
              <a:t> </a:t>
            </a:r>
            <a:r>
              <a:rPr lang="en-GB" sz="1100" spc="-20" noProof="0" dirty="0">
                <a:latin typeface="Arial"/>
                <a:cs typeface="Arial"/>
              </a:rPr>
              <a:t>readable</a:t>
            </a:r>
            <a:r>
              <a:rPr lang="en-GB" sz="1100" spc="-45" noProof="0" dirty="0">
                <a:latin typeface="Arial"/>
                <a:cs typeface="Arial"/>
              </a:rPr>
              <a:t> </a:t>
            </a:r>
            <a:r>
              <a:rPr lang="en-GB" sz="1100" spc="-10" noProof="0" dirty="0">
                <a:latin typeface="Arial"/>
                <a:cs typeface="Arial"/>
              </a:rPr>
              <a:t>quickly</a:t>
            </a:r>
            <a:endParaRPr lang="en-GB" sz="1100" noProof="0" dirty="0">
              <a:latin typeface="Arial"/>
              <a:cs typeface="Arial"/>
            </a:endParaRPr>
          </a:p>
          <a:p>
            <a:pPr marL="469900" marR="212090" indent="-313055">
              <a:lnSpc>
                <a:spcPct val="102299"/>
              </a:lnSpc>
              <a:buChar char="●"/>
              <a:tabLst>
                <a:tab pos="469900" algn="l"/>
              </a:tabLst>
            </a:pPr>
            <a:r>
              <a:rPr lang="en-GB" sz="1100" spc="-25" noProof="0" dirty="0" err="1">
                <a:latin typeface="Arial"/>
                <a:cs typeface="Arial"/>
              </a:rPr>
              <a:t>Skimmable</a:t>
            </a:r>
            <a:r>
              <a:rPr lang="en-GB" sz="1100" spc="-50" noProof="0" dirty="0">
                <a:latin typeface="Arial"/>
                <a:cs typeface="Arial"/>
              </a:rPr>
              <a:t> </a:t>
            </a:r>
            <a:r>
              <a:rPr lang="en-GB" sz="1100" noProof="0" dirty="0">
                <a:latin typeface="Arial"/>
                <a:cs typeface="Arial"/>
              </a:rPr>
              <a:t>-</a:t>
            </a:r>
            <a:r>
              <a:rPr lang="en-GB" sz="1100" spc="-50" noProof="0" dirty="0">
                <a:latin typeface="Arial"/>
                <a:cs typeface="Arial"/>
              </a:rPr>
              <a:t> </a:t>
            </a:r>
            <a:r>
              <a:rPr lang="en-GB" sz="1100" spc="-30" noProof="0" dirty="0">
                <a:latin typeface="Arial"/>
                <a:cs typeface="Arial"/>
              </a:rPr>
              <a:t>users</a:t>
            </a:r>
            <a:r>
              <a:rPr lang="en-GB" sz="1100" spc="-45" noProof="0" dirty="0">
                <a:latin typeface="Arial"/>
                <a:cs typeface="Arial"/>
              </a:rPr>
              <a:t> </a:t>
            </a:r>
            <a:r>
              <a:rPr lang="en-GB" sz="1100" noProof="0" dirty="0">
                <a:latin typeface="Arial"/>
                <a:cs typeface="Arial"/>
              </a:rPr>
              <a:t>tend</a:t>
            </a:r>
            <a:r>
              <a:rPr lang="en-GB" sz="1100" spc="-50" noProof="0" dirty="0">
                <a:latin typeface="Arial"/>
                <a:cs typeface="Arial"/>
              </a:rPr>
              <a:t> </a:t>
            </a:r>
            <a:r>
              <a:rPr lang="en-GB" sz="1100" spc="50" noProof="0" dirty="0">
                <a:latin typeface="Arial"/>
                <a:cs typeface="Arial"/>
              </a:rPr>
              <a:t>to</a:t>
            </a:r>
            <a:r>
              <a:rPr lang="en-GB" sz="1100" spc="-45" noProof="0" dirty="0">
                <a:latin typeface="Arial"/>
                <a:cs typeface="Arial"/>
              </a:rPr>
              <a:t> </a:t>
            </a:r>
            <a:r>
              <a:rPr lang="en-GB" sz="1100" spc="-25" noProof="0" dirty="0">
                <a:latin typeface="Arial"/>
                <a:cs typeface="Arial"/>
              </a:rPr>
              <a:t>be</a:t>
            </a:r>
            <a:r>
              <a:rPr lang="en-GB" sz="1100" spc="-50" noProof="0" dirty="0">
                <a:latin typeface="Arial"/>
                <a:cs typeface="Arial"/>
              </a:rPr>
              <a:t> </a:t>
            </a:r>
            <a:r>
              <a:rPr lang="en-GB" sz="1100" spc="-25" noProof="0" dirty="0">
                <a:latin typeface="Arial"/>
                <a:cs typeface="Arial"/>
              </a:rPr>
              <a:t>searching</a:t>
            </a:r>
            <a:r>
              <a:rPr lang="en-GB" sz="1100" spc="-45" noProof="0" dirty="0">
                <a:latin typeface="Arial"/>
                <a:cs typeface="Arial"/>
              </a:rPr>
              <a:t> </a:t>
            </a:r>
            <a:r>
              <a:rPr lang="en-GB" sz="1100" noProof="0" dirty="0">
                <a:latin typeface="Arial"/>
                <a:cs typeface="Arial"/>
              </a:rPr>
              <a:t>the</a:t>
            </a:r>
            <a:r>
              <a:rPr lang="en-GB" sz="1100" spc="-50" noProof="0" dirty="0">
                <a:latin typeface="Arial"/>
                <a:cs typeface="Arial"/>
              </a:rPr>
              <a:t> </a:t>
            </a:r>
            <a:r>
              <a:rPr lang="en-GB" sz="1100" noProof="0" dirty="0">
                <a:latin typeface="Arial"/>
                <a:cs typeface="Arial"/>
              </a:rPr>
              <a:t>web</a:t>
            </a:r>
            <a:r>
              <a:rPr lang="en-GB" sz="1100" spc="-45" noProof="0" dirty="0">
                <a:latin typeface="Arial"/>
                <a:cs typeface="Arial"/>
              </a:rPr>
              <a:t> </a:t>
            </a:r>
            <a:r>
              <a:rPr lang="en-GB" sz="1100" noProof="0" dirty="0">
                <a:latin typeface="Arial"/>
                <a:cs typeface="Arial"/>
              </a:rPr>
              <a:t>rather</a:t>
            </a:r>
            <a:r>
              <a:rPr lang="en-GB" sz="1100" spc="-50" noProof="0" dirty="0">
                <a:latin typeface="Arial"/>
                <a:cs typeface="Arial"/>
              </a:rPr>
              <a:t> </a:t>
            </a:r>
            <a:r>
              <a:rPr lang="en-GB" sz="1100" spc="-20" noProof="0" dirty="0">
                <a:latin typeface="Arial"/>
                <a:cs typeface="Arial"/>
              </a:rPr>
              <a:t>than </a:t>
            </a:r>
            <a:r>
              <a:rPr lang="en-GB" sz="1100" spc="-10" noProof="0" dirty="0">
                <a:latin typeface="Arial"/>
                <a:cs typeface="Arial"/>
              </a:rPr>
              <a:t>browsing,</a:t>
            </a:r>
            <a:r>
              <a:rPr lang="en-GB" sz="1100" spc="-40" noProof="0" dirty="0">
                <a:latin typeface="Arial"/>
                <a:cs typeface="Arial"/>
              </a:rPr>
              <a:t> </a:t>
            </a:r>
            <a:r>
              <a:rPr lang="en-GB" sz="1100" noProof="0" dirty="0">
                <a:latin typeface="Arial"/>
                <a:cs typeface="Arial"/>
              </a:rPr>
              <a:t>looking</a:t>
            </a:r>
            <a:r>
              <a:rPr lang="en-GB" sz="1100" spc="-35" noProof="0" dirty="0">
                <a:latin typeface="Arial"/>
                <a:cs typeface="Arial"/>
              </a:rPr>
              <a:t> </a:t>
            </a:r>
            <a:r>
              <a:rPr lang="en-GB" sz="1100" noProof="0" dirty="0">
                <a:latin typeface="Arial"/>
                <a:cs typeface="Arial"/>
              </a:rPr>
              <a:t>for</a:t>
            </a:r>
            <a:r>
              <a:rPr lang="en-GB" sz="1100" spc="-35" noProof="0" dirty="0">
                <a:latin typeface="Arial"/>
                <a:cs typeface="Arial"/>
              </a:rPr>
              <a:t> </a:t>
            </a:r>
            <a:r>
              <a:rPr lang="en-GB" sz="1100" spc="-10" noProof="0" dirty="0">
                <a:latin typeface="Arial"/>
                <a:cs typeface="Arial"/>
              </a:rPr>
              <a:t>something</a:t>
            </a:r>
            <a:r>
              <a:rPr lang="en-GB" sz="1100" spc="-40" noProof="0" dirty="0">
                <a:latin typeface="Arial"/>
                <a:cs typeface="Arial"/>
              </a:rPr>
              <a:t> </a:t>
            </a:r>
            <a:r>
              <a:rPr lang="en-GB" sz="1100" noProof="0" dirty="0">
                <a:latin typeface="Arial"/>
                <a:cs typeface="Arial"/>
              </a:rPr>
              <a:t>in</a:t>
            </a:r>
            <a:r>
              <a:rPr lang="en-GB" sz="1100" spc="-35" noProof="0" dirty="0">
                <a:latin typeface="Arial"/>
                <a:cs typeface="Arial"/>
              </a:rPr>
              <a:t> </a:t>
            </a:r>
            <a:r>
              <a:rPr lang="en-GB" sz="1100" spc="-10" noProof="0" dirty="0">
                <a:latin typeface="Arial"/>
                <a:cs typeface="Arial"/>
              </a:rPr>
              <a:t>particular</a:t>
            </a:r>
            <a:endParaRPr lang="en-GB" sz="1100" noProof="0" dirty="0">
              <a:latin typeface="Arial"/>
              <a:cs typeface="Arial"/>
            </a:endParaRPr>
          </a:p>
          <a:p>
            <a:pPr marL="469265" indent="-312420">
              <a:lnSpc>
                <a:spcPct val="100000"/>
              </a:lnSpc>
              <a:spcBef>
                <a:spcPts val="30"/>
              </a:spcBef>
              <a:buChar char="●"/>
              <a:tabLst>
                <a:tab pos="469265" algn="l"/>
              </a:tabLst>
            </a:pPr>
            <a:r>
              <a:rPr lang="en-GB" sz="1100" spc="-30" noProof="0" dirty="0">
                <a:latin typeface="Arial"/>
                <a:cs typeface="Arial"/>
              </a:rPr>
              <a:t>Accessible</a:t>
            </a:r>
            <a:r>
              <a:rPr lang="en-GB" sz="1100" spc="-55" noProof="0" dirty="0">
                <a:latin typeface="Arial"/>
                <a:cs typeface="Arial"/>
              </a:rPr>
              <a:t> </a:t>
            </a:r>
            <a:r>
              <a:rPr lang="en-GB" sz="1100" noProof="0" dirty="0">
                <a:latin typeface="Arial"/>
                <a:cs typeface="Arial"/>
              </a:rPr>
              <a:t>-</a:t>
            </a:r>
            <a:r>
              <a:rPr lang="en-GB" sz="1100" spc="-55" noProof="0" dirty="0">
                <a:latin typeface="Arial"/>
                <a:cs typeface="Arial"/>
              </a:rPr>
              <a:t> </a:t>
            </a:r>
            <a:r>
              <a:rPr lang="en-GB" sz="1100" noProof="0" dirty="0">
                <a:latin typeface="Arial"/>
                <a:cs typeface="Arial"/>
              </a:rPr>
              <a:t>not</a:t>
            </a:r>
            <a:r>
              <a:rPr lang="en-GB" sz="1100" spc="-50" noProof="0" dirty="0">
                <a:latin typeface="Arial"/>
                <a:cs typeface="Arial"/>
              </a:rPr>
              <a:t> </a:t>
            </a:r>
            <a:r>
              <a:rPr lang="en-GB" sz="1100" noProof="0" dirty="0">
                <a:latin typeface="Arial"/>
                <a:cs typeface="Arial"/>
              </a:rPr>
              <a:t>all</a:t>
            </a:r>
            <a:r>
              <a:rPr lang="en-GB" sz="1100" spc="-55" noProof="0" dirty="0">
                <a:latin typeface="Arial"/>
                <a:cs typeface="Arial"/>
              </a:rPr>
              <a:t> </a:t>
            </a:r>
            <a:r>
              <a:rPr lang="en-GB" sz="1100" spc="-30" noProof="0" dirty="0">
                <a:latin typeface="Arial"/>
                <a:cs typeface="Arial"/>
              </a:rPr>
              <a:t>users</a:t>
            </a:r>
            <a:r>
              <a:rPr lang="en-GB" sz="1100" spc="-50" noProof="0" dirty="0">
                <a:latin typeface="Arial"/>
                <a:cs typeface="Arial"/>
              </a:rPr>
              <a:t> </a:t>
            </a:r>
            <a:r>
              <a:rPr lang="en-GB" sz="1100" spc="-10" noProof="0" dirty="0">
                <a:latin typeface="Arial"/>
                <a:cs typeface="Arial"/>
              </a:rPr>
              <a:t>perceive</a:t>
            </a:r>
            <a:r>
              <a:rPr lang="en-GB" sz="1100" spc="-55" noProof="0" dirty="0">
                <a:latin typeface="Arial"/>
                <a:cs typeface="Arial"/>
              </a:rPr>
              <a:t> </a:t>
            </a:r>
            <a:r>
              <a:rPr lang="en-GB" sz="1100" noProof="0" dirty="0">
                <a:latin typeface="Arial"/>
                <a:cs typeface="Arial"/>
              </a:rPr>
              <a:t>the</a:t>
            </a:r>
            <a:r>
              <a:rPr lang="en-GB" sz="1100" spc="-50" noProof="0" dirty="0">
                <a:latin typeface="Arial"/>
                <a:cs typeface="Arial"/>
              </a:rPr>
              <a:t> </a:t>
            </a:r>
            <a:r>
              <a:rPr lang="en-GB" sz="1100" noProof="0" dirty="0">
                <a:latin typeface="Arial"/>
                <a:cs typeface="Arial"/>
              </a:rPr>
              <a:t>web</a:t>
            </a:r>
            <a:r>
              <a:rPr lang="en-GB" sz="1100" spc="-55" noProof="0" dirty="0">
                <a:latin typeface="Arial"/>
                <a:cs typeface="Arial"/>
              </a:rPr>
              <a:t> </a:t>
            </a:r>
            <a:r>
              <a:rPr lang="en-GB" sz="1100" noProof="0" dirty="0">
                <a:latin typeface="Arial"/>
                <a:cs typeface="Arial"/>
              </a:rPr>
              <a:t>in</a:t>
            </a:r>
            <a:r>
              <a:rPr lang="en-GB" sz="1100" spc="-50" noProof="0" dirty="0">
                <a:latin typeface="Arial"/>
                <a:cs typeface="Arial"/>
              </a:rPr>
              <a:t> </a:t>
            </a:r>
            <a:r>
              <a:rPr lang="en-GB" sz="1100" noProof="0" dirty="0">
                <a:latin typeface="Arial"/>
                <a:cs typeface="Arial"/>
              </a:rPr>
              <a:t>the</a:t>
            </a:r>
            <a:r>
              <a:rPr lang="en-GB" sz="1100" spc="-55" noProof="0" dirty="0">
                <a:latin typeface="Arial"/>
                <a:cs typeface="Arial"/>
              </a:rPr>
              <a:t> same</a:t>
            </a:r>
            <a:r>
              <a:rPr lang="en-GB" sz="1100" spc="-50" noProof="0" dirty="0">
                <a:latin typeface="Arial"/>
                <a:cs typeface="Arial"/>
              </a:rPr>
              <a:t> </a:t>
            </a:r>
            <a:r>
              <a:rPr lang="en-GB" sz="1100" spc="-25" noProof="0" dirty="0">
                <a:latin typeface="Arial"/>
                <a:cs typeface="Arial"/>
              </a:rPr>
              <a:t>way</a:t>
            </a:r>
            <a:endParaRPr lang="en-GB" sz="1100" noProof="0" dirty="0">
              <a:latin typeface="Arial"/>
              <a:cs typeface="Arial"/>
            </a:endParaRPr>
          </a:p>
          <a:p>
            <a:pPr marL="469900" marR="76835" indent="-313055">
              <a:lnSpc>
                <a:spcPct val="102299"/>
              </a:lnSpc>
              <a:buChar char="●"/>
              <a:tabLst>
                <a:tab pos="469900" algn="l"/>
              </a:tabLst>
            </a:pPr>
            <a:r>
              <a:rPr lang="en-GB" sz="1100" noProof="0" dirty="0">
                <a:latin typeface="Arial"/>
                <a:cs typeface="Arial"/>
              </a:rPr>
              <a:t>Compatible</a:t>
            </a:r>
            <a:r>
              <a:rPr lang="en-GB" sz="1100" spc="-70" noProof="0" dirty="0">
                <a:latin typeface="Arial"/>
                <a:cs typeface="Arial"/>
              </a:rPr>
              <a:t> </a:t>
            </a:r>
            <a:r>
              <a:rPr lang="en-GB" sz="1100" noProof="0" dirty="0">
                <a:latin typeface="Arial"/>
                <a:cs typeface="Arial"/>
              </a:rPr>
              <a:t>-</a:t>
            </a:r>
            <a:r>
              <a:rPr lang="en-GB" sz="1100" spc="-70" noProof="0" dirty="0">
                <a:latin typeface="Arial"/>
                <a:cs typeface="Arial"/>
              </a:rPr>
              <a:t> </a:t>
            </a:r>
            <a:r>
              <a:rPr lang="en-GB" sz="1100" noProof="0" dirty="0">
                <a:latin typeface="Arial"/>
                <a:cs typeface="Arial"/>
              </a:rPr>
              <a:t>the</a:t>
            </a:r>
            <a:r>
              <a:rPr lang="en-GB" sz="1100" spc="-65" noProof="0" dirty="0">
                <a:latin typeface="Arial"/>
                <a:cs typeface="Arial"/>
              </a:rPr>
              <a:t> </a:t>
            </a:r>
            <a:r>
              <a:rPr lang="en-GB" sz="1100" noProof="0" dirty="0">
                <a:latin typeface="Arial"/>
                <a:cs typeface="Arial"/>
              </a:rPr>
              <a:t>spectrum</a:t>
            </a:r>
            <a:r>
              <a:rPr lang="en-GB" sz="1100" spc="-70" noProof="0" dirty="0">
                <a:latin typeface="Arial"/>
                <a:cs typeface="Arial"/>
              </a:rPr>
              <a:t> </a:t>
            </a:r>
            <a:r>
              <a:rPr lang="en-GB" sz="1100" noProof="0" dirty="0">
                <a:latin typeface="Arial"/>
                <a:cs typeface="Arial"/>
              </a:rPr>
              <a:t>of</a:t>
            </a:r>
            <a:r>
              <a:rPr lang="en-GB" sz="1100" spc="-65" noProof="0" dirty="0">
                <a:latin typeface="Arial"/>
                <a:cs typeface="Arial"/>
              </a:rPr>
              <a:t> </a:t>
            </a:r>
            <a:r>
              <a:rPr lang="en-GB" sz="1100" spc="-25" noProof="0" dirty="0">
                <a:latin typeface="Arial"/>
                <a:cs typeface="Arial"/>
              </a:rPr>
              <a:t>device</a:t>
            </a:r>
            <a:r>
              <a:rPr lang="en-GB" sz="1100" spc="-70" noProof="0" dirty="0">
                <a:latin typeface="Arial"/>
                <a:cs typeface="Arial"/>
              </a:rPr>
              <a:t> </a:t>
            </a:r>
            <a:r>
              <a:rPr lang="en-GB" sz="1100" noProof="0" dirty="0">
                <a:latin typeface="Arial"/>
                <a:cs typeface="Arial"/>
              </a:rPr>
              <a:t>technology</a:t>
            </a:r>
            <a:r>
              <a:rPr lang="en-GB" sz="1100" spc="-65" noProof="0" dirty="0">
                <a:latin typeface="Arial"/>
                <a:cs typeface="Arial"/>
              </a:rPr>
              <a:t> </a:t>
            </a:r>
            <a:r>
              <a:rPr lang="en-GB" sz="1100" spc="-25" noProof="0" dirty="0">
                <a:latin typeface="Arial"/>
                <a:cs typeface="Arial"/>
              </a:rPr>
              <a:t>and</a:t>
            </a:r>
            <a:r>
              <a:rPr lang="en-GB" sz="1100" spc="-70" noProof="0" dirty="0">
                <a:latin typeface="Arial"/>
                <a:cs typeface="Arial"/>
              </a:rPr>
              <a:t> </a:t>
            </a:r>
            <a:r>
              <a:rPr lang="en-GB" sz="1100" spc="-10" noProof="0" dirty="0">
                <a:latin typeface="Arial"/>
                <a:cs typeface="Arial"/>
              </a:rPr>
              <a:t>software </a:t>
            </a:r>
            <a:r>
              <a:rPr lang="en-GB" sz="1100" spc="-25" noProof="0" dirty="0">
                <a:latin typeface="Arial"/>
                <a:cs typeface="Arial"/>
              </a:rPr>
              <a:t>is</a:t>
            </a:r>
            <a:r>
              <a:rPr lang="en-GB" sz="1100" spc="-60" noProof="0" dirty="0">
                <a:latin typeface="Arial"/>
                <a:cs typeface="Arial"/>
              </a:rPr>
              <a:t> </a:t>
            </a:r>
            <a:r>
              <a:rPr lang="en-GB" sz="1100" spc="-25" noProof="0" dirty="0">
                <a:latin typeface="Arial"/>
                <a:cs typeface="Arial"/>
              </a:rPr>
              <a:t>vast,</a:t>
            </a:r>
            <a:r>
              <a:rPr lang="en-GB" sz="1100" spc="-60" noProof="0" dirty="0">
                <a:latin typeface="Arial"/>
                <a:cs typeface="Arial"/>
              </a:rPr>
              <a:t> </a:t>
            </a:r>
            <a:r>
              <a:rPr lang="en-GB" sz="1100" noProof="0" dirty="0">
                <a:latin typeface="Arial"/>
                <a:cs typeface="Arial"/>
              </a:rPr>
              <a:t>we</a:t>
            </a:r>
            <a:r>
              <a:rPr lang="en-GB" sz="1100" spc="-60" noProof="0" dirty="0">
                <a:latin typeface="Arial"/>
                <a:cs typeface="Arial"/>
              </a:rPr>
              <a:t> </a:t>
            </a:r>
            <a:r>
              <a:rPr lang="en-GB" sz="1100" noProof="0" dirty="0">
                <a:latin typeface="Arial"/>
                <a:cs typeface="Arial"/>
              </a:rPr>
              <a:t>must</a:t>
            </a:r>
            <a:r>
              <a:rPr lang="en-GB" sz="1100" spc="-55" noProof="0" dirty="0">
                <a:latin typeface="Arial"/>
                <a:cs typeface="Arial"/>
              </a:rPr>
              <a:t> </a:t>
            </a:r>
            <a:r>
              <a:rPr lang="en-GB" sz="1100" spc="-20" noProof="0" dirty="0">
                <a:latin typeface="Arial"/>
                <a:cs typeface="Arial"/>
              </a:rPr>
              <a:t>ensure</a:t>
            </a:r>
            <a:r>
              <a:rPr lang="en-GB" sz="1100" spc="-60" noProof="0" dirty="0">
                <a:latin typeface="Arial"/>
                <a:cs typeface="Arial"/>
              </a:rPr>
              <a:t> </a:t>
            </a:r>
            <a:r>
              <a:rPr lang="en-GB" sz="1100" noProof="0" dirty="0">
                <a:latin typeface="Arial"/>
                <a:cs typeface="Arial"/>
              </a:rPr>
              <a:t>it’s</a:t>
            </a:r>
            <a:r>
              <a:rPr lang="en-GB" sz="1100" spc="-60" noProof="0" dirty="0">
                <a:latin typeface="Arial"/>
                <a:cs typeface="Arial"/>
              </a:rPr>
              <a:t> </a:t>
            </a:r>
            <a:r>
              <a:rPr lang="en-GB" sz="1100" spc="-20" noProof="0" dirty="0">
                <a:latin typeface="Arial"/>
                <a:cs typeface="Arial"/>
              </a:rPr>
              <a:t>readable</a:t>
            </a:r>
            <a:r>
              <a:rPr lang="en-GB" sz="1100" spc="-55" noProof="0" dirty="0">
                <a:latin typeface="Arial"/>
                <a:cs typeface="Arial"/>
              </a:rPr>
              <a:t> </a:t>
            </a:r>
            <a:r>
              <a:rPr lang="en-GB" sz="1100" spc="-10" noProof="0" dirty="0">
                <a:latin typeface="Arial"/>
                <a:cs typeface="Arial"/>
              </a:rPr>
              <a:t>on</a:t>
            </a:r>
            <a:r>
              <a:rPr lang="en-GB" sz="1100" spc="-60" noProof="0" dirty="0">
                <a:latin typeface="Arial"/>
                <a:cs typeface="Arial"/>
              </a:rPr>
              <a:t> </a:t>
            </a:r>
            <a:r>
              <a:rPr lang="en-GB" sz="1100" spc="-30" noProof="0" dirty="0">
                <a:latin typeface="Arial"/>
                <a:cs typeface="Arial"/>
              </a:rPr>
              <a:t>any</a:t>
            </a:r>
            <a:r>
              <a:rPr lang="en-GB" sz="1100" spc="-60" noProof="0" dirty="0">
                <a:latin typeface="Arial"/>
                <a:cs typeface="Arial"/>
              </a:rPr>
              <a:t> </a:t>
            </a:r>
            <a:r>
              <a:rPr lang="en-GB" sz="1100" noProof="0" dirty="0">
                <a:latin typeface="Arial"/>
                <a:cs typeface="Arial"/>
              </a:rPr>
              <a:t>digital</a:t>
            </a:r>
            <a:r>
              <a:rPr lang="en-GB" sz="1100" spc="-55" noProof="0" dirty="0">
                <a:latin typeface="Arial"/>
                <a:cs typeface="Arial"/>
              </a:rPr>
              <a:t> </a:t>
            </a:r>
            <a:r>
              <a:rPr lang="en-GB" sz="1100" spc="-10" noProof="0" dirty="0">
                <a:latin typeface="Arial"/>
                <a:cs typeface="Arial"/>
              </a:rPr>
              <a:t>medium</a:t>
            </a:r>
            <a:endParaRPr lang="en-GB" sz="1100" noProof="0" dirty="0">
              <a:latin typeface="Arial"/>
              <a:cs typeface="Arial"/>
            </a:endParaRPr>
          </a:p>
        </p:txBody>
      </p:sp>
      <p:grpSp>
        <p:nvGrpSpPr>
          <p:cNvPr id="4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086100" y="0"/>
            <a:ext cx="4058285" cy="5143500"/>
            <a:chOff x="5086100" y="0"/>
            <a:chExt cx="4058285" cy="5143500"/>
          </a:xfrm>
        </p:grpSpPr>
        <p:sp>
          <p:nvSpPr>
            <p:cNvPr id="5" name="object 5"/>
            <p:cNvSpPr/>
            <p:nvPr/>
          </p:nvSpPr>
          <p:spPr>
            <a:xfrm>
              <a:off x="5086100" y="0"/>
              <a:ext cx="4058285" cy="5143500"/>
            </a:xfrm>
            <a:custGeom>
              <a:avLst/>
              <a:gdLst/>
              <a:ahLst/>
              <a:cxnLst/>
              <a:rect l="l" t="t" r="r" b="b"/>
              <a:pathLst>
                <a:path w="4058284" h="5143500">
                  <a:moveTo>
                    <a:pt x="4057799" y="5143499"/>
                  </a:moveTo>
                  <a:lnTo>
                    <a:pt x="0" y="5143499"/>
                  </a:lnTo>
                  <a:lnTo>
                    <a:pt x="0" y="0"/>
                  </a:lnTo>
                  <a:lnTo>
                    <a:pt x="4057799" y="0"/>
                  </a:lnTo>
                  <a:lnTo>
                    <a:pt x="4057799" y="5143499"/>
                  </a:lnTo>
                  <a:close/>
                </a:path>
              </a:pathLst>
            </a:custGeom>
            <a:solidFill>
              <a:srgbClr val="F7CE47"/>
            </a:solidFill>
          </p:spPr>
          <p:txBody>
            <a:bodyPr wrap="square" lIns="0" tIns="0" rIns="0" bIns="0" rtlCol="0"/>
            <a:lstStyle/>
            <a:p>
              <a:endParaRPr lang="en-GB" noProof="0" dirty="0"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81796" y="4732099"/>
              <a:ext cx="1070833" cy="35399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56200" y="271000"/>
              <a:ext cx="3917598" cy="189619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86100" y="2548269"/>
              <a:ext cx="4057799" cy="202301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43000" y="0"/>
            <a:ext cx="6858000" cy="5143500"/>
          </a:xfrm>
          <a:custGeom>
            <a:avLst/>
            <a:gdLst/>
            <a:ahLst/>
            <a:cxnLst/>
            <a:rect l="l" t="t" r="r" b="b"/>
            <a:pathLst>
              <a:path w="13004800" h="9753600">
                <a:moveTo>
                  <a:pt x="13004800" y="0"/>
                </a:moveTo>
                <a:lnTo>
                  <a:pt x="0" y="0"/>
                </a:lnTo>
                <a:lnTo>
                  <a:pt x="0" y="9753597"/>
                </a:lnTo>
                <a:lnTo>
                  <a:pt x="13004800" y="9753597"/>
                </a:lnTo>
                <a:lnTo>
                  <a:pt x="13004800" y="0"/>
                </a:lnTo>
                <a:close/>
              </a:path>
            </a:pathLst>
          </a:custGeom>
          <a:solidFill>
            <a:srgbClr val="E4E0CE"/>
          </a:solidFill>
        </p:spPr>
        <p:txBody>
          <a:bodyPr wrap="square" lIns="0" tIns="0" rIns="0" bIns="0" rtlCol="0"/>
          <a:lstStyle/>
          <a:p>
            <a:endParaRPr lang="en-GB" noProof="0" dirty="0"/>
          </a:p>
        </p:txBody>
      </p:sp>
      <p:grpSp>
        <p:nvGrpSpPr>
          <p:cNvPr id="3" name="object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40489" y="-2510"/>
            <a:ext cx="6863023" cy="5148523"/>
            <a:chOff x="-4762" y="-4760"/>
            <a:chExt cx="13014325" cy="9763125"/>
          </a:xfrm>
        </p:grpSpPr>
        <p:sp>
          <p:nvSpPr>
            <p:cNvPr id="4" name="object 4"/>
            <p:cNvSpPr/>
            <p:nvPr/>
          </p:nvSpPr>
          <p:spPr>
            <a:xfrm>
              <a:off x="0" y="1"/>
              <a:ext cx="13004800" cy="9753600"/>
            </a:xfrm>
            <a:custGeom>
              <a:avLst/>
              <a:gdLst/>
              <a:ahLst/>
              <a:cxnLst/>
              <a:rect l="l" t="t" r="r" b="b"/>
              <a:pathLst>
                <a:path w="13004800" h="9753600">
                  <a:moveTo>
                    <a:pt x="13004799" y="9753591"/>
                  </a:moveTo>
                  <a:lnTo>
                    <a:pt x="0" y="9753591"/>
                  </a:lnTo>
                  <a:lnTo>
                    <a:pt x="0" y="0"/>
                  </a:lnTo>
                </a:path>
              </a:pathLst>
            </a:custGeom>
            <a:ln w="9524">
              <a:solidFill>
                <a:srgbClr val="5B92C7"/>
              </a:solidFill>
            </a:ln>
          </p:spPr>
          <p:txBody>
            <a:bodyPr wrap="square" lIns="0" tIns="0" rIns="0" bIns="0" rtlCol="0"/>
            <a:lstStyle/>
            <a:p>
              <a:endParaRPr lang="en-GB" noProof="0" dirty="0"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78200" y="0"/>
              <a:ext cx="6247295" cy="975359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64469" y="576723"/>
            <a:ext cx="2231529" cy="3206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507"/>
              </a:lnSpc>
            </a:pPr>
            <a:r>
              <a:rPr lang="en-GB" sz="2267" noProof="0" dirty="0">
                <a:latin typeface="Times New Roman"/>
                <a:cs typeface="Times New Roman"/>
              </a:rPr>
              <a:t>Serif</a:t>
            </a:r>
            <a:r>
              <a:rPr lang="en-GB" sz="2267" spc="-47" noProof="0" dirty="0">
                <a:latin typeface="Times New Roman"/>
                <a:cs typeface="Times New Roman"/>
              </a:rPr>
              <a:t> </a:t>
            </a:r>
            <a:r>
              <a:rPr lang="en-GB" sz="2267" noProof="0" dirty="0">
                <a:latin typeface="Arial"/>
                <a:cs typeface="Arial"/>
              </a:rPr>
              <a:t>vs</a:t>
            </a:r>
            <a:r>
              <a:rPr lang="en-GB" sz="2267" spc="-82" noProof="0" dirty="0">
                <a:latin typeface="Arial"/>
                <a:cs typeface="Arial"/>
              </a:rPr>
              <a:t> </a:t>
            </a:r>
            <a:r>
              <a:rPr lang="en-GB" sz="2267" spc="-42" noProof="0" dirty="0">
                <a:latin typeface="Arial"/>
                <a:cs typeface="Arial"/>
              </a:rPr>
              <a:t>Sans</a:t>
            </a:r>
            <a:r>
              <a:rPr lang="en-GB" sz="2267" spc="-166" noProof="0" dirty="0">
                <a:latin typeface="Arial"/>
                <a:cs typeface="Arial"/>
              </a:rPr>
              <a:t> </a:t>
            </a:r>
            <a:r>
              <a:rPr lang="en-GB" sz="2267" spc="-71" noProof="0" dirty="0">
                <a:latin typeface="Arial"/>
                <a:cs typeface="Arial"/>
              </a:rPr>
              <a:t>Serif</a:t>
            </a:r>
            <a:endParaRPr lang="en-GB" sz="2267" noProof="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667178" y="4102456"/>
            <a:ext cx="5738887" cy="857508"/>
          </a:xfrm>
          <a:prstGeom prst="rect">
            <a:avLst/>
          </a:prstGeom>
        </p:spPr>
        <p:txBody>
          <a:bodyPr vert="horz" wrap="square" lIns="0" tIns="6697" rIns="0" bIns="0" rtlCol="0">
            <a:spAutoFit/>
          </a:bodyPr>
          <a:lstStyle/>
          <a:p>
            <a:pPr marL="374346" marR="370663" algn="ctr">
              <a:lnSpc>
                <a:spcPct val="106200"/>
              </a:lnSpc>
              <a:spcBef>
                <a:spcPts val="53"/>
              </a:spcBef>
            </a:pPr>
            <a:r>
              <a:rPr lang="en-GB" sz="1450" spc="-5" noProof="0" dirty="0">
                <a:solidFill>
                  <a:srgbClr val="C00000"/>
                </a:solidFill>
                <a:latin typeface="Helvetica Neue Light"/>
                <a:cs typeface="Helvetica Neue Light"/>
              </a:rPr>
              <a:t>Please</a:t>
            </a:r>
            <a:r>
              <a:rPr lang="en-GB" sz="1450" spc="-60" noProof="0" dirty="0">
                <a:solidFill>
                  <a:srgbClr val="C00000"/>
                </a:solidFill>
                <a:latin typeface="Helvetica Neue Light"/>
                <a:cs typeface="Helvetica Neue Light"/>
              </a:rPr>
              <a:t> </a:t>
            </a:r>
            <a:r>
              <a:rPr lang="en-GB" sz="1450" noProof="0" dirty="0">
                <a:solidFill>
                  <a:srgbClr val="C00000"/>
                </a:solidFill>
                <a:latin typeface="Helvetica Neue Light"/>
                <a:cs typeface="Helvetica Neue Light"/>
              </a:rPr>
              <a:t>read</a:t>
            </a:r>
            <a:r>
              <a:rPr lang="en-GB" sz="1450" spc="-58" noProof="0" dirty="0">
                <a:solidFill>
                  <a:srgbClr val="C00000"/>
                </a:solidFill>
                <a:latin typeface="Helvetica Neue Light"/>
                <a:cs typeface="Helvetica Neue Light"/>
              </a:rPr>
              <a:t> </a:t>
            </a:r>
            <a:r>
              <a:rPr lang="en-GB" sz="1450" noProof="0" dirty="0">
                <a:solidFill>
                  <a:srgbClr val="C00000"/>
                </a:solidFill>
                <a:latin typeface="Helvetica Neue Light"/>
                <a:cs typeface="Helvetica Neue Light"/>
              </a:rPr>
              <a:t>in</a:t>
            </a:r>
            <a:r>
              <a:rPr lang="en-GB" sz="1450" spc="-53" noProof="0" dirty="0">
                <a:solidFill>
                  <a:srgbClr val="C00000"/>
                </a:solidFill>
                <a:latin typeface="Helvetica Neue Light"/>
                <a:cs typeface="Helvetica Neue Light"/>
              </a:rPr>
              <a:t> </a:t>
            </a:r>
            <a:r>
              <a:rPr lang="en-GB" sz="1450" noProof="0" dirty="0">
                <a:solidFill>
                  <a:srgbClr val="C00000"/>
                </a:solidFill>
                <a:latin typeface="Helvetica Neue Light"/>
                <a:cs typeface="Helvetica Neue Light"/>
              </a:rPr>
              <a:t>your</a:t>
            </a:r>
            <a:r>
              <a:rPr lang="en-GB" sz="1450" spc="-55" noProof="0" dirty="0">
                <a:solidFill>
                  <a:srgbClr val="C00000"/>
                </a:solidFill>
                <a:latin typeface="Helvetica Neue Light"/>
                <a:cs typeface="Helvetica Neue Light"/>
              </a:rPr>
              <a:t> </a:t>
            </a:r>
            <a:r>
              <a:rPr lang="en-GB" sz="1450" noProof="0" dirty="0">
                <a:solidFill>
                  <a:srgbClr val="C00000"/>
                </a:solidFill>
                <a:latin typeface="Helvetica Neue Light"/>
                <a:cs typeface="Helvetica Neue Light"/>
              </a:rPr>
              <a:t>own</a:t>
            </a:r>
            <a:r>
              <a:rPr lang="en-GB" sz="1450" spc="-53" noProof="0" dirty="0">
                <a:solidFill>
                  <a:srgbClr val="C00000"/>
                </a:solidFill>
                <a:latin typeface="Helvetica Neue Light"/>
                <a:cs typeface="Helvetica Neue Light"/>
              </a:rPr>
              <a:t> </a:t>
            </a:r>
            <a:r>
              <a:rPr lang="en-GB" sz="1450" noProof="0" dirty="0">
                <a:solidFill>
                  <a:srgbClr val="C00000"/>
                </a:solidFill>
                <a:latin typeface="Helvetica Neue Light"/>
                <a:cs typeface="Helvetica Neue Light"/>
              </a:rPr>
              <a:t>time</a:t>
            </a:r>
            <a:r>
              <a:rPr lang="en-GB" sz="1450" spc="-60" noProof="0" dirty="0">
                <a:solidFill>
                  <a:srgbClr val="C00000"/>
                </a:solidFill>
                <a:latin typeface="Helvetica Neue Light"/>
                <a:cs typeface="Helvetica Neue Light"/>
              </a:rPr>
              <a:t> </a:t>
            </a:r>
            <a:r>
              <a:rPr lang="en-GB" sz="1450" noProof="0" dirty="0">
                <a:solidFill>
                  <a:srgbClr val="C00000"/>
                </a:solidFill>
                <a:latin typeface="Helvetica Neue Light"/>
                <a:cs typeface="Helvetica Neue Light"/>
              </a:rPr>
              <a:t>–</a:t>
            </a:r>
          </a:p>
          <a:p>
            <a:pPr marL="374346" marR="370663" algn="ctr">
              <a:lnSpc>
                <a:spcPct val="106200"/>
              </a:lnSpc>
              <a:spcBef>
                <a:spcPts val="53"/>
              </a:spcBef>
            </a:pPr>
            <a:r>
              <a:rPr lang="en-GB" sz="1450" noProof="0" dirty="0">
                <a:solidFill>
                  <a:srgbClr val="C00000"/>
                </a:solidFill>
                <a:latin typeface="Helvetica Neue Light"/>
                <a:cs typeface="Helvetica Neue Light"/>
              </a:rPr>
              <a:t>Vital</a:t>
            </a:r>
            <a:r>
              <a:rPr lang="en-GB" sz="1450" spc="-66" noProof="0" dirty="0">
                <a:solidFill>
                  <a:srgbClr val="C00000"/>
                </a:solidFill>
                <a:latin typeface="Helvetica Neue Light"/>
                <a:cs typeface="Helvetica Neue Light"/>
              </a:rPr>
              <a:t> </a:t>
            </a:r>
            <a:r>
              <a:rPr lang="en-GB" sz="1450" noProof="0" dirty="0">
                <a:solidFill>
                  <a:srgbClr val="C00000"/>
                </a:solidFill>
                <a:latin typeface="Helvetica Neue Light"/>
                <a:cs typeface="Helvetica Neue Light"/>
              </a:rPr>
              <a:t>for</a:t>
            </a:r>
            <a:r>
              <a:rPr lang="en-GB" sz="1450" spc="-63" noProof="0" dirty="0">
                <a:solidFill>
                  <a:srgbClr val="C00000"/>
                </a:solidFill>
                <a:latin typeface="Helvetica Neue Light"/>
                <a:cs typeface="Helvetica Neue Light"/>
              </a:rPr>
              <a:t> </a:t>
            </a:r>
            <a:r>
              <a:rPr lang="en-GB" sz="1450" spc="-5" noProof="0" dirty="0">
                <a:solidFill>
                  <a:srgbClr val="C00000"/>
                </a:solidFill>
                <a:latin typeface="Helvetica Neue Light"/>
                <a:cs typeface="Helvetica Neue Light"/>
              </a:rPr>
              <a:t>understanding</a:t>
            </a:r>
            <a:r>
              <a:rPr lang="en-GB" sz="1450" spc="-63" noProof="0" dirty="0">
                <a:solidFill>
                  <a:srgbClr val="C00000"/>
                </a:solidFill>
                <a:latin typeface="Helvetica Neue Light"/>
                <a:cs typeface="Helvetica Neue Light"/>
              </a:rPr>
              <a:t> </a:t>
            </a:r>
            <a:r>
              <a:rPr lang="en-GB" sz="1450" noProof="0" dirty="0">
                <a:solidFill>
                  <a:srgbClr val="C00000"/>
                </a:solidFill>
                <a:latin typeface="Helvetica Neue Light"/>
                <a:cs typeface="Helvetica Neue Light"/>
              </a:rPr>
              <a:t>the</a:t>
            </a:r>
            <a:r>
              <a:rPr lang="en-GB" sz="1450" spc="-69" noProof="0" dirty="0">
                <a:solidFill>
                  <a:srgbClr val="C00000"/>
                </a:solidFill>
                <a:latin typeface="Helvetica Neue Light"/>
                <a:cs typeface="Helvetica Neue Light"/>
              </a:rPr>
              <a:t> </a:t>
            </a:r>
            <a:r>
              <a:rPr lang="en-GB" sz="1450" spc="-16" noProof="0" dirty="0">
                <a:solidFill>
                  <a:srgbClr val="C00000"/>
                </a:solidFill>
                <a:latin typeface="Helvetica Neue Light"/>
                <a:cs typeface="Helvetica Neue Light"/>
              </a:rPr>
              <a:t>difference</a:t>
            </a:r>
            <a:r>
              <a:rPr lang="en-GB" sz="1450" spc="-69" noProof="0" dirty="0">
                <a:solidFill>
                  <a:srgbClr val="C00000"/>
                </a:solidFill>
                <a:latin typeface="Helvetica Neue Light"/>
                <a:cs typeface="Helvetica Neue Light"/>
              </a:rPr>
              <a:t> </a:t>
            </a:r>
            <a:r>
              <a:rPr lang="en-GB" sz="1450" noProof="0" dirty="0">
                <a:solidFill>
                  <a:srgbClr val="C00000"/>
                </a:solidFill>
                <a:latin typeface="Helvetica Neue Light"/>
                <a:cs typeface="Helvetica Neue Light"/>
              </a:rPr>
              <a:t>between</a:t>
            </a:r>
            <a:r>
              <a:rPr lang="en-GB" sz="1450" spc="-63" noProof="0" dirty="0">
                <a:solidFill>
                  <a:srgbClr val="C00000"/>
                </a:solidFill>
                <a:latin typeface="Helvetica Neue Light"/>
                <a:cs typeface="Helvetica Neue Light"/>
              </a:rPr>
              <a:t> </a:t>
            </a:r>
            <a:r>
              <a:rPr lang="en-GB" sz="1450" noProof="0" dirty="0">
                <a:solidFill>
                  <a:srgbClr val="C00000"/>
                </a:solidFill>
                <a:latin typeface="Helvetica Neue Light"/>
                <a:cs typeface="Helvetica Neue Light"/>
              </a:rPr>
              <a:t>print</a:t>
            </a:r>
            <a:r>
              <a:rPr lang="en-GB" sz="1450" spc="-63" noProof="0" dirty="0">
                <a:solidFill>
                  <a:srgbClr val="C00000"/>
                </a:solidFill>
                <a:latin typeface="Helvetica Neue Light"/>
                <a:cs typeface="Helvetica Neue Light"/>
              </a:rPr>
              <a:t> </a:t>
            </a:r>
            <a:r>
              <a:rPr lang="en-GB" sz="1450" noProof="0" dirty="0">
                <a:solidFill>
                  <a:srgbClr val="C00000"/>
                </a:solidFill>
                <a:latin typeface="Helvetica Neue Light"/>
                <a:cs typeface="Helvetica Neue Light"/>
              </a:rPr>
              <a:t>and</a:t>
            </a:r>
            <a:r>
              <a:rPr lang="en-GB" sz="1450" spc="-63" noProof="0" dirty="0">
                <a:solidFill>
                  <a:srgbClr val="C00000"/>
                </a:solidFill>
                <a:latin typeface="Helvetica Neue Light"/>
                <a:cs typeface="Helvetica Neue Light"/>
              </a:rPr>
              <a:t> </a:t>
            </a:r>
            <a:r>
              <a:rPr lang="en-GB" sz="1450" spc="-5" noProof="0" dirty="0">
                <a:solidFill>
                  <a:srgbClr val="C00000"/>
                </a:solidFill>
                <a:latin typeface="Helvetica Neue Light"/>
                <a:cs typeface="Helvetica Neue Light"/>
              </a:rPr>
              <a:t>screen.</a:t>
            </a:r>
            <a:endParaRPr lang="en-GB" sz="1450" noProof="0" dirty="0">
              <a:latin typeface="Helvetica Neue Light"/>
              <a:cs typeface="Helvetica Neue Light"/>
            </a:endParaRPr>
          </a:p>
          <a:p>
            <a:pPr algn="ctr">
              <a:spcBef>
                <a:spcPts val="1152"/>
              </a:spcBef>
            </a:pPr>
            <a:r>
              <a:rPr lang="en-GB" sz="1371" u="heavy" noProof="0" dirty="0">
                <a:solidFill>
                  <a:srgbClr val="800080"/>
                </a:solidFill>
                <a:uFill>
                  <a:solidFill>
                    <a:srgbClr val="800080"/>
                  </a:solidFill>
                </a:uFill>
                <a:latin typeface="Arial"/>
                <a:cs typeface="Arial"/>
                <a:hlinkClick r:id="rId2"/>
              </a:rPr>
              <a:t>http://www.webdesignerdepot.com/2013/03/serif-vs-sans-the-final-</a:t>
            </a:r>
            <a:r>
              <a:rPr lang="en-GB" sz="1371" u="heavy" spc="-5" noProof="0" dirty="0">
                <a:solidFill>
                  <a:srgbClr val="800080"/>
                </a:solidFill>
                <a:uFill>
                  <a:solidFill>
                    <a:srgbClr val="800080"/>
                  </a:solidFill>
                </a:uFill>
                <a:latin typeface="Arial"/>
                <a:cs typeface="Arial"/>
                <a:hlinkClick r:id="rId2"/>
              </a:rPr>
              <a:t>battle/</a:t>
            </a:r>
            <a:endParaRPr lang="en-GB" sz="1371" noProof="0" dirty="0">
              <a:latin typeface="Arial"/>
              <a:cs typeface="Arial"/>
            </a:endParaRPr>
          </a:p>
        </p:txBody>
      </p:sp>
      <p:pic>
        <p:nvPicPr>
          <p:cNvPr id="4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04025" y="104476"/>
            <a:ext cx="6262111" cy="3727307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73517" y="2211348"/>
            <a:ext cx="4596966" cy="720804"/>
          </a:xfrm>
          <a:prstGeom prst="rect">
            <a:avLst/>
          </a:prstGeom>
        </p:spPr>
        <p:txBody>
          <a:bodyPr vert="horz" wrap="square" lIns="0" tIns="6697" rIns="0" bIns="0" rtlCol="0">
            <a:spAutoFit/>
          </a:bodyPr>
          <a:lstStyle/>
          <a:p>
            <a:pPr marL="6697" algn="ctr">
              <a:spcBef>
                <a:spcPts val="53"/>
              </a:spcBef>
            </a:pPr>
            <a:r>
              <a:rPr lang="en-GB" sz="4640" spc="-92" noProof="0" dirty="0"/>
              <a:t>Alignment</a:t>
            </a:r>
            <a:endParaRPr lang="en-GB" sz="4640" noProof="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94899" y="193325"/>
            <a:ext cx="4318233" cy="363783"/>
          </a:xfrm>
          <a:prstGeom prst="rect">
            <a:avLst/>
          </a:prstGeom>
        </p:spPr>
        <p:txBody>
          <a:bodyPr vert="horz" wrap="square" lIns="0" tIns="6697" rIns="0" bIns="0" rtlCol="0">
            <a:spAutoFit/>
          </a:bodyPr>
          <a:lstStyle/>
          <a:p>
            <a:pPr>
              <a:spcBef>
                <a:spcPts val="53"/>
              </a:spcBef>
            </a:pPr>
            <a:r>
              <a:rPr lang="en-GB" sz="2320" spc="-11" noProof="0" dirty="0"/>
              <a:t>Left</a:t>
            </a:r>
            <a:endParaRPr lang="en-GB" sz="2320" noProof="0" dirty="0"/>
          </a:p>
        </p:txBody>
      </p:sp>
      <p:sp>
        <p:nvSpPr>
          <p:cNvPr id="3" name="object 3"/>
          <p:cNvSpPr txBox="1"/>
          <p:nvPr/>
        </p:nvSpPr>
        <p:spPr>
          <a:xfrm>
            <a:off x="1424285" y="1159163"/>
            <a:ext cx="6288063" cy="3866362"/>
          </a:xfrm>
          <a:prstGeom prst="rect">
            <a:avLst/>
          </a:prstGeom>
        </p:spPr>
        <p:txBody>
          <a:bodyPr vert="horz" wrap="square" lIns="0" tIns="7032" rIns="0" bIns="0" rtlCol="0">
            <a:spAutoFit/>
          </a:bodyPr>
          <a:lstStyle/>
          <a:p>
            <a:pPr marL="6697" marR="26787">
              <a:lnSpc>
                <a:spcPct val="99800"/>
              </a:lnSpc>
              <a:spcBef>
                <a:spcPts val="55"/>
              </a:spcBef>
            </a:pPr>
            <a:r>
              <a:rPr lang="en-GB" sz="1476" noProof="0" dirty="0">
                <a:latin typeface="Helvetica Neue Light"/>
                <a:cs typeface="Helvetica Neue Light"/>
              </a:rPr>
              <a:t>Lorem</a:t>
            </a:r>
            <a:r>
              <a:rPr lang="en-GB" sz="1476" spc="-29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ipsum</a:t>
            </a:r>
            <a:r>
              <a:rPr lang="en-GB" sz="1476" spc="-26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dolor</a:t>
            </a:r>
            <a:r>
              <a:rPr lang="en-GB" sz="1476" spc="-29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sit</a:t>
            </a:r>
            <a:r>
              <a:rPr lang="en-GB" sz="1476" spc="-32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amet</a:t>
            </a:r>
            <a:r>
              <a:rPr lang="en-GB" sz="1476" noProof="0" dirty="0">
                <a:latin typeface="Helvetica Neue Light"/>
                <a:cs typeface="Helvetica Neue Light"/>
              </a:rPr>
              <a:t>,</a:t>
            </a:r>
            <a:r>
              <a:rPr lang="en-GB" sz="1476" spc="-34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consectetur</a:t>
            </a:r>
            <a:r>
              <a:rPr lang="en-GB" sz="1476" spc="-26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adipiscing</a:t>
            </a:r>
            <a:r>
              <a:rPr lang="en-GB" sz="1476" spc="-29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elit</a:t>
            </a:r>
            <a:r>
              <a:rPr lang="en-GB" sz="1476" noProof="0" dirty="0">
                <a:latin typeface="Helvetica Neue Light"/>
                <a:cs typeface="Helvetica Neue Light"/>
              </a:rPr>
              <a:t>,</a:t>
            </a:r>
            <a:r>
              <a:rPr lang="en-GB" sz="1476" spc="-34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sed</a:t>
            </a:r>
            <a:r>
              <a:rPr lang="en-GB" sz="1476" spc="-26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do</a:t>
            </a:r>
            <a:r>
              <a:rPr lang="en-GB" sz="1476" spc="-29" noProof="0" dirty="0">
                <a:latin typeface="Helvetica Neue Light"/>
                <a:cs typeface="Helvetica Neue Light"/>
              </a:rPr>
              <a:t> </a:t>
            </a:r>
            <a:r>
              <a:rPr lang="en-GB" sz="1476" spc="-5" noProof="0" dirty="0" err="1">
                <a:latin typeface="Helvetica Neue Light"/>
                <a:cs typeface="Helvetica Neue Light"/>
              </a:rPr>
              <a:t>eiusmod</a:t>
            </a:r>
            <a:r>
              <a:rPr lang="en-GB" sz="1476" spc="-5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tempor</a:t>
            </a:r>
            <a:r>
              <a:rPr lang="en-GB" sz="1476" spc="-21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incididunt</a:t>
            </a:r>
            <a:r>
              <a:rPr lang="en-GB" sz="1476" spc="-29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ut</a:t>
            </a:r>
            <a:r>
              <a:rPr lang="en-GB" sz="1476" spc="-26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labore</a:t>
            </a:r>
            <a:r>
              <a:rPr lang="en-GB" sz="1476" spc="-26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et</a:t>
            </a:r>
            <a:r>
              <a:rPr lang="en-GB" sz="1476" spc="-26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dolore</a:t>
            </a:r>
            <a:r>
              <a:rPr lang="en-GB" sz="1476" spc="-29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magna</a:t>
            </a:r>
            <a:r>
              <a:rPr lang="en-GB" sz="1476" spc="-26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aliqua</a:t>
            </a:r>
            <a:r>
              <a:rPr lang="en-GB" sz="1476" noProof="0" dirty="0">
                <a:latin typeface="Helvetica Neue Light"/>
                <a:cs typeface="Helvetica Neue Light"/>
              </a:rPr>
              <a:t>.</a:t>
            </a:r>
            <a:r>
              <a:rPr lang="en-GB" sz="1476" spc="-26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Euismod</a:t>
            </a:r>
            <a:r>
              <a:rPr lang="en-GB" sz="1476" spc="-18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quis</a:t>
            </a:r>
            <a:r>
              <a:rPr lang="en-GB" sz="1476" spc="-24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viverra</a:t>
            </a:r>
            <a:r>
              <a:rPr lang="en-GB" sz="1476" spc="-32" noProof="0" dirty="0">
                <a:latin typeface="Helvetica Neue Light"/>
                <a:cs typeface="Helvetica Neue Light"/>
              </a:rPr>
              <a:t> </a:t>
            </a:r>
            <a:r>
              <a:rPr lang="en-GB" sz="1476" spc="-11" noProof="0" dirty="0" err="1">
                <a:latin typeface="Helvetica Neue Light"/>
                <a:cs typeface="Helvetica Neue Light"/>
              </a:rPr>
              <a:t>nibh</a:t>
            </a:r>
            <a:r>
              <a:rPr lang="en-GB" sz="1476" spc="-11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cras</a:t>
            </a:r>
            <a:r>
              <a:rPr lang="en-GB" sz="1476" spc="-26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pulvinar</a:t>
            </a:r>
            <a:r>
              <a:rPr lang="en-GB" sz="1476" spc="-21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mattis</a:t>
            </a:r>
            <a:r>
              <a:rPr lang="en-GB" sz="1476" spc="-24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nunc</a:t>
            </a:r>
            <a:r>
              <a:rPr lang="en-GB" sz="1476" spc="-26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sed.</a:t>
            </a:r>
            <a:r>
              <a:rPr lang="en-GB" sz="1476" spc="-26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Aliquam</a:t>
            </a:r>
            <a:r>
              <a:rPr lang="en-GB" sz="1476" spc="-18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ultrices</a:t>
            </a:r>
            <a:r>
              <a:rPr lang="en-GB" sz="1476" spc="-24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sagittis</a:t>
            </a:r>
            <a:r>
              <a:rPr lang="en-GB" sz="1476" spc="-21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orci</a:t>
            </a:r>
            <a:r>
              <a:rPr lang="en-GB" sz="1476" spc="-26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a</a:t>
            </a:r>
            <a:r>
              <a:rPr lang="en-GB" sz="1476" spc="-26" noProof="0" dirty="0">
                <a:latin typeface="Helvetica Neue Light"/>
                <a:cs typeface="Helvetica Neue Light"/>
              </a:rPr>
              <a:t> </a:t>
            </a:r>
            <a:r>
              <a:rPr lang="en-GB" sz="1476" spc="-5" noProof="0" dirty="0" err="1">
                <a:latin typeface="Helvetica Neue Light"/>
                <a:cs typeface="Helvetica Neue Light"/>
              </a:rPr>
              <a:t>scelerisque</a:t>
            </a:r>
            <a:r>
              <a:rPr lang="en-GB" sz="1476" spc="-5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purus</a:t>
            </a:r>
            <a:r>
              <a:rPr lang="en-GB" sz="1476" spc="-29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semper.</a:t>
            </a:r>
            <a:r>
              <a:rPr lang="en-GB" sz="1476" spc="-29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Interdum</a:t>
            </a:r>
            <a:r>
              <a:rPr lang="en-GB" sz="1476" spc="-26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consectetur</a:t>
            </a:r>
            <a:r>
              <a:rPr lang="en-GB" sz="1476" spc="-24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libero</a:t>
            </a:r>
            <a:r>
              <a:rPr lang="en-GB" sz="1476" spc="-26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id</a:t>
            </a:r>
            <a:r>
              <a:rPr lang="en-GB" sz="1476" spc="-24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faucibus</a:t>
            </a:r>
            <a:r>
              <a:rPr lang="en-GB" sz="1476" spc="-29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nisl</a:t>
            </a:r>
            <a:r>
              <a:rPr lang="en-GB" sz="1476" spc="-29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tincidunt</a:t>
            </a:r>
            <a:r>
              <a:rPr lang="en-GB" sz="1476" noProof="0" dirty="0">
                <a:latin typeface="Helvetica Neue Light"/>
                <a:cs typeface="Helvetica Neue Light"/>
              </a:rPr>
              <a:t>.</a:t>
            </a:r>
            <a:r>
              <a:rPr lang="en-GB" sz="1476" spc="-29" noProof="0" dirty="0">
                <a:latin typeface="Helvetica Neue Light"/>
                <a:cs typeface="Helvetica Neue Light"/>
              </a:rPr>
              <a:t> </a:t>
            </a:r>
            <a:r>
              <a:rPr lang="en-GB" sz="1476" spc="-5" noProof="0" dirty="0" err="1">
                <a:latin typeface="Helvetica Neue Light"/>
                <a:cs typeface="Helvetica Neue Light"/>
              </a:rPr>
              <a:t>Risus</a:t>
            </a:r>
            <a:r>
              <a:rPr lang="en-GB" sz="1476" spc="-5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ultricies</a:t>
            </a:r>
            <a:r>
              <a:rPr lang="en-GB" sz="1476" spc="-26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tristique</a:t>
            </a:r>
            <a:r>
              <a:rPr lang="en-GB" sz="1476" spc="-29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nulla</a:t>
            </a:r>
            <a:r>
              <a:rPr lang="en-GB" sz="1476" spc="-29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aliquet</a:t>
            </a:r>
            <a:r>
              <a:rPr lang="en-GB" sz="1476" spc="-32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enim</a:t>
            </a:r>
            <a:r>
              <a:rPr lang="en-GB" sz="1476" noProof="0" dirty="0">
                <a:latin typeface="Helvetica Neue Light"/>
                <a:cs typeface="Helvetica Neue Light"/>
              </a:rPr>
              <a:t>.</a:t>
            </a:r>
            <a:r>
              <a:rPr lang="en-GB" sz="1476" spc="-29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Quis</a:t>
            </a:r>
            <a:r>
              <a:rPr lang="en-GB" sz="1476" spc="-29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hendrerit</a:t>
            </a:r>
            <a:r>
              <a:rPr lang="en-GB" sz="1476" spc="-29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dolor</a:t>
            </a:r>
            <a:r>
              <a:rPr lang="en-GB" sz="1476" spc="-26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magna</a:t>
            </a:r>
            <a:r>
              <a:rPr lang="en-GB" sz="1476" spc="-29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eget</a:t>
            </a:r>
            <a:r>
              <a:rPr lang="en-GB" sz="1476" spc="-32" noProof="0" dirty="0">
                <a:latin typeface="Helvetica Neue Light"/>
                <a:cs typeface="Helvetica Neue Light"/>
              </a:rPr>
              <a:t> </a:t>
            </a:r>
            <a:r>
              <a:rPr lang="en-GB" sz="1476" spc="-13" noProof="0" dirty="0" err="1">
                <a:latin typeface="Helvetica Neue Light"/>
                <a:cs typeface="Helvetica Neue Light"/>
              </a:rPr>
              <a:t>est</a:t>
            </a:r>
            <a:r>
              <a:rPr lang="en-GB" sz="1476" spc="369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lorem.</a:t>
            </a:r>
            <a:r>
              <a:rPr lang="en-GB" sz="1476" spc="-26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Vel</a:t>
            </a:r>
            <a:r>
              <a:rPr lang="en-GB" sz="1476" spc="-26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turpis</a:t>
            </a:r>
            <a:r>
              <a:rPr lang="en-GB" sz="1476" spc="-21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nunc</a:t>
            </a:r>
            <a:r>
              <a:rPr lang="en-GB" sz="1476" spc="-26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eget</a:t>
            </a:r>
            <a:r>
              <a:rPr lang="en-GB" sz="1476" spc="-26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lorem</a:t>
            </a:r>
            <a:r>
              <a:rPr lang="en-GB" sz="1476" spc="-21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dolor</a:t>
            </a:r>
            <a:r>
              <a:rPr lang="en-GB" sz="1476" spc="-21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sed</a:t>
            </a:r>
            <a:r>
              <a:rPr lang="en-GB" sz="1476" spc="-21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viverra</a:t>
            </a:r>
            <a:r>
              <a:rPr lang="en-GB" sz="1476" noProof="0" dirty="0">
                <a:latin typeface="Helvetica Neue Light"/>
                <a:cs typeface="Helvetica Neue Light"/>
              </a:rPr>
              <a:t>.</a:t>
            </a:r>
            <a:r>
              <a:rPr lang="en-GB" sz="1476" spc="-26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Convallis</a:t>
            </a:r>
            <a:r>
              <a:rPr lang="en-GB" sz="1476" spc="-24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convallis</a:t>
            </a:r>
            <a:r>
              <a:rPr lang="en-GB" sz="1476" spc="-21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tellus</a:t>
            </a:r>
            <a:r>
              <a:rPr lang="en-GB" sz="1476" spc="-21" noProof="0" dirty="0">
                <a:latin typeface="Helvetica Neue Light"/>
                <a:cs typeface="Helvetica Neue Light"/>
              </a:rPr>
              <a:t> </a:t>
            </a:r>
            <a:r>
              <a:rPr lang="en-GB" sz="1476" spc="-13" noProof="0" dirty="0">
                <a:latin typeface="Helvetica Neue Light"/>
                <a:cs typeface="Helvetica Neue Light"/>
              </a:rPr>
              <a:t>id </a:t>
            </a:r>
            <a:r>
              <a:rPr lang="en-GB" sz="1476" noProof="0" dirty="0" err="1">
                <a:latin typeface="Helvetica Neue Light"/>
                <a:cs typeface="Helvetica Neue Light"/>
              </a:rPr>
              <a:t>interdum</a:t>
            </a:r>
            <a:r>
              <a:rPr lang="en-GB" sz="1476" spc="-21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velit</a:t>
            </a:r>
            <a:r>
              <a:rPr lang="en-GB" sz="1476" spc="-24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laoreet</a:t>
            </a:r>
            <a:r>
              <a:rPr lang="en-GB" sz="1476" spc="-24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id</a:t>
            </a:r>
            <a:r>
              <a:rPr lang="en-GB" sz="1476" spc="-18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donec</a:t>
            </a:r>
            <a:r>
              <a:rPr lang="en-GB" sz="1476" noProof="0" dirty="0">
                <a:latin typeface="Helvetica Neue Light"/>
                <a:cs typeface="Helvetica Neue Light"/>
              </a:rPr>
              <a:t>.</a:t>
            </a:r>
            <a:r>
              <a:rPr lang="en-GB" sz="1476" spc="-24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Massa</a:t>
            </a:r>
            <a:r>
              <a:rPr lang="en-GB" sz="1476" spc="-24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sapien</a:t>
            </a:r>
            <a:r>
              <a:rPr lang="en-GB" sz="1476" spc="-24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faucibus</a:t>
            </a:r>
            <a:r>
              <a:rPr lang="en-GB" sz="1476" spc="-21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et</a:t>
            </a:r>
            <a:r>
              <a:rPr lang="en-GB" sz="1476" spc="-24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molestie</a:t>
            </a:r>
            <a:r>
              <a:rPr lang="en-GB" sz="1476" spc="-21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ac.</a:t>
            </a:r>
            <a:r>
              <a:rPr lang="en-GB" sz="1476" spc="-24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Nisl</a:t>
            </a:r>
            <a:r>
              <a:rPr lang="en-GB" sz="1476" spc="-26" noProof="0" dirty="0">
                <a:latin typeface="Helvetica Neue Light"/>
                <a:cs typeface="Helvetica Neue Light"/>
              </a:rPr>
              <a:t> </a:t>
            </a:r>
            <a:r>
              <a:rPr lang="en-GB" sz="1476" spc="-11" noProof="0" dirty="0">
                <a:latin typeface="Helvetica Neue Light"/>
                <a:cs typeface="Helvetica Neue Light"/>
              </a:rPr>
              <a:t>nisi </a:t>
            </a:r>
            <a:r>
              <a:rPr lang="en-GB" sz="1476" noProof="0" dirty="0" err="1">
                <a:latin typeface="Helvetica Neue Light"/>
                <a:cs typeface="Helvetica Neue Light"/>
              </a:rPr>
              <a:t>scelerisque</a:t>
            </a:r>
            <a:r>
              <a:rPr lang="en-GB" sz="1476" spc="-24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eu</a:t>
            </a:r>
            <a:r>
              <a:rPr lang="en-GB" sz="1476" spc="-18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ultrices</a:t>
            </a:r>
            <a:r>
              <a:rPr lang="en-GB" sz="1476" spc="-16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vitae</a:t>
            </a:r>
            <a:r>
              <a:rPr lang="en-GB" sz="1476" spc="-18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auctor</a:t>
            </a:r>
            <a:r>
              <a:rPr lang="en-GB" sz="1476" spc="-16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eu</a:t>
            </a:r>
            <a:r>
              <a:rPr lang="en-GB" sz="1476" spc="-18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augue</a:t>
            </a:r>
            <a:r>
              <a:rPr lang="en-GB" sz="1476" noProof="0" dirty="0">
                <a:latin typeface="Helvetica Neue Light"/>
                <a:cs typeface="Helvetica Neue Light"/>
              </a:rPr>
              <a:t>.</a:t>
            </a:r>
            <a:r>
              <a:rPr lang="en-GB" sz="1476" spc="-18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Malesuada</a:t>
            </a:r>
            <a:r>
              <a:rPr lang="en-GB" sz="1476" spc="-18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fames</a:t>
            </a:r>
            <a:r>
              <a:rPr lang="en-GB" sz="1476" spc="-16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ac</a:t>
            </a:r>
            <a:r>
              <a:rPr lang="en-GB" sz="1476" spc="-21" noProof="0" dirty="0">
                <a:latin typeface="Helvetica Neue Light"/>
                <a:cs typeface="Helvetica Neue Light"/>
              </a:rPr>
              <a:t> </a:t>
            </a:r>
            <a:r>
              <a:rPr lang="en-GB" sz="1476" spc="-5" noProof="0" dirty="0" err="1">
                <a:latin typeface="Helvetica Neue Light"/>
                <a:cs typeface="Helvetica Neue Light"/>
              </a:rPr>
              <a:t>turpis</a:t>
            </a:r>
            <a:r>
              <a:rPr lang="en-GB" sz="1476" spc="-5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egestas</a:t>
            </a:r>
            <a:r>
              <a:rPr lang="en-GB" sz="1476" spc="-34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maecenas</a:t>
            </a:r>
            <a:r>
              <a:rPr lang="en-GB" sz="1476" spc="-32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pharetra</a:t>
            </a:r>
            <a:r>
              <a:rPr lang="en-GB" sz="1476" spc="-34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convallis</a:t>
            </a:r>
            <a:r>
              <a:rPr lang="en-GB" sz="1476" spc="-32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posuere</a:t>
            </a:r>
            <a:r>
              <a:rPr lang="en-GB" sz="1476" spc="-34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morbi</a:t>
            </a:r>
            <a:r>
              <a:rPr lang="en-GB" sz="1476" noProof="0" dirty="0">
                <a:latin typeface="Helvetica Neue Light"/>
                <a:cs typeface="Helvetica Neue Light"/>
              </a:rPr>
              <a:t>.</a:t>
            </a:r>
            <a:r>
              <a:rPr lang="en-GB" sz="1476" spc="-37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Ultrices</a:t>
            </a:r>
            <a:r>
              <a:rPr lang="en-GB" sz="1476" spc="-32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mi</a:t>
            </a:r>
            <a:r>
              <a:rPr lang="en-GB" sz="1476" spc="-37" noProof="0" dirty="0">
                <a:latin typeface="Helvetica Neue Light"/>
                <a:cs typeface="Helvetica Neue Light"/>
              </a:rPr>
              <a:t> </a:t>
            </a:r>
            <a:r>
              <a:rPr lang="en-GB" sz="1476" spc="-5" noProof="0" dirty="0">
                <a:latin typeface="Helvetica Neue Light"/>
                <a:cs typeface="Helvetica Neue Light"/>
              </a:rPr>
              <a:t>tempus </a:t>
            </a:r>
            <a:r>
              <a:rPr lang="en-GB" sz="1476" noProof="0" dirty="0" err="1">
                <a:latin typeface="Helvetica Neue Light"/>
                <a:cs typeface="Helvetica Neue Light"/>
              </a:rPr>
              <a:t>imperdiet</a:t>
            </a:r>
            <a:r>
              <a:rPr lang="en-GB" sz="1476" spc="-29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nulla</a:t>
            </a:r>
            <a:r>
              <a:rPr lang="en-GB" sz="1476" noProof="0" dirty="0">
                <a:latin typeface="Helvetica Neue Light"/>
                <a:cs typeface="Helvetica Neue Light"/>
              </a:rPr>
              <a:t>.</a:t>
            </a:r>
            <a:r>
              <a:rPr lang="en-GB" sz="1476" spc="-26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Purus</a:t>
            </a:r>
            <a:r>
              <a:rPr lang="en-GB" sz="1476" spc="-24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semper</a:t>
            </a:r>
            <a:r>
              <a:rPr lang="en-GB" sz="1476" spc="-21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eget</a:t>
            </a:r>
            <a:r>
              <a:rPr lang="en-GB" sz="1476" spc="-26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duis</a:t>
            </a:r>
            <a:r>
              <a:rPr lang="en-GB" sz="1476" spc="-24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at</a:t>
            </a:r>
            <a:r>
              <a:rPr lang="en-GB" sz="1476" spc="-26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tellus</a:t>
            </a:r>
            <a:r>
              <a:rPr lang="en-GB" sz="1476" spc="-24" noProof="0" dirty="0">
                <a:latin typeface="Helvetica Neue Light"/>
                <a:cs typeface="Helvetica Neue Light"/>
              </a:rPr>
              <a:t> </a:t>
            </a:r>
            <a:r>
              <a:rPr lang="en-GB" sz="1476" spc="-13" noProof="0" dirty="0">
                <a:latin typeface="Helvetica Neue Light"/>
                <a:cs typeface="Helvetica Neue Light"/>
              </a:rPr>
              <a:t>at.</a:t>
            </a:r>
            <a:endParaRPr lang="en-GB" sz="1476" noProof="0" dirty="0">
              <a:latin typeface="Helvetica Neue Light"/>
              <a:cs typeface="Helvetica Neue Light"/>
            </a:endParaRPr>
          </a:p>
          <a:p>
            <a:pPr marL="6697" marR="2679">
              <a:lnSpc>
                <a:spcPct val="100200"/>
              </a:lnSpc>
              <a:spcBef>
                <a:spcPts val="1755"/>
              </a:spcBef>
            </a:pPr>
            <a:r>
              <a:rPr lang="en-GB" sz="1476" noProof="0" dirty="0" err="1">
                <a:latin typeface="Helvetica Neue Light"/>
                <a:cs typeface="Helvetica Neue Light"/>
              </a:rPr>
              <a:t>Volutpat</a:t>
            </a:r>
            <a:r>
              <a:rPr lang="en-GB" sz="1476" spc="-21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est</a:t>
            </a:r>
            <a:r>
              <a:rPr lang="en-GB" sz="1476" spc="-24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velit</a:t>
            </a:r>
            <a:r>
              <a:rPr lang="en-GB" sz="1476" spc="-24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egestas</a:t>
            </a:r>
            <a:r>
              <a:rPr lang="en-GB" sz="1476" spc="-21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dui</a:t>
            </a:r>
            <a:r>
              <a:rPr lang="en-GB" sz="1476" spc="-24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id</a:t>
            </a:r>
            <a:r>
              <a:rPr lang="en-GB" sz="1476" spc="-18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ornare</a:t>
            </a:r>
            <a:r>
              <a:rPr lang="en-GB" sz="1476" spc="-24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arcu</a:t>
            </a:r>
            <a:r>
              <a:rPr lang="en-GB" sz="1476" spc="-24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odio</a:t>
            </a:r>
            <a:r>
              <a:rPr lang="en-GB" sz="1476" noProof="0" dirty="0">
                <a:latin typeface="Helvetica Neue Light"/>
                <a:cs typeface="Helvetica Neue Light"/>
              </a:rPr>
              <a:t>.</a:t>
            </a:r>
            <a:r>
              <a:rPr lang="en-GB" sz="1476" spc="-24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Urna</a:t>
            </a:r>
            <a:r>
              <a:rPr lang="en-GB" sz="1476" spc="-24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neque</a:t>
            </a:r>
            <a:r>
              <a:rPr lang="en-GB" sz="1476" spc="-24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viverra</a:t>
            </a:r>
            <a:r>
              <a:rPr lang="en-GB" sz="1476" spc="-26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justo</a:t>
            </a:r>
            <a:r>
              <a:rPr lang="en-GB" sz="1476" spc="-18" noProof="0" dirty="0">
                <a:latin typeface="Helvetica Neue Light"/>
                <a:cs typeface="Helvetica Neue Light"/>
              </a:rPr>
              <a:t> </a:t>
            </a:r>
            <a:r>
              <a:rPr lang="en-GB" sz="1476" spc="-13" noProof="0" dirty="0">
                <a:latin typeface="Helvetica Neue Light"/>
                <a:cs typeface="Helvetica Neue Light"/>
              </a:rPr>
              <a:t>nec </a:t>
            </a:r>
            <a:r>
              <a:rPr lang="en-GB" sz="1476" noProof="0" dirty="0" err="1">
                <a:latin typeface="Helvetica Neue Light"/>
                <a:cs typeface="Helvetica Neue Light"/>
              </a:rPr>
              <a:t>ultrices</a:t>
            </a:r>
            <a:r>
              <a:rPr lang="en-GB" sz="1476" spc="-26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dui</a:t>
            </a:r>
            <a:r>
              <a:rPr lang="en-GB" sz="1476" spc="-29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sapien</a:t>
            </a:r>
            <a:r>
              <a:rPr lang="en-GB" sz="1476" noProof="0" dirty="0">
                <a:latin typeface="Helvetica Neue Light"/>
                <a:cs typeface="Helvetica Neue Light"/>
              </a:rPr>
              <a:t>.</a:t>
            </a:r>
            <a:r>
              <a:rPr lang="en-GB" sz="1476" spc="-29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Tellus</a:t>
            </a:r>
            <a:r>
              <a:rPr lang="en-GB" sz="1476" spc="-24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pellentesque</a:t>
            </a:r>
            <a:r>
              <a:rPr lang="en-GB" sz="1476" spc="-32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eu</a:t>
            </a:r>
            <a:r>
              <a:rPr lang="en-GB" sz="1476" spc="-29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tincidunt</a:t>
            </a:r>
            <a:r>
              <a:rPr lang="en-GB" sz="1476" spc="-26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tortor</a:t>
            </a:r>
            <a:r>
              <a:rPr lang="en-GB" sz="1476" spc="-21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aliquam</a:t>
            </a:r>
            <a:r>
              <a:rPr lang="en-GB" sz="1476" spc="-26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nulla</a:t>
            </a:r>
            <a:r>
              <a:rPr lang="en-GB" sz="1476" spc="-26" noProof="0" dirty="0">
                <a:latin typeface="Helvetica Neue Light"/>
                <a:cs typeface="Helvetica Neue Light"/>
              </a:rPr>
              <a:t> </a:t>
            </a:r>
            <a:r>
              <a:rPr lang="en-GB" sz="1476" spc="-5" noProof="0" dirty="0" err="1">
                <a:latin typeface="Helvetica Neue Light"/>
                <a:cs typeface="Helvetica Neue Light"/>
              </a:rPr>
              <a:t>facilisi</a:t>
            </a:r>
            <a:r>
              <a:rPr lang="en-GB" sz="1476" spc="-5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cras</a:t>
            </a:r>
            <a:r>
              <a:rPr lang="en-GB" sz="1476" spc="-26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fermentum.</a:t>
            </a:r>
            <a:r>
              <a:rPr lang="en-GB" sz="1476" spc="-29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Consequat</a:t>
            </a:r>
            <a:r>
              <a:rPr lang="en-GB" sz="1476" spc="-29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ac</a:t>
            </a:r>
            <a:r>
              <a:rPr lang="en-GB" sz="1476" spc="-29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felis</a:t>
            </a:r>
            <a:r>
              <a:rPr lang="en-GB" sz="1476" spc="-24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donec</a:t>
            </a:r>
            <a:r>
              <a:rPr lang="en-GB" sz="1476" spc="-26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et</a:t>
            </a:r>
            <a:r>
              <a:rPr lang="en-GB" sz="1476" spc="-29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odio</a:t>
            </a:r>
            <a:r>
              <a:rPr lang="en-GB" sz="1476" spc="-24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pellentesque</a:t>
            </a:r>
            <a:r>
              <a:rPr lang="en-GB" sz="1476" spc="-29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diam</a:t>
            </a:r>
            <a:r>
              <a:rPr lang="en-GB" sz="1476" spc="-24" noProof="0" dirty="0">
                <a:latin typeface="Helvetica Neue Light"/>
                <a:cs typeface="Helvetica Neue Light"/>
              </a:rPr>
              <a:t> </a:t>
            </a:r>
            <a:r>
              <a:rPr lang="en-GB" sz="1476" spc="-5" noProof="0" dirty="0" err="1">
                <a:latin typeface="Helvetica Neue Light"/>
                <a:cs typeface="Helvetica Neue Light"/>
              </a:rPr>
              <a:t>volutpat</a:t>
            </a:r>
            <a:r>
              <a:rPr lang="en-GB" sz="1476" spc="-5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commodo</a:t>
            </a:r>
            <a:r>
              <a:rPr lang="en-GB" sz="1476" noProof="0" dirty="0">
                <a:latin typeface="Helvetica Neue Light"/>
                <a:cs typeface="Helvetica Neue Light"/>
              </a:rPr>
              <a:t>.</a:t>
            </a:r>
            <a:r>
              <a:rPr lang="en-GB" sz="1476" spc="-37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Volutpat</a:t>
            </a:r>
            <a:r>
              <a:rPr lang="en-GB" sz="1476" spc="-32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maecenas</a:t>
            </a:r>
            <a:r>
              <a:rPr lang="en-GB" sz="1476" spc="-29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volutpat</a:t>
            </a:r>
            <a:r>
              <a:rPr lang="en-GB" sz="1476" spc="-34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blandit</a:t>
            </a:r>
            <a:r>
              <a:rPr lang="en-GB" sz="1476" spc="-34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aliquam</a:t>
            </a:r>
            <a:r>
              <a:rPr lang="en-GB" sz="1476" spc="-29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etiam</a:t>
            </a:r>
            <a:r>
              <a:rPr lang="en-GB" sz="1476" spc="-32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erat</a:t>
            </a:r>
            <a:r>
              <a:rPr lang="en-GB" sz="1476" spc="-34" noProof="0" dirty="0">
                <a:latin typeface="Helvetica Neue Light"/>
                <a:cs typeface="Helvetica Neue Light"/>
              </a:rPr>
              <a:t> </a:t>
            </a:r>
            <a:r>
              <a:rPr lang="en-GB" sz="1476" spc="-5" noProof="0" dirty="0" err="1">
                <a:latin typeface="Helvetica Neue Light"/>
                <a:cs typeface="Helvetica Neue Light"/>
              </a:rPr>
              <a:t>velit</a:t>
            </a:r>
            <a:r>
              <a:rPr lang="en-GB" sz="1476" spc="-5" noProof="0" dirty="0">
                <a:latin typeface="Helvetica Neue Light"/>
                <a:cs typeface="Helvetica Neue Light"/>
              </a:rPr>
              <a:t>.</a:t>
            </a:r>
            <a:endParaRPr lang="en-GB" sz="1476" noProof="0" dirty="0">
              <a:latin typeface="Helvetica Neue Light"/>
              <a:cs typeface="Helvetica Neue Light"/>
            </a:endParaRPr>
          </a:p>
          <a:p>
            <a:pPr marL="6697" marR="520669">
              <a:lnSpc>
                <a:spcPts val="1735"/>
              </a:lnSpc>
              <a:spcBef>
                <a:spcPts val="113"/>
              </a:spcBef>
            </a:pPr>
            <a:r>
              <a:rPr lang="en-GB" sz="1476" noProof="0" dirty="0" err="1">
                <a:latin typeface="Helvetica Neue Light"/>
                <a:cs typeface="Helvetica Neue Light"/>
              </a:rPr>
              <a:t>Interdum</a:t>
            </a:r>
            <a:r>
              <a:rPr lang="en-GB" sz="1476" spc="-24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varius</a:t>
            </a:r>
            <a:r>
              <a:rPr lang="en-GB" sz="1476" spc="-26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sit</a:t>
            </a:r>
            <a:r>
              <a:rPr lang="en-GB" sz="1476" spc="-29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amet</a:t>
            </a:r>
            <a:r>
              <a:rPr lang="en-GB" sz="1476" spc="-26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mattis</a:t>
            </a:r>
            <a:r>
              <a:rPr lang="en-GB" sz="1476" spc="-26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vulputate</a:t>
            </a:r>
            <a:r>
              <a:rPr lang="en-GB" sz="1476" noProof="0" dirty="0">
                <a:latin typeface="Helvetica Neue Light"/>
                <a:cs typeface="Helvetica Neue Light"/>
              </a:rPr>
              <a:t>.</a:t>
            </a:r>
            <a:r>
              <a:rPr lang="en-GB" sz="1476" spc="-29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Massa</a:t>
            </a:r>
            <a:r>
              <a:rPr lang="en-GB" sz="1476" spc="-29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massa</a:t>
            </a:r>
            <a:r>
              <a:rPr lang="en-GB" sz="1476" spc="-24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ultricies</a:t>
            </a:r>
            <a:r>
              <a:rPr lang="en-GB" sz="1476" spc="-24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mi</a:t>
            </a:r>
            <a:r>
              <a:rPr lang="en-GB" sz="1476" spc="-29" noProof="0" dirty="0">
                <a:latin typeface="Helvetica Neue Light"/>
                <a:cs typeface="Helvetica Neue Light"/>
              </a:rPr>
              <a:t> </a:t>
            </a:r>
            <a:r>
              <a:rPr lang="en-GB" sz="1476" spc="-11" noProof="0" dirty="0" err="1">
                <a:latin typeface="Helvetica Neue Light"/>
                <a:cs typeface="Helvetica Neue Light"/>
              </a:rPr>
              <a:t>quis</a:t>
            </a:r>
            <a:r>
              <a:rPr lang="en-GB" sz="1476" spc="-11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hendrerit</a:t>
            </a:r>
            <a:r>
              <a:rPr lang="en-GB" sz="1476" spc="-24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dolor</a:t>
            </a:r>
            <a:r>
              <a:rPr lang="en-GB" sz="1476" spc="-21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magna</a:t>
            </a:r>
            <a:r>
              <a:rPr lang="en-GB" sz="1476" spc="-24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eget</a:t>
            </a:r>
            <a:r>
              <a:rPr lang="en-GB" sz="1476" spc="-26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est.</a:t>
            </a:r>
            <a:r>
              <a:rPr lang="en-GB" sz="1476" spc="-26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Nulla</a:t>
            </a:r>
            <a:r>
              <a:rPr lang="en-GB" sz="1476" spc="-24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aliquet</a:t>
            </a:r>
            <a:r>
              <a:rPr lang="en-GB" sz="1476" spc="-26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enim</a:t>
            </a:r>
            <a:r>
              <a:rPr lang="en-GB" sz="1476" spc="-21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tortor</a:t>
            </a:r>
            <a:r>
              <a:rPr lang="en-GB" sz="1476" spc="-16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at</a:t>
            </a:r>
            <a:r>
              <a:rPr lang="en-GB" sz="1476" spc="-26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auctor</a:t>
            </a:r>
            <a:r>
              <a:rPr lang="en-GB" sz="1476" spc="-21" noProof="0" dirty="0">
                <a:latin typeface="Helvetica Neue Light"/>
                <a:cs typeface="Helvetica Neue Light"/>
              </a:rPr>
              <a:t> </a:t>
            </a:r>
            <a:r>
              <a:rPr lang="en-GB" sz="1476" spc="-11" noProof="0" dirty="0" err="1">
                <a:latin typeface="Helvetica Neue Light"/>
                <a:cs typeface="Helvetica Neue Light"/>
              </a:rPr>
              <a:t>urna</a:t>
            </a:r>
            <a:endParaRPr lang="en-GB" sz="1476" noProof="0" dirty="0">
              <a:latin typeface="Helvetica Neue Light"/>
              <a:cs typeface="Helvetica Neue Ligh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94899" y="193325"/>
            <a:ext cx="4318233" cy="363783"/>
          </a:xfrm>
          <a:prstGeom prst="rect">
            <a:avLst/>
          </a:prstGeom>
        </p:spPr>
        <p:txBody>
          <a:bodyPr vert="horz" wrap="square" lIns="0" tIns="6697" rIns="0" bIns="0" rtlCol="0">
            <a:spAutoFit/>
          </a:bodyPr>
          <a:lstStyle/>
          <a:p>
            <a:pPr>
              <a:spcBef>
                <a:spcPts val="53"/>
              </a:spcBef>
            </a:pPr>
            <a:r>
              <a:rPr lang="en-GB" sz="2320" spc="-5" noProof="0" dirty="0"/>
              <a:t>Right</a:t>
            </a:r>
            <a:endParaRPr lang="en-GB" sz="2320" noProof="0" dirty="0"/>
          </a:p>
        </p:txBody>
      </p:sp>
      <p:sp>
        <p:nvSpPr>
          <p:cNvPr id="3" name="object 3"/>
          <p:cNvSpPr txBox="1"/>
          <p:nvPr/>
        </p:nvSpPr>
        <p:spPr>
          <a:xfrm>
            <a:off x="1431819" y="1159163"/>
            <a:ext cx="6288398" cy="3866362"/>
          </a:xfrm>
          <a:prstGeom prst="rect">
            <a:avLst/>
          </a:prstGeom>
        </p:spPr>
        <p:txBody>
          <a:bodyPr vert="horz" wrap="square" lIns="0" tIns="7032" rIns="0" bIns="0" rtlCol="0">
            <a:spAutoFit/>
          </a:bodyPr>
          <a:lstStyle/>
          <a:p>
            <a:pPr marL="30135" marR="2679" indent="439304" algn="r">
              <a:lnSpc>
                <a:spcPct val="99800"/>
              </a:lnSpc>
              <a:spcBef>
                <a:spcPts val="55"/>
              </a:spcBef>
            </a:pPr>
            <a:r>
              <a:rPr lang="en-GB" sz="1476" noProof="0" dirty="0">
                <a:latin typeface="Helvetica Neue Light"/>
                <a:cs typeface="Helvetica Neue Light"/>
              </a:rPr>
              <a:t>Lorem</a:t>
            </a:r>
            <a:r>
              <a:rPr lang="en-GB" sz="1476" spc="-29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ipsum</a:t>
            </a:r>
            <a:r>
              <a:rPr lang="en-GB" sz="1476" spc="-26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dolor</a:t>
            </a:r>
            <a:r>
              <a:rPr lang="en-GB" sz="1476" spc="-29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sit</a:t>
            </a:r>
            <a:r>
              <a:rPr lang="en-GB" sz="1476" spc="-32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amet</a:t>
            </a:r>
            <a:r>
              <a:rPr lang="en-GB" sz="1476" noProof="0" dirty="0">
                <a:latin typeface="Helvetica Neue Light"/>
                <a:cs typeface="Helvetica Neue Light"/>
              </a:rPr>
              <a:t>,</a:t>
            </a:r>
            <a:r>
              <a:rPr lang="en-GB" sz="1476" spc="-34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consectetur</a:t>
            </a:r>
            <a:r>
              <a:rPr lang="en-GB" sz="1476" spc="-26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adipiscing</a:t>
            </a:r>
            <a:r>
              <a:rPr lang="en-GB" sz="1476" spc="-29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elit</a:t>
            </a:r>
            <a:r>
              <a:rPr lang="en-GB" sz="1476" noProof="0" dirty="0">
                <a:latin typeface="Helvetica Neue Light"/>
                <a:cs typeface="Helvetica Neue Light"/>
              </a:rPr>
              <a:t>,</a:t>
            </a:r>
            <a:r>
              <a:rPr lang="en-GB" sz="1476" spc="-34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sed</a:t>
            </a:r>
            <a:r>
              <a:rPr lang="en-GB" sz="1476" spc="-26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do</a:t>
            </a:r>
            <a:r>
              <a:rPr lang="en-GB" sz="1476" spc="-29" noProof="0" dirty="0">
                <a:latin typeface="Helvetica Neue Light"/>
                <a:cs typeface="Helvetica Neue Light"/>
              </a:rPr>
              <a:t> </a:t>
            </a:r>
            <a:r>
              <a:rPr lang="en-GB" sz="1476" spc="-5" noProof="0" dirty="0" err="1">
                <a:latin typeface="Helvetica Neue Light"/>
                <a:cs typeface="Helvetica Neue Light"/>
              </a:rPr>
              <a:t>eiusmod</a:t>
            </a:r>
            <a:r>
              <a:rPr lang="en-GB" sz="1476" spc="-5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tempor</a:t>
            </a:r>
            <a:r>
              <a:rPr lang="en-GB" sz="1476" spc="-21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incididunt</a:t>
            </a:r>
            <a:r>
              <a:rPr lang="en-GB" sz="1476" spc="-29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ut</a:t>
            </a:r>
            <a:r>
              <a:rPr lang="en-GB" sz="1476" spc="-26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labore</a:t>
            </a:r>
            <a:r>
              <a:rPr lang="en-GB" sz="1476" spc="-26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et</a:t>
            </a:r>
            <a:r>
              <a:rPr lang="en-GB" sz="1476" spc="-26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dolore</a:t>
            </a:r>
            <a:r>
              <a:rPr lang="en-GB" sz="1476" spc="-29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magna</a:t>
            </a:r>
            <a:r>
              <a:rPr lang="en-GB" sz="1476" spc="-26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aliqua</a:t>
            </a:r>
            <a:r>
              <a:rPr lang="en-GB" sz="1476" noProof="0" dirty="0">
                <a:latin typeface="Helvetica Neue Light"/>
                <a:cs typeface="Helvetica Neue Light"/>
              </a:rPr>
              <a:t>.</a:t>
            </a:r>
            <a:r>
              <a:rPr lang="en-GB" sz="1476" spc="-26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Euismod</a:t>
            </a:r>
            <a:r>
              <a:rPr lang="en-GB" sz="1476" spc="-18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quis</a:t>
            </a:r>
            <a:r>
              <a:rPr lang="en-GB" sz="1476" spc="-24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viverra</a:t>
            </a:r>
            <a:r>
              <a:rPr lang="en-GB" sz="1476" spc="-32" noProof="0" dirty="0">
                <a:latin typeface="Helvetica Neue Light"/>
                <a:cs typeface="Helvetica Neue Light"/>
              </a:rPr>
              <a:t> </a:t>
            </a:r>
            <a:r>
              <a:rPr lang="en-GB" sz="1476" spc="-11" noProof="0" dirty="0" err="1">
                <a:latin typeface="Helvetica Neue Light"/>
                <a:cs typeface="Helvetica Neue Light"/>
              </a:rPr>
              <a:t>nibh</a:t>
            </a:r>
            <a:r>
              <a:rPr lang="en-GB" sz="1476" spc="-11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cras</a:t>
            </a:r>
            <a:r>
              <a:rPr lang="en-GB" sz="1476" spc="-26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pulvinar</a:t>
            </a:r>
            <a:r>
              <a:rPr lang="en-GB" sz="1476" spc="-21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mattis</a:t>
            </a:r>
            <a:r>
              <a:rPr lang="en-GB" sz="1476" spc="-24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nunc</a:t>
            </a:r>
            <a:r>
              <a:rPr lang="en-GB" sz="1476" spc="-26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sed.</a:t>
            </a:r>
            <a:r>
              <a:rPr lang="en-GB" sz="1476" spc="-26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Aliquam</a:t>
            </a:r>
            <a:r>
              <a:rPr lang="en-GB" sz="1476" spc="-18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ultrices</a:t>
            </a:r>
            <a:r>
              <a:rPr lang="en-GB" sz="1476" spc="-24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sagittis</a:t>
            </a:r>
            <a:r>
              <a:rPr lang="en-GB" sz="1476" spc="-21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orci</a:t>
            </a:r>
            <a:r>
              <a:rPr lang="en-GB" sz="1476" spc="-26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a</a:t>
            </a:r>
            <a:r>
              <a:rPr lang="en-GB" sz="1476" spc="-26" noProof="0" dirty="0">
                <a:latin typeface="Helvetica Neue Light"/>
                <a:cs typeface="Helvetica Neue Light"/>
              </a:rPr>
              <a:t> </a:t>
            </a:r>
            <a:r>
              <a:rPr lang="en-GB" sz="1476" spc="-5" noProof="0" dirty="0" err="1">
                <a:latin typeface="Helvetica Neue Light"/>
                <a:cs typeface="Helvetica Neue Light"/>
              </a:rPr>
              <a:t>scelerisque</a:t>
            </a:r>
            <a:r>
              <a:rPr lang="en-GB" sz="1476" spc="-5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purus</a:t>
            </a:r>
            <a:r>
              <a:rPr lang="en-GB" sz="1476" spc="-29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semper.</a:t>
            </a:r>
            <a:r>
              <a:rPr lang="en-GB" sz="1476" spc="-29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Interdum</a:t>
            </a:r>
            <a:r>
              <a:rPr lang="en-GB" sz="1476" spc="-26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consectetur</a:t>
            </a:r>
            <a:r>
              <a:rPr lang="en-GB" sz="1476" spc="-24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libero</a:t>
            </a:r>
            <a:r>
              <a:rPr lang="en-GB" sz="1476" spc="-26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id</a:t>
            </a:r>
            <a:r>
              <a:rPr lang="en-GB" sz="1476" spc="-24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faucibus</a:t>
            </a:r>
            <a:r>
              <a:rPr lang="en-GB" sz="1476" spc="-29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nisl</a:t>
            </a:r>
            <a:r>
              <a:rPr lang="en-GB" sz="1476" spc="-29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tincidunt</a:t>
            </a:r>
            <a:r>
              <a:rPr lang="en-GB" sz="1476" noProof="0" dirty="0">
                <a:latin typeface="Helvetica Neue Light"/>
                <a:cs typeface="Helvetica Neue Light"/>
              </a:rPr>
              <a:t>.</a:t>
            </a:r>
            <a:r>
              <a:rPr lang="en-GB" sz="1476" spc="-29" noProof="0" dirty="0">
                <a:latin typeface="Helvetica Neue Light"/>
                <a:cs typeface="Helvetica Neue Light"/>
              </a:rPr>
              <a:t> </a:t>
            </a:r>
            <a:r>
              <a:rPr lang="en-GB" sz="1476" spc="-5" noProof="0" dirty="0" err="1">
                <a:latin typeface="Helvetica Neue Light"/>
                <a:cs typeface="Helvetica Neue Light"/>
              </a:rPr>
              <a:t>Risus</a:t>
            </a:r>
            <a:r>
              <a:rPr lang="en-GB" sz="1476" spc="-5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ultricies</a:t>
            </a:r>
            <a:r>
              <a:rPr lang="en-GB" sz="1476" spc="-26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tristique</a:t>
            </a:r>
            <a:r>
              <a:rPr lang="en-GB" sz="1476" spc="-29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nulla</a:t>
            </a:r>
            <a:r>
              <a:rPr lang="en-GB" sz="1476" spc="-29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aliquet</a:t>
            </a:r>
            <a:r>
              <a:rPr lang="en-GB" sz="1476" spc="-32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enim</a:t>
            </a:r>
            <a:r>
              <a:rPr lang="en-GB" sz="1476" noProof="0" dirty="0">
                <a:latin typeface="Helvetica Neue Light"/>
                <a:cs typeface="Helvetica Neue Light"/>
              </a:rPr>
              <a:t>.</a:t>
            </a:r>
            <a:r>
              <a:rPr lang="en-GB" sz="1476" spc="-29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Quis</a:t>
            </a:r>
            <a:r>
              <a:rPr lang="en-GB" sz="1476" spc="-29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hendrerit</a:t>
            </a:r>
            <a:r>
              <a:rPr lang="en-GB" sz="1476" spc="-29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dolor</a:t>
            </a:r>
            <a:r>
              <a:rPr lang="en-GB" sz="1476" spc="-26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magna</a:t>
            </a:r>
            <a:r>
              <a:rPr lang="en-GB" sz="1476" spc="-29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eget</a:t>
            </a:r>
            <a:r>
              <a:rPr lang="en-GB" sz="1476" spc="-32" noProof="0" dirty="0">
                <a:latin typeface="Helvetica Neue Light"/>
                <a:cs typeface="Helvetica Neue Light"/>
              </a:rPr>
              <a:t> </a:t>
            </a:r>
            <a:r>
              <a:rPr lang="en-GB" sz="1476" spc="-13" noProof="0" dirty="0" err="1">
                <a:latin typeface="Helvetica Neue Light"/>
                <a:cs typeface="Helvetica Neue Light"/>
              </a:rPr>
              <a:t>est</a:t>
            </a:r>
            <a:r>
              <a:rPr lang="en-GB" sz="1476" spc="369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lorem.</a:t>
            </a:r>
            <a:r>
              <a:rPr lang="en-GB" sz="1476" spc="-26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Vel</a:t>
            </a:r>
            <a:r>
              <a:rPr lang="en-GB" sz="1476" spc="-26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turpis</a:t>
            </a:r>
            <a:r>
              <a:rPr lang="en-GB" sz="1476" spc="-21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nunc</a:t>
            </a:r>
            <a:r>
              <a:rPr lang="en-GB" sz="1476" spc="-26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eget</a:t>
            </a:r>
            <a:r>
              <a:rPr lang="en-GB" sz="1476" spc="-26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lorem</a:t>
            </a:r>
            <a:r>
              <a:rPr lang="en-GB" sz="1476" spc="-21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dolor</a:t>
            </a:r>
            <a:r>
              <a:rPr lang="en-GB" sz="1476" spc="-21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sed</a:t>
            </a:r>
            <a:r>
              <a:rPr lang="en-GB" sz="1476" spc="-21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viverra</a:t>
            </a:r>
            <a:r>
              <a:rPr lang="en-GB" sz="1476" noProof="0" dirty="0">
                <a:latin typeface="Helvetica Neue Light"/>
                <a:cs typeface="Helvetica Neue Light"/>
              </a:rPr>
              <a:t>.</a:t>
            </a:r>
            <a:r>
              <a:rPr lang="en-GB" sz="1476" spc="-26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Convallis</a:t>
            </a:r>
            <a:r>
              <a:rPr lang="en-GB" sz="1476" spc="-24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convallis</a:t>
            </a:r>
            <a:r>
              <a:rPr lang="en-GB" sz="1476" spc="-21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tellus</a:t>
            </a:r>
            <a:r>
              <a:rPr lang="en-GB" sz="1476" spc="-21" noProof="0" dirty="0">
                <a:latin typeface="Helvetica Neue Light"/>
                <a:cs typeface="Helvetica Neue Light"/>
              </a:rPr>
              <a:t> </a:t>
            </a:r>
            <a:r>
              <a:rPr lang="en-GB" sz="1476" spc="-13" noProof="0" dirty="0">
                <a:latin typeface="Helvetica Neue Light"/>
                <a:cs typeface="Helvetica Neue Light"/>
              </a:rPr>
              <a:t>id </a:t>
            </a:r>
            <a:r>
              <a:rPr lang="en-GB" sz="1476" noProof="0" dirty="0" err="1">
                <a:latin typeface="Helvetica Neue Light"/>
                <a:cs typeface="Helvetica Neue Light"/>
              </a:rPr>
              <a:t>interdum</a:t>
            </a:r>
            <a:r>
              <a:rPr lang="en-GB" sz="1476" spc="-21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velit</a:t>
            </a:r>
            <a:r>
              <a:rPr lang="en-GB" sz="1476" spc="-24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laoreet</a:t>
            </a:r>
            <a:r>
              <a:rPr lang="en-GB" sz="1476" spc="-24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id</a:t>
            </a:r>
            <a:r>
              <a:rPr lang="en-GB" sz="1476" spc="-18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donec</a:t>
            </a:r>
            <a:r>
              <a:rPr lang="en-GB" sz="1476" noProof="0" dirty="0">
                <a:latin typeface="Helvetica Neue Light"/>
                <a:cs typeface="Helvetica Neue Light"/>
              </a:rPr>
              <a:t>.</a:t>
            </a:r>
            <a:r>
              <a:rPr lang="en-GB" sz="1476" spc="-24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Massa</a:t>
            </a:r>
            <a:r>
              <a:rPr lang="en-GB" sz="1476" spc="-24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sapien</a:t>
            </a:r>
            <a:r>
              <a:rPr lang="en-GB" sz="1476" spc="-24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faucibus</a:t>
            </a:r>
            <a:r>
              <a:rPr lang="en-GB" sz="1476" spc="-21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et</a:t>
            </a:r>
            <a:r>
              <a:rPr lang="en-GB" sz="1476" spc="-24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molestie</a:t>
            </a:r>
            <a:r>
              <a:rPr lang="en-GB" sz="1476" spc="-21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ac.</a:t>
            </a:r>
            <a:r>
              <a:rPr lang="en-GB" sz="1476" spc="-24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Nisl</a:t>
            </a:r>
            <a:r>
              <a:rPr lang="en-GB" sz="1476" spc="-26" noProof="0" dirty="0">
                <a:latin typeface="Helvetica Neue Light"/>
                <a:cs typeface="Helvetica Neue Light"/>
              </a:rPr>
              <a:t> </a:t>
            </a:r>
            <a:r>
              <a:rPr lang="en-GB" sz="1476" spc="-11" noProof="0" dirty="0">
                <a:latin typeface="Helvetica Neue Light"/>
                <a:cs typeface="Helvetica Neue Light"/>
              </a:rPr>
              <a:t>nisi </a:t>
            </a:r>
            <a:r>
              <a:rPr lang="en-GB" sz="1476" noProof="0" dirty="0" err="1">
                <a:latin typeface="Helvetica Neue Light"/>
                <a:cs typeface="Helvetica Neue Light"/>
              </a:rPr>
              <a:t>scelerisque</a:t>
            </a:r>
            <a:r>
              <a:rPr lang="en-GB" sz="1476" spc="-24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eu</a:t>
            </a:r>
            <a:r>
              <a:rPr lang="en-GB" sz="1476" spc="-18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ultrices</a:t>
            </a:r>
            <a:r>
              <a:rPr lang="en-GB" sz="1476" spc="-16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vitae</a:t>
            </a:r>
            <a:r>
              <a:rPr lang="en-GB" sz="1476" spc="-18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auctor</a:t>
            </a:r>
            <a:r>
              <a:rPr lang="en-GB" sz="1476" spc="-16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eu</a:t>
            </a:r>
            <a:r>
              <a:rPr lang="en-GB" sz="1476" spc="-18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augue</a:t>
            </a:r>
            <a:r>
              <a:rPr lang="en-GB" sz="1476" noProof="0" dirty="0">
                <a:latin typeface="Helvetica Neue Light"/>
                <a:cs typeface="Helvetica Neue Light"/>
              </a:rPr>
              <a:t>.</a:t>
            </a:r>
            <a:r>
              <a:rPr lang="en-GB" sz="1476" spc="-18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Malesuada</a:t>
            </a:r>
            <a:r>
              <a:rPr lang="en-GB" sz="1476" spc="-18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fames</a:t>
            </a:r>
            <a:r>
              <a:rPr lang="en-GB" sz="1476" spc="-16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ac</a:t>
            </a:r>
            <a:r>
              <a:rPr lang="en-GB" sz="1476" spc="-21" noProof="0" dirty="0">
                <a:latin typeface="Helvetica Neue Light"/>
                <a:cs typeface="Helvetica Neue Light"/>
              </a:rPr>
              <a:t> </a:t>
            </a:r>
            <a:r>
              <a:rPr lang="en-GB" sz="1476" spc="-5" noProof="0" dirty="0" err="1">
                <a:latin typeface="Helvetica Neue Light"/>
                <a:cs typeface="Helvetica Neue Light"/>
              </a:rPr>
              <a:t>turpis</a:t>
            </a:r>
            <a:r>
              <a:rPr lang="en-GB" sz="1476" spc="-5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egestas</a:t>
            </a:r>
            <a:r>
              <a:rPr lang="en-GB" sz="1476" spc="-34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maecenas</a:t>
            </a:r>
            <a:r>
              <a:rPr lang="en-GB" sz="1476" spc="-32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pharetra</a:t>
            </a:r>
            <a:r>
              <a:rPr lang="en-GB" sz="1476" spc="-34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convallis</a:t>
            </a:r>
            <a:r>
              <a:rPr lang="en-GB" sz="1476" spc="-32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posuere</a:t>
            </a:r>
            <a:r>
              <a:rPr lang="en-GB" sz="1476" spc="-34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morbi</a:t>
            </a:r>
            <a:r>
              <a:rPr lang="en-GB" sz="1476" noProof="0" dirty="0">
                <a:latin typeface="Helvetica Neue Light"/>
                <a:cs typeface="Helvetica Neue Light"/>
              </a:rPr>
              <a:t>.</a:t>
            </a:r>
            <a:r>
              <a:rPr lang="en-GB" sz="1476" spc="-37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Ultrices</a:t>
            </a:r>
            <a:r>
              <a:rPr lang="en-GB" sz="1476" spc="-32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mi</a:t>
            </a:r>
            <a:r>
              <a:rPr lang="en-GB" sz="1476" spc="-37" noProof="0" dirty="0">
                <a:latin typeface="Helvetica Neue Light"/>
                <a:cs typeface="Helvetica Neue Light"/>
              </a:rPr>
              <a:t> </a:t>
            </a:r>
            <a:r>
              <a:rPr lang="en-GB" sz="1476" spc="-5" noProof="0" dirty="0">
                <a:latin typeface="Helvetica Neue Light"/>
                <a:cs typeface="Helvetica Neue Light"/>
              </a:rPr>
              <a:t>tempus </a:t>
            </a:r>
            <a:r>
              <a:rPr lang="en-GB" sz="1476" noProof="0" dirty="0" err="1">
                <a:latin typeface="Helvetica Neue Light"/>
                <a:cs typeface="Helvetica Neue Light"/>
              </a:rPr>
              <a:t>imperdiet</a:t>
            </a:r>
            <a:r>
              <a:rPr lang="en-GB" sz="1476" spc="-29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nulla</a:t>
            </a:r>
            <a:r>
              <a:rPr lang="en-GB" sz="1476" noProof="0" dirty="0">
                <a:latin typeface="Helvetica Neue Light"/>
                <a:cs typeface="Helvetica Neue Light"/>
              </a:rPr>
              <a:t>.</a:t>
            </a:r>
            <a:r>
              <a:rPr lang="en-GB" sz="1476" spc="-26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Purus</a:t>
            </a:r>
            <a:r>
              <a:rPr lang="en-GB" sz="1476" spc="-24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semper</a:t>
            </a:r>
            <a:r>
              <a:rPr lang="en-GB" sz="1476" spc="-21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eget</a:t>
            </a:r>
            <a:r>
              <a:rPr lang="en-GB" sz="1476" spc="-26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duis</a:t>
            </a:r>
            <a:r>
              <a:rPr lang="en-GB" sz="1476" spc="-24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at</a:t>
            </a:r>
            <a:r>
              <a:rPr lang="en-GB" sz="1476" spc="-26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tellus</a:t>
            </a:r>
            <a:r>
              <a:rPr lang="en-GB" sz="1476" spc="-24" noProof="0" dirty="0">
                <a:latin typeface="Helvetica Neue Light"/>
                <a:cs typeface="Helvetica Neue Light"/>
              </a:rPr>
              <a:t> </a:t>
            </a:r>
            <a:r>
              <a:rPr lang="en-GB" sz="1476" spc="-13" noProof="0" dirty="0">
                <a:latin typeface="Helvetica Neue Light"/>
                <a:cs typeface="Helvetica Neue Light"/>
              </a:rPr>
              <a:t>at.</a:t>
            </a:r>
            <a:endParaRPr lang="en-GB" sz="1476" noProof="0" dirty="0">
              <a:latin typeface="Helvetica Neue Light"/>
              <a:cs typeface="Helvetica Neue Light"/>
            </a:endParaRPr>
          </a:p>
          <a:p>
            <a:pPr marL="40850" marR="2679" indent="-34488" algn="r">
              <a:lnSpc>
                <a:spcPct val="100200"/>
              </a:lnSpc>
              <a:spcBef>
                <a:spcPts val="1755"/>
              </a:spcBef>
            </a:pPr>
            <a:r>
              <a:rPr lang="en-GB" sz="1476" noProof="0" dirty="0" err="1">
                <a:latin typeface="Helvetica Neue Light"/>
                <a:cs typeface="Helvetica Neue Light"/>
              </a:rPr>
              <a:t>Volutpat</a:t>
            </a:r>
            <a:r>
              <a:rPr lang="en-GB" sz="1476" spc="-21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est</a:t>
            </a:r>
            <a:r>
              <a:rPr lang="en-GB" sz="1476" spc="-24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velit</a:t>
            </a:r>
            <a:r>
              <a:rPr lang="en-GB" sz="1476" spc="-24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egestas</a:t>
            </a:r>
            <a:r>
              <a:rPr lang="en-GB" sz="1476" spc="-21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dui</a:t>
            </a:r>
            <a:r>
              <a:rPr lang="en-GB" sz="1476" spc="-24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id</a:t>
            </a:r>
            <a:r>
              <a:rPr lang="en-GB" sz="1476" spc="-18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ornare</a:t>
            </a:r>
            <a:r>
              <a:rPr lang="en-GB" sz="1476" spc="-24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arcu</a:t>
            </a:r>
            <a:r>
              <a:rPr lang="en-GB" sz="1476" spc="-24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odio</a:t>
            </a:r>
            <a:r>
              <a:rPr lang="en-GB" sz="1476" noProof="0" dirty="0">
                <a:latin typeface="Helvetica Neue Light"/>
                <a:cs typeface="Helvetica Neue Light"/>
              </a:rPr>
              <a:t>.</a:t>
            </a:r>
            <a:r>
              <a:rPr lang="en-GB" sz="1476" spc="-24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Urna</a:t>
            </a:r>
            <a:r>
              <a:rPr lang="en-GB" sz="1476" spc="-24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neque</a:t>
            </a:r>
            <a:r>
              <a:rPr lang="en-GB" sz="1476" spc="-24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viverra</a:t>
            </a:r>
            <a:r>
              <a:rPr lang="en-GB" sz="1476" spc="-26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justo</a:t>
            </a:r>
            <a:r>
              <a:rPr lang="en-GB" sz="1476" spc="-18" noProof="0" dirty="0">
                <a:latin typeface="Helvetica Neue Light"/>
                <a:cs typeface="Helvetica Neue Light"/>
              </a:rPr>
              <a:t> </a:t>
            </a:r>
            <a:r>
              <a:rPr lang="en-GB" sz="1476" spc="-13" noProof="0" dirty="0">
                <a:latin typeface="Helvetica Neue Light"/>
                <a:cs typeface="Helvetica Neue Light"/>
              </a:rPr>
              <a:t>nec </a:t>
            </a:r>
            <a:r>
              <a:rPr lang="en-GB" sz="1476" noProof="0" dirty="0" err="1">
                <a:latin typeface="Helvetica Neue Light"/>
                <a:cs typeface="Helvetica Neue Light"/>
              </a:rPr>
              <a:t>ultrices</a:t>
            </a:r>
            <a:r>
              <a:rPr lang="en-GB" sz="1476" spc="-26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dui</a:t>
            </a:r>
            <a:r>
              <a:rPr lang="en-GB" sz="1476" spc="-29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sapien</a:t>
            </a:r>
            <a:r>
              <a:rPr lang="en-GB" sz="1476" noProof="0" dirty="0">
                <a:latin typeface="Helvetica Neue Light"/>
                <a:cs typeface="Helvetica Neue Light"/>
              </a:rPr>
              <a:t>.</a:t>
            </a:r>
            <a:r>
              <a:rPr lang="en-GB" sz="1476" spc="-29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Tellus</a:t>
            </a:r>
            <a:r>
              <a:rPr lang="en-GB" sz="1476" spc="-24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pellentesque</a:t>
            </a:r>
            <a:r>
              <a:rPr lang="en-GB" sz="1476" spc="-32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eu</a:t>
            </a:r>
            <a:r>
              <a:rPr lang="en-GB" sz="1476" spc="-29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tincidunt</a:t>
            </a:r>
            <a:r>
              <a:rPr lang="en-GB" sz="1476" spc="-26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tortor</a:t>
            </a:r>
            <a:r>
              <a:rPr lang="en-GB" sz="1476" spc="-21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aliquam</a:t>
            </a:r>
            <a:r>
              <a:rPr lang="en-GB" sz="1476" spc="-26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nulla</a:t>
            </a:r>
            <a:r>
              <a:rPr lang="en-GB" sz="1476" spc="-26" noProof="0" dirty="0">
                <a:latin typeface="Helvetica Neue Light"/>
                <a:cs typeface="Helvetica Neue Light"/>
              </a:rPr>
              <a:t> </a:t>
            </a:r>
            <a:r>
              <a:rPr lang="en-GB" sz="1476" spc="-5" noProof="0" dirty="0" err="1">
                <a:latin typeface="Helvetica Neue Light"/>
                <a:cs typeface="Helvetica Neue Light"/>
              </a:rPr>
              <a:t>facilisi</a:t>
            </a:r>
            <a:r>
              <a:rPr lang="en-GB" sz="1476" spc="-5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cras</a:t>
            </a:r>
            <a:r>
              <a:rPr lang="en-GB" sz="1476" spc="-26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fermentum.</a:t>
            </a:r>
            <a:r>
              <a:rPr lang="en-GB" sz="1476" spc="-29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Consequat</a:t>
            </a:r>
            <a:r>
              <a:rPr lang="en-GB" sz="1476" spc="-29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ac</a:t>
            </a:r>
            <a:r>
              <a:rPr lang="en-GB" sz="1476" spc="-29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felis</a:t>
            </a:r>
            <a:r>
              <a:rPr lang="en-GB" sz="1476" spc="-24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donec</a:t>
            </a:r>
            <a:r>
              <a:rPr lang="en-GB" sz="1476" spc="-26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et</a:t>
            </a:r>
            <a:r>
              <a:rPr lang="en-GB" sz="1476" spc="-29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odio</a:t>
            </a:r>
            <a:r>
              <a:rPr lang="en-GB" sz="1476" spc="-24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pellentesque</a:t>
            </a:r>
            <a:r>
              <a:rPr lang="en-GB" sz="1476" spc="-29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diam</a:t>
            </a:r>
            <a:r>
              <a:rPr lang="en-GB" sz="1476" spc="-24" noProof="0" dirty="0">
                <a:latin typeface="Helvetica Neue Light"/>
                <a:cs typeface="Helvetica Neue Light"/>
              </a:rPr>
              <a:t> </a:t>
            </a:r>
            <a:r>
              <a:rPr lang="en-GB" sz="1476" spc="-5" noProof="0" dirty="0" err="1">
                <a:latin typeface="Helvetica Neue Light"/>
                <a:cs typeface="Helvetica Neue Light"/>
              </a:rPr>
              <a:t>volutpat</a:t>
            </a:r>
            <a:r>
              <a:rPr lang="en-GB" sz="1476" spc="-5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commodo</a:t>
            </a:r>
            <a:r>
              <a:rPr lang="en-GB" sz="1476" noProof="0" dirty="0">
                <a:latin typeface="Helvetica Neue Light"/>
                <a:cs typeface="Helvetica Neue Light"/>
              </a:rPr>
              <a:t>.</a:t>
            </a:r>
            <a:r>
              <a:rPr lang="en-GB" sz="1476" spc="-37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Volutpat</a:t>
            </a:r>
            <a:r>
              <a:rPr lang="en-GB" sz="1476" spc="-32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maecenas</a:t>
            </a:r>
            <a:r>
              <a:rPr lang="en-GB" sz="1476" spc="-29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volutpat</a:t>
            </a:r>
            <a:r>
              <a:rPr lang="en-GB" sz="1476" spc="-34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blandit</a:t>
            </a:r>
            <a:r>
              <a:rPr lang="en-GB" sz="1476" spc="-34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aliquam</a:t>
            </a:r>
            <a:r>
              <a:rPr lang="en-GB" sz="1476" spc="-29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etiam</a:t>
            </a:r>
            <a:r>
              <a:rPr lang="en-GB" sz="1476" spc="-32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erat</a:t>
            </a:r>
            <a:r>
              <a:rPr lang="en-GB" sz="1476" spc="-34" noProof="0" dirty="0">
                <a:latin typeface="Helvetica Neue Light"/>
                <a:cs typeface="Helvetica Neue Light"/>
              </a:rPr>
              <a:t> </a:t>
            </a:r>
            <a:r>
              <a:rPr lang="en-GB" sz="1476" spc="-5" noProof="0" dirty="0" err="1">
                <a:latin typeface="Helvetica Neue Light"/>
                <a:cs typeface="Helvetica Neue Light"/>
              </a:rPr>
              <a:t>velit</a:t>
            </a:r>
            <a:r>
              <a:rPr lang="en-GB" sz="1476" spc="-5" noProof="0" dirty="0">
                <a:latin typeface="Helvetica Neue Light"/>
                <a:cs typeface="Helvetica Neue Light"/>
              </a:rPr>
              <a:t>.</a:t>
            </a:r>
            <a:endParaRPr lang="en-GB" sz="1476" noProof="0" dirty="0">
              <a:latin typeface="Helvetica Neue Light"/>
              <a:cs typeface="Helvetica Neue Light"/>
            </a:endParaRPr>
          </a:p>
          <a:p>
            <a:pPr marL="606722" marR="3014" indent="-82035" algn="r">
              <a:lnSpc>
                <a:spcPts val="1735"/>
              </a:lnSpc>
              <a:spcBef>
                <a:spcPts val="113"/>
              </a:spcBef>
            </a:pPr>
            <a:r>
              <a:rPr lang="en-GB" sz="1476" noProof="0" dirty="0" err="1">
                <a:latin typeface="Helvetica Neue Light"/>
                <a:cs typeface="Helvetica Neue Light"/>
              </a:rPr>
              <a:t>Interdum</a:t>
            </a:r>
            <a:r>
              <a:rPr lang="en-GB" sz="1476" spc="-24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varius</a:t>
            </a:r>
            <a:r>
              <a:rPr lang="en-GB" sz="1476" spc="-26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sit</a:t>
            </a:r>
            <a:r>
              <a:rPr lang="en-GB" sz="1476" spc="-29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amet</a:t>
            </a:r>
            <a:r>
              <a:rPr lang="en-GB" sz="1476" spc="-26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mattis</a:t>
            </a:r>
            <a:r>
              <a:rPr lang="en-GB" sz="1476" spc="-26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vulputate</a:t>
            </a:r>
            <a:r>
              <a:rPr lang="en-GB" sz="1476" noProof="0" dirty="0">
                <a:latin typeface="Helvetica Neue Light"/>
                <a:cs typeface="Helvetica Neue Light"/>
              </a:rPr>
              <a:t>.</a:t>
            </a:r>
            <a:r>
              <a:rPr lang="en-GB" sz="1476" spc="-29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Massa</a:t>
            </a:r>
            <a:r>
              <a:rPr lang="en-GB" sz="1476" spc="-29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massa</a:t>
            </a:r>
            <a:r>
              <a:rPr lang="en-GB" sz="1476" spc="-24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ultricies</a:t>
            </a:r>
            <a:r>
              <a:rPr lang="en-GB" sz="1476" spc="-24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mi</a:t>
            </a:r>
            <a:r>
              <a:rPr lang="en-GB" sz="1476" spc="-29" noProof="0" dirty="0">
                <a:latin typeface="Helvetica Neue Light"/>
                <a:cs typeface="Helvetica Neue Light"/>
              </a:rPr>
              <a:t> </a:t>
            </a:r>
            <a:r>
              <a:rPr lang="en-GB" sz="1476" spc="-11" noProof="0" dirty="0" err="1">
                <a:latin typeface="Helvetica Neue Light"/>
                <a:cs typeface="Helvetica Neue Light"/>
              </a:rPr>
              <a:t>quis</a:t>
            </a:r>
            <a:r>
              <a:rPr lang="en-GB" sz="1476" spc="-11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hendrerit</a:t>
            </a:r>
            <a:r>
              <a:rPr lang="en-GB" sz="1476" spc="-24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dolor</a:t>
            </a:r>
            <a:r>
              <a:rPr lang="en-GB" sz="1476" spc="-21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magna</a:t>
            </a:r>
            <a:r>
              <a:rPr lang="en-GB" sz="1476" spc="-24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eget</a:t>
            </a:r>
            <a:r>
              <a:rPr lang="en-GB" sz="1476" spc="-26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est.</a:t>
            </a:r>
            <a:r>
              <a:rPr lang="en-GB" sz="1476" spc="-26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Nulla</a:t>
            </a:r>
            <a:r>
              <a:rPr lang="en-GB" sz="1476" spc="-24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aliquet</a:t>
            </a:r>
            <a:r>
              <a:rPr lang="en-GB" sz="1476" spc="-26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enim</a:t>
            </a:r>
            <a:r>
              <a:rPr lang="en-GB" sz="1476" spc="-21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tortor</a:t>
            </a:r>
            <a:r>
              <a:rPr lang="en-GB" sz="1476" spc="-16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at</a:t>
            </a:r>
            <a:r>
              <a:rPr lang="en-GB" sz="1476" spc="-26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auctor</a:t>
            </a:r>
            <a:r>
              <a:rPr lang="en-GB" sz="1476" spc="-21" noProof="0" dirty="0">
                <a:latin typeface="Helvetica Neue Light"/>
                <a:cs typeface="Helvetica Neue Light"/>
              </a:rPr>
              <a:t> </a:t>
            </a:r>
            <a:r>
              <a:rPr lang="en-GB" sz="1476" spc="-11" noProof="0" dirty="0" err="1">
                <a:latin typeface="Helvetica Neue Light"/>
                <a:cs typeface="Helvetica Neue Light"/>
              </a:rPr>
              <a:t>urna</a:t>
            </a:r>
            <a:endParaRPr lang="en-GB" sz="1476" noProof="0" dirty="0">
              <a:latin typeface="Helvetica Neue Light"/>
              <a:cs typeface="Helvetica Neue Light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94899" y="193325"/>
            <a:ext cx="4318233" cy="363783"/>
          </a:xfrm>
          <a:prstGeom prst="rect">
            <a:avLst/>
          </a:prstGeom>
        </p:spPr>
        <p:txBody>
          <a:bodyPr vert="horz" wrap="square" lIns="0" tIns="6697" rIns="0" bIns="0" rtlCol="0">
            <a:spAutoFit/>
          </a:bodyPr>
          <a:lstStyle/>
          <a:p>
            <a:pPr>
              <a:spcBef>
                <a:spcPts val="53"/>
              </a:spcBef>
            </a:pPr>
            <a:r>
              <a:rPr lang="en-GB" sz="2320" spc="-5" noProof="0" dirty="0"/>
              <a:t>Centred</a:t>
            </a:r>
            <a:endParaRPr lang="en-GB" sz="2320" noProof="0" dirty="0"/>
          </a:p>
        </p:txBody>
      </p:sp>
      <p:sp>
        <p:nvSpPr>
          <p:cNvPr id="3" name="object 3"/>
          <p:cNvSpPr txBox="1"/>
          <p:nvPr/>
        </p:nvSpPr>
        <p:spPr>
          <a:xfrm>
            <a:off x="1428052" y="1159163"/>
            <a:ext cx="6288063" cy="3866362"/>
          </a:xfrm>
          <a:prstGeom prst="rect">
            <a:avLst/>
          </a:prstGeom>
        </p:spPr>
        <p:txBody>
          <a:bodyPr vert="horz" wrap="square" lIns="0" tIns="7032" rIns="0" bIns="0" rtlCol="0">
            <a:spAutoFit/>
          </a:bodyPr>
          <a:lstStyle/>
          <a:p>
            <a:pPr marL="18416" marR="15068" indent="335" algn="ctr">
              <a:lnSpc>
                <a:spcPct val="99800"/>
              </a:lnSpc>
              <a:spcBef>
                <a:spcPts val="55"/>
              </a:spcBef>
            </a:pPr>
            <a:r>
              <a:rPr lang="en-GB" sz="1476" noProof="0" dirty="0">
                <a:latin typeface="Helvetica Neue Light"/>
                <a:cs typeface="Helvetica Neue Light"/>
              </a:rPr>
              <a:t>Lorem</a:t>
            </a:r>
            <a:r>
              <a:rPr lang="en-GB" sz="1476" spc="-29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ipsum</a:t>
            </a:r>
            <a:r>
              <a:rPr lang="en-GB" sz="1476" spc="-26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dolor</a:t>
            </a:r>
            <a:r>
              <a:rPr lang="en-GB" sz="1476" spc="-29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sit</a:t>
            </a:r>
            <a:r>
              <a:rPr lang="en-GB" sz="1476" spc="-32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amet</a:t>
            </a:r>
            <a:r>
              <a:rPr lang="en-GB" sz="1476" noProof="0" dirty="0">
                <a:latin typeface="Helvetica Neue Light"/>
                <a:cs typeface="Helvetica Neue Light"/>
              </a:rPr>
              <a:t>,</a:t>
            </a:r>
            <a:r>
              <a:rPr lang="en-GB" sz="1476" spc="-34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consectetur</a:t>
            </a:r>
            <a:r>
              <a:rPr lang="en-GB" sz="1476" spc="-26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adipiscing</a:t>
            </a:r>
            <a:r>
              <a:rPr lang="en-GB" sz="1476" spc="-29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elit</a:t>
            </a:r>
            <a:r>
              <a:rPr lang="en-GB" sz="1476" noProof="0" dirty="0">
                <a:latin typeface="Helvetica Neue Light"/>
                <a:cs typeface="Helvetica Neue Light"/>
              </a:rPr>
              <a:t>,</a:t>
            </a:r>
            <a:r>
              <a:rPr lang="en-GB" sz="1476" spc="-34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sed</a:t>
            </a:r>
            <a:r>
              <a:rPr lang="en-GB" sz="1476" spc="-26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do</a:t>
            </a:r>
            <a:r>
              <a:rPr lang="en-GB" sz="1476" spc="-29" noProof="0" dirty="0">
                <a:latin typeface="Helvetica Neue Light"/>
                <a:cs typeface="Helvetica Neue Light"/>
              </a:rPr>
              <a:t> </a:t>
            </a:r>
            <a:r>
              <a:rPr lang="en-GB" sz="1476" spc="-5" noProof="0" dirty="0" err="1">
                <a:latin typeface="Helvetica Neue Light"/>
                <a:cs typeface="Helvetica Neue Light"/>
              </a:rPr>
              <a:t>eiusmod</a:t>
            </a:r>
            <a:r>
              <a:rPr lang="en-GB" sz="1476" spc="-5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tempor</a:t>
            </a:r>
            <a:r>
              <a:rPr lang="en-GB" sz="1476" spc="-21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incididunt</a:t>
            </a:r>
            <a:r>
              <a:rPr lang="en-GB" sz="1476" spc="-29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ut</a:t>
            </a:r>
            <a:r>
              <a:rPr lang="en-GB" sz="1476" spc="-26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labore</a:t>
            </a:r>
            <a:r>
              <a:rPr lang="en-GB" sz="1476" spc="-26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et</a:t>
            </a:r>
            <a:r>
              <a:rPr lang="en-GB" sz="1476" spc="-26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dolore</a:t>
            </a:r>
            <a:r>
              <a:rPr lang="en-GB" sz="1476" spc="-29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magna</a:t>
            </a:r>
            <a:r>
              <a:rPr lang="en-GB" sz="1476" spc="-26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aliqua</a:t>
            </a:r>
            <a:r>
              <a:rPr lang="en-GB" sz="1476" noProof="0" dirty="0">
                <a:latin typeface="Helvetica Neue Light"/>
                <a:cs typeface="Helvetica Neue Light"/>
              </a:rPr>
              <a:t>.</a:t>
            </a:r>
            <a:r>
              <a:rPr lang="en-GB" sz="1476" spc="-26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Euismod</a:t>
            </a:r>
            <a:r>
              <a:rPr lang="en-GB" sz="1476" spc="-18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quis</a:t>
            </a:r>
            <a:r>
              <a:rPr lang="en-GB" sz="1476" spc="-24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viverra</a:t>
            </a:r>
            <a:r>
              <a:rPr lang="en-GB" sz="1476" spc="-32" noProof="0" dirty="0">
                <a:latin typeface="Helvetica Neue Light"/>
                <a:cs typeface="Helvetica Neue Light"/>
              </a:rPr>
              <a:t> </a:t>
            </a:r>
            <a:r>
              <a:rPr lang="en-GB" sz="1476" spc="-11" noProof="0" dirty="0" err="1">
                <a:latin typeface="Helvetica Neue Light"/>
                <a:cs typeface="Helvetica Neue Light"/>
              </a:rPr>
              <a:t>nibh</a:t>
            </a:r>
            <a:r>
              <a:rPr lang="en-GB" sz="1476" spc="-11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cras</a:t>
            </a:r>
            <a:r>
              <a:rPr lang="en-GB" sz="1476" spc="-26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pulvinar</a:t>
            </a:r>
            <a:r>
              <a:rPr lang="en-GB" sz="1476" spc="-21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mattis</a:t>
            </a:r>
            <a:r>
              <a:rPr lang="en-GB" sz="1476" spc="-24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nunc</a:t>
            </a:r>
            <a:r>
              <a:rPr lang="en-GB" sz="1476" spc="-26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sed.</a:t>
            </a:r>
            <a:r>
              <a:rPr lang="en-GB" sz="1476" spc="-26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Aliquam</a:t>
            </a:r>
            <a:r>
              <a:rPr lang="en-GB" sz="1476" spc="-18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ultrices</a:t>
            </a:r>
            <a:r>
              <a:rPr lang="en-GB" sz="1476" spc="-24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sagittis</a:t>
            </a:r>
            <a:r>
              <a:rPr lang="en-GB" sz="1476" spc="-21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orci</a:t>
            </a:r>
            <a:r>
              <a:rPr lang="en-GB" sz="1476" spc="-26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a</a:t>
            </a:r>
            <a:r>
              <a:rPr lang="en-GB" sz="1476" spc="-26" noProof="0" dirty="0">
                <a:latin typeface="Helvetica Neue Light"/>
                <a:cs typeface="Helvetica Neue Light"/>
              </a:rPr>
              <a:t> </a:t>
            </a:r>
            <a:r>
              <a:rPr lang="en-GB" sz="1476" spc="-5" noProof="0" dirty="0" err="1">
                <a:latin typeface="Helvetica Neue Light"/>
                <a:cs typeface="Helvetica Neue Light"/>
              </a:rPr>
              <a:t>scelerisque</a:t>
            </a:r>
            <a:r>
              <a:rPr lang="en-GB" sz="1476" spc="-5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purus</a:t>
            </a:r>
            <a:r>
              <a:rPr lang="en-GB" sz="1476" spc="-29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semper.</a:t>
            </a:r>
            <a:r>
              <a:rPr lang="en-GB" sz="1476" spc="-29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Interdum</a:t>
            </a:r>
            <a:r>
              <a:rPr lang="en-GB" sz="1476" spc="-26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consectetur</a:t>
            </a:r>
            <a:r>
              <a:rPr lang="en-GB" sz="1476" spc="-24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libero</a:t>
            </a:r>
            <a:r>
              <a:rPr lang="en-GB" sz="1476" spc="-26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id</a:t>
            </a:r>
            <a:r>
              <a:rPr lang="en-GB" sz="1476" spc="-24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faucibus</a:t>
            </a:r>
            <a:r>
              <a:rPr lang="en-GB" sz="1476" spc="-29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nisl</a:t>
            </a:r>
            <a:r>
              <a:rPr lang="en-GB" sz="1476" spc="-29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tincidunt</a:t>
            </a:r>
            <a:r>
              <a:rPr lang="en-GB" sz="1476" noProof="0" dirty="0">
                <a:latin typeface="Helvetica Neue Light"/>
                <a:cs typeface="Helvetica Neue Light"/>
              </a:rPr>
              <a:t>.</a:t>
            </a:r>
            <a:r>
              <a:rPr lang="en-GB" sz="1476" spc="-29" noProof="0" dirty="0">
                <a:latin typeface="Helvetica Neue Light"/>
                <a:cs typeface="Helvetica Neue Light"/>
              </a:rPr>
              <a:t> </a:t>
            </a:r>
            <a:r>
              <a:rPr lang="en-GB" sz="1476" spc="-5" noProof="0" dirty="0" err="1">
                <a:latin typeface="Helvetica Neue Light"/>
                <a:cs typeface="Helvetica Neue Light"/>
              </a:rPr>
              <a:t>Risus</a:t>
            </a:r>
            <a:r>
              <a:rPr lang="en-GB" sz="1476" spc="-5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ultricies</a:t>
            </a:r>
            <a:r>
              <a:rPr lang="en-GB" sz="1476" spc="-26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tristique</a:t>
            </a:r>
            <a:r>
              <a:rPr lang="en-GB" sz="1476" spc="-29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nulla</a:t>
            </a:r>
            <a:r>
              <a:rPr lang="en-GB" sz="1476" spc="-29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aliquet</a:t>
            </a:r>
            <a:r>
              <a:rPr lang="en-GB" sz="1476" spc="-32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enim</a:t>
            </a:r>
            <a:r>
              <a:rPr lang="en-GB" sz="1476" noProof="0" dirty="0">
                <a:latin typeface="Helvetica Neue Light"/>
                <a:cs typeface="Helvetica Neue Light"/>
              </a:rPr>
              <a:t>.</a:t>
            </a:r>
            <a:r>
              <a:rPr lang="en-GB" sz="1476" spc="-29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Quis</a:t>
            </a:r>
            <a:r>
              <a:rPr lang="en-GB" sz="1476" spc="-29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hendrerit</a:t>
            </a:r>
            <a:r>
              <a:rPr lang="en-GB" sz="1476" spc="-29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dolor</a:t>
            </a:r>
            <a:r>
              <a:rPr lang="en-GB" sz="1476" spc="-26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magna</a:t>
            </a:r>
            <a:r>
              <a:rPr lang="en-GB" sz="1476" spc="-29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eget</a:t>
            </a:r>
            <a:r>
              <a:rPr lang="en-GB" sz="1476" spc="-32" noProof="0" dirty="0">
                <a:latin typeface="Helvetica Neue Light"/>
                <a:cs typeface="Helvetica Neue Light"/>
              </a:rPr>
              <a:t> </a:t>
            </a:r>
            <a:r>
              <a:rPr lang="en-GB" sz="1476" spc="-13" noProof="0" dirty="0" err="1">
                <a:latin typeface="Helvetica Neue Light"/>
                <a:cs typeface="Helvetica Neue Light"/>
              </a:rPr>
              <a:t>est</a:t>
            </a:r>
            <a:r>
              <a:rPr lang="en-GB" sz="1476" spc="369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lorem.</a:t>
            </a:r>
            <a:r>
              <a:rPr lang="en-GB" sz="1476" spc="-26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Vel</a:t>
            </a:r>
            <a:r>
              <a:rPr lang="en-GB" sz="1476" spc="-26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turpis</a:t>
            </a:r>
            <a:r>
              <a:rPr lang="en-GB" sz="1476" spc="-21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nunc</a:t>
            </a:r>
            <a:r>
              <a:rPr lang="en-GB" sz="1476" spc="-26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eget</a:t>
            </a:r>
            <a:r>
              <a:rPr lang="en-GB" sz="1476" spc="-26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lorem</a:t>
            </a:r>
            <a:r>
              <a:rPr lang="en-GB" sz="1476" spc="-21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dolor</a:t>
            </a:r>
            <a:r>
              <a:rPr lang="en-GB" sz="1476" spc="-21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sed</a:t>
            </a:r>
            <a:r>
              <a:rPr lang="en-GB" sz="1476" spc="-21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viverra</a:t>
            </a:r>
            <a:r>
              <a:rPr lang="en-GB" sz="1476" noProof="0" dirty="0">
                <a:latin typeface="Helvetica Neue Light"/>
                <a:cs typeface="Helvetica Neue Light"/>
              </a:rPr>
              <a:t>.</a:t>
            </a:r>
            <a:r>
              <a:rPr lang="en-GB" sz="1476" spc="-26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Convallis</a:t>
            </a:r>
            <a:r>
              <a:rPr lang="en-GB" sz="1476" spc="-24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convallis</a:t>
            </a:r>
            <a:r>
              <a:rPr lang="en-GB" sz="1476" spc="-21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tellus</a:t>
            </a:r>
            <a:r>
              <a:rPr lang="en-GB" sz="1476" spc="-21" noProof="0" dirty="0">
                <a:latin typeface="Helvetica Neue Light"/>
                <a:cs typeface="Helvetica Neue Light"/>
              </a:rPr>
              <a:t> </a:t>
            </a:r>
            <a:r>
              <a:rPr lang="en-GB" sz="1476" spc="-13" noProof="0" dirty="0">
                <a:latin typeface="Helvetica Neue Light"/>
                <a:cs typeface="Helvetica Neue Light"/>
              </a:rPr>
              <a:t>id </a:t>
            </a:r>
            <a:r>
              <a:rPr lang="en-GB" sz="1476" noProof="0" dirty="0" err="1">
                <a:latin typeface="Helvetica Neue Light"/>
                <a:cs typeface="Helvetica Neue Light"/>
              </a:rPr>
              <a:t>interdum</a:t>
            </a:r>
            <a:r>
              <a:rPr lang="en-GB" sz="1476" spc="-21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velit</a:t>
            </a:r>
            <a:r>
              <a:rPr lang="en-GB" sz="1476" spc="-24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laoreet</a:t>
            </a:r>
            <a:r>
              <a:rPr lang="en-GB" sz="1476" spc="-24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id</a:t>
            </a:r>
            <a:r>
              <a:rPr lang="en-GB" sz="1476" spc="-18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donec</a:t>
            </a:r>
            <a:r>
              <a:rPr lang="en-GB" sz="1476" noProof="0" dirty="0">
                <a:latin typeface="Helvetica Neue Light"/>
                <a:cs typeface="Helvetica Neue Light"/>
              </a:rPr>
              <a:t>.</a:t>
            </a:r>
            <a:r>
              <a:rPr lang="en-GB" sz="1476" spc="-24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Massa</a:t>
            </a:r>
            <a:r>
              <a:rPr lang="en-GB" sz="1476" spc="-24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sapien</a:t>
            </a:r>
            <a:r>
              <a:rPr lang="en-GB" sz="1476" spc="-24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faucibus</a:t>
            </a:r>
            <a:r>
              <a:rPr lang="en-GB" sz="1476" spc="-21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et</a:t>
            </a:r>
            <a:r>
              <a:rPr lang="en-GB" sz="1476" spc="-24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molestie</a:t>
            </a:r>
            <a:r>
              <a:rPr lang="en-GB" sz="1476" spc="-21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ac.</a:t>
            </a:r>
            <a:r>
              <a:rPr lang="en-GB" sz="1476" spc="-24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Nisl</a:t>
            </a:r>
            <a:r>
              <a:rPr lang="en-GB" sz="1476" spc="-26" noProof="0" dirty="0">
                <a:latin typeface="Helvetica Neue Light"/>
                <a:cs typeface="Helvetica Neue Light"/>
              </a:rPr>
              <a:t> </a:t>
            </a:r>
            <a:r>
              <a:rPr lang="en-GB" sz="1476" spc="-11" noProof="0" dirty="0">
                <a:latin typeface="Helvetica Neue Light"/>
                <a:cs typeface="Helvetica Neue Light"/>
              </a:rPr>
              <a:t>nisi </a:t>
            </a:r>
            <a:r>
              <a:rPr lang="en-GB" sz="1476" noProof="0" dirty="0" err="1">
                <a:latin typeface="Helvetica Neue Light"/>
                <a:cs typeface="Helvetica Neue Light"/>
              </a:rPr>
              <a:t>scelerisque</a:t>
            </a:r>
            <a:r>
              <a:rPr lang="en-GB" sz="1476" spc="-24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eu</a:t>
            </a:r>
            <a:r>
              <a:rPr lang="en-GB" sz="1476" spc="-18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ultrices</a:t>
            </a:r>
            <a:r>
              <a:rPr lang="en-GB" sz="1476" spc="-16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vitae</a:t>
            </a:r>
            <a:r>
              <a:rPr lang="en-GB" sz="1476" spc="-18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auctor</a:t>
            </a:r>
            <a:r>
              <a:rPr lang="en-GB" sz="1476" spc="-16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eu</a:t>
            </a:r>
            <a:r>
              <a:rPr lang="en-GB" sz="1476" spc="-18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augue</a:t>
            </a:r>
            <a:r>
              <a:rPr lang="en-GB" sz="1476" noProof="0" dirty="0">
                <a:latin typeface="Helvetica Neue Light"/>
                <a:cs typeface="Helvetica Neue Light"/>
              </a:rPr>
              <a:t>.</a:t>
            </a:r>
            <a:r>
              <a:rPr lang="en-GB" sz="1476" spc="-18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Malesuada</a:t>
            </a:r>
            <a:r>
              <a:rPr lang="en-GB" sz="1476" spc="-18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fames</a:t>
            </a:r>
            <a:r>
              <a:rPr lang="en-GB" sz="1476" spc="-16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ac</a:t>
            </a:r>
            <a:r>
              <a:rPr lang="en-GB" sz="1476" spc="-21" noProof="0" dirty="0">
                <a:latin typeface="Helvetica Neue Light"/>
                <a:cs typeface="Helvetica Neue Light"/>
              </a:rPr>
              <a:t> </a:t>
            </a:r>
            <a:r>
              <a:rPr lang="en-GB" sz="1476" spc="-5" noProof="0" dirty="0" err="1">
                <a:latin typeface="Helvetica Neue Light"/>
                <a:cs typeface="Helvetica Neue Light"/>
              </a:rPr>
              <a:t>turpis</a:t>
            </a:r>
            <a:r>
              <a:rPr lang="en-GB" sz="1476" spc="-5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egestas</a:t>
            </a:r>
            <a:r>
              <a:rPr lang="en-GB" sz="1476" spc="-34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maecenas</a:t>
            </a:r>
            <a:r>
              <a:rPr lang="en-GB" sz="1476" spc="-32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pharetra</a:t>
            </a:r>
            <a:r>
              <a:rPr lang="en-GB" sz="1476" spc="-34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convallis</a:t>
            </a:r>
            <a:r>
              <a:rPr lang="en-GB" sz="1476" spc="-32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posuere</a:t>
            </a:r>
            <a:r>
              <a:rPr lang="en-GB" sz="1476" spc="-34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morbi</a:t>
            </a:r>
            <a:r>
              <a:rPr lang="en-GB" sz="1476" noProof="0" dirty="0">
                <a:latin typeface="Helvetica Neue Light"/>
                <a:cs typeface="Helvetica Neue Light"/>
              </a:rPr>
              <a:t>.</a:t>
            </a:r>
            <a:r>
              <a:rPr lang="en-GB" sz="1476" spc="-37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Ultrices</a:t>
            </a:r>
            <a:r>
              <a:rPr lang="en-GB" sz="1476" spc="-32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mi</a:t>
            </a:r>
            <a:r>
              <a:rPr lang="en-GB" sz="1476" spc="-37" noProof="0" dirty="0">
                <a:latin typeface="Helvetica Neue Light"/>
                <a:cs typeface="Helvetica Neue Light"/>
              </a:rPr>
              <a:t> </a:t>
            </a:r>
            <a:r>
              <a:rPr lang="en-GB" sz="1476" spc="-5" noProof="0" dirty="0">
                <a:latin typeface="Helvetica Neue Light"/>
                <a:cs typeface="Helvetica Neue Light"/>
              </a:rPr>
              <a:t>tempus </a:t>
            </a:r>
            <a:r>
              <a:rPr lang="en-GB" sz="1476" noProof="0" dirty="0" err="1">
                <a:latin typeface="Helvetica Neue Light"/>
                <a:cs typeface="Helvetica Neue Light"/>
              </a:rPr>
              <a:t>imperdiet</a:t>
            </a:r>
            <a:r>
              <a:rPr lang="en-GB" sz="1476" spc="-29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nulla</a:t>
            </a:r>
            <a:r>
              <a:rPr lang="en-GB" sz="1476" noProof="0" dirty="0">
                <a:latin typeface="Helvetica Neue Light"/>
                <a:cs typeface="Helvetica Neue Light"/>
              </a:rPr>
              <a:t>.</a:t>
            </a:r>
            <a:r>
              <a:rPr lang="en-GB" sz="1476" spc="-26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Purus</a:t>
            </a:r>
            <a:r>
              <a:rPr lang="en-GB" sz="1476" spc="-24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semper</a:t>
            </a:r>
            <a:r>
              <a:rPr lang="en-GB" sz="1476" spc="-21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eget</a:t>
            </a:r>
            <a:r>
              <a:rPr lang="en-GB" sz="1476" spc="-26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duis</a:t>
            </a:r>
            <a:r>
              <a:rPr lang="en-GB" sz="1476" spc="-24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at</a:t>
            </a:r>
            <a:r>
              <a:rPr lang="en-GB" sz="1476" spc="-26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tellus</a:t>
            </a:r>
            <a:r>
              <a:rPr lang="en-GB" sz="1476" spc="-24" noProof="0" dirty="0">
                <a:latin typeface="Helvetica Neue Light"/>
                <a:cs typeface="Helvetica Neue Light"/>
              </a:rPr>
              <a:t> </a:t>
            </a:r>
            <a:r>
              <a:rPr lang="en-GB" sz="1476" spc="-13" noProof="0" dirty="0">
                <a:latin typeface="Helvetica Neue Light"/>
                <a:cs typeface="Helvetica Neue Light"/>
              </a:rPr>
              <a:t>at.</a:t>
            </a:r>
            <a:endParaRPr lang="en-GB" sz="1476" noProof="0" dirty="0">
              <a:latin typeface="Helvetica Neue Light"/>
              <a:cs typeface="Helvetica Neue Light"/>
            </a:endParaRPr>
          </a:p>
          <a:p>
            <a:pPr marL="6697" marR="2679" algn="ctr">
              <a:lnSpc>
                <a:spcPct val="100200"/>
              </a:lnSpc>
              <a:spcBef>
                <a:spcPts val="1755"/>
              </a:spcBef>
            </a:pPr>
            <a:r>
              <a:rPr lang="en-GB" sz="1476" noProof="0" dirty="0" err="1">
                <a:latin typeface="Helvetica Neue Light"/>
                <a:cs typeface="Helvetica Neue Light"/>
              </a:rPr>
              <a:t>Volutpat</a:t>
            </a:r>
            <a:r>
              <a:rPr lang="en-GB" sz="1476" spc="-21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est</a:t>
            </a:r>
            <a:r>
              <a:rPr lang="en-GB" sz="1476" spc="-24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velit</a:t>
            </a:r>
            <a:r>
              <a:rPr lang="en-GB" sz="1476" spc="-24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egestas</a:t>
            </a:r>
            <a:r>
              <a:rPr lang="en-GB" sz="1476" spc="-21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dui</a:t>
            </a:r>
            <a:r>
              <a:rPr lang="en-GB" sz="1476" spc="-24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id</a:t>
            </a:r>
            <a:r>
              <a:rPr lang="en-GB" sz="1476" spc="-18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ornare</a:t>
            </a:r>
            <a:r>
              <a:rPr lang="en-GB" sz="1476" spc="-24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arcu</a:t>
            </a:r>
            <a:r>
              <a:rPr lang="en-GB" sz="1476" spc="-24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odio</a:t>
            </a:r>
            <a:r>
              <a:rPr lang="en-GB" sz="1476" noProof="0" dirty="0">
                <a:latin typeface="Helvetica Neue Light"/>
                <a:cs typeface="Helvetica Neue Light"/>
              </a:rPr>
              <a:t>.</a:t>
            </a:r>
            <a:r>
              <a:rPr lang="en-GB" sz="1476" spc="-24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Urna</a:t>
            </a:r>
            <a:r>
              <a:rPr lang="en-GB" sz="1476" spc="-24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neque</a:t>
            </a:r>
            <a:r>
              <a:rPr lang="en-GB" sz="1476" spc="-24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viverra</a:t>
            </a:r>
            <a:r>
              <a:rPr lang="en-GB" sz="1476" spc="-26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justo</a:t>
            </a:r>
            <a:r>
              <a:rPr lang="en-GB" sz="1476" spc="-18" noProof="0" dirty="0">
                <a:latin typeface="Helvetica Neue Light"/>
                <a:cs typeface="Helvetica Neue Light"/>
              </a:rPr>
              <a:t> </a:t>
            </a:r>
            <a:r>
              <a:rPr lang="en-GB" sz="1476" spc="-13" noProof="0" dirty="0">
                <a:latin typeface="Helvetica Neue Light"/>
                <a:cs typeface="Helvetica Neue Light"/>
              </a:rPr>
              <a:t>nec </a:t>
            </a:r>
            <a:r>
              <a:rPr lang="en-GB" sz="1476" noProof="0" dirty="0" err="1">
                <a:latin typeface="Helvetica Neue Light"/>
                <a:cs typeface="Helvetica Neue Light"/>
              </a:rPr>
              <a:t>ultrices</a:t>
            </a:r>
            <a:r>
              <a:rPr lang="en-GB" sz="1476" spc="-26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dui</a:t>
            </a:r>
            <a:r>
              <a:rPr lang="en-GB" sz="1476" spc="-29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sapien</a:t>
            </a:r>
            <a:r>
              <a:rPr lang="en-GB" sz="1476" noProof="0" dirty="0">
                <a:latin typeface="Helvetica Neue Light"/>
                <a:cs typeface="Helvetica Neue Light"/>
              </a:rPr>
              <a:t>.</a:t>
            </a:r>
            <a:r>
              <a:rPr lang="en-GB" sz="1476" spc="-29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Tellus</a:t>
            </a:r>
            <a:r>
              <a:rPr lang="en-GB" sz="1476" spc="-24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pellentesque</a:t>
            </a:r>
            <a:r>
              <a:rPr lang="en-GB" sz="1476" spc="-32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eu</a:t>
            </a:r>
            <a:r>
              <a:rPr lang="en-GB" sz="1476" spc="-29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tincidunt</a:t>
            </a:r>
            <a:r>
              <a:rPr lang="en-GB" sz="1476" spc="-26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tortor</a:t>
            </a:r>
            <a:r>
              <a:rPr lang="en-GB" sz="1476" spc="-21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aliquam</a:t>
            </a:r>
            <a:r>
              <a:rPr lang="en-GB" sz="1476" spc="-26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nulla</a:t>
            </a:r>
            <a:r>
              <a:rPr lang="en-GB" sz="1476" spc="-26" noProof="0" dirty="0">
                <a:latin typeface="Helvetica Neue Light"/>
                <a:cs typeface="Helvetica Neue Light"/>
              </a:rPr>
              <a:t> </a:t>
            </a:r>
            <a:r>
              <a:rPr lang="en-GB" sz="1476" spc="-5" noProof="0" dirty="0" err="1">
                <a:latin typeface="Helvetica Neue Light"/>
                <a:cs typeface="Helvetica Neue Light"/>
              </a:rPr>
              <a:t>facilisi</a:t>
            </a:r>
            <a:r>
              <a:rPr lang="en-GB" sz="1476" spc="-5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cras</a:t>
            </a:r>
            <a:r>
              <a:rPr lang="en-GB" sz="1476" spc="-26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fermentum.</a:t>
            </a:r>
            <a:r>
              <a:rPr lang="en-GB" sz="1476" spc="-29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Consequat</a:t>
            </a:r>
            <a:r>
              <a:rPr lang="en-GB" sz="1476" spc="-29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ac</a:t>
            </a:r>
            <a:r>
              <a:rPr lang="en-GB" sz="1476" spc="-29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felis</a:t>
            </a:r>
            <a:r>
              <a:rPr lang="en-GB" sz="1476" spc="-24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donec</a:t>
            </a:r>
            <a:r>
              <a:rPr lang="en-GB" sz="1476" spc="-26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et</a:t>
            </a:r>
            <a:r>
              <a:rPr lang="en-GB" sz="1476" spc="-29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odio</a:t>
            </a:r>
            <a:r>
              <a:rPr lang="en-GB" sz="1476" spc="-24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pellentesque</a:t>
            </a:r>
            <a:r>
              <a:rPr lang="en-GB" sz="1476" spc="-29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diam</a:t>
            </a:r>
            <a:r>
              <a:rPr lang="en-GB" sz="1476" spc="-24" noProof="0" dirty="0">
                <a:latin typeface="Helvetica Neue Light"/>
                <a:cs typeface="Helvetica Neue Light"/>
              </a:rPr>
              <a:t> </a:t>
            </a:r>
            <a:r>
              <a:rPr lang="en-GB" sz="1476" spc="-5" noProof="0" dirty="0" err="1">
                <a:latin typeface="Helvetica Neue Light"/>
                <a:cs typeface="Helvetica Neue Light"/>
              </a:rPr>
              <a:t>volutpat</a:t>
            </a:r>
            <a:r>
              <a:rPr lang="en-GB" sz="1476" spc="-5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commodo</a:t>
            </a:r>
            <a:r>
              <a:rPr lang="en-GB" sz="1476" noProof="0" dirty="0">
                <a:latin typeface="Helvetica Neue Light"/>
                <a:cs typeface="Helvetica Neue Light"/>
              </a:rPr>
              <a:t>.</a:t>
            </a:r>
            <a:r>
              <a:rPr lang="en-GB" sz="1476" spc="-37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Volutpat</a:t>
            </a:r>
            <a:r>
              <a:rPr lang="en-GB" sz="1476" spc="-32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maecenas</a:t>
            </a:r>
            <a:r>
              <a:rPr lang="en-GB" sz="1476" spc="-29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volutpat</a:t>
            </a:r>
            <a:r>
              <a:rPr lang="en-GB" sz="1476" spc="-34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blandit</a:t>
            </a:r>
            <a:r>
              <a:rPr lang="en-GB" sz="1476" spc="-34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aliquam</a:t>
            </a:r>
            <a:r>
              <a:rPr lang="en-GB" sz="1476" spc="-29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etiam</a:t>
            </a:r>
            <a:r>
              <a:rPr lang="en-GB" sz="1476" spc="-32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erat</a:t>
            </a:r>
            <a:r>
              <a:rPr lang="en-GB" sz="1476" spc="-34" noProof="0" dirty="0">
                <a:latin typeface="Helvetica Neue Light"/>
                <a:cs typeface="Helvetica Neue Light"/>
              </a:rPr>
              <a:t> </a:t>
            </a:r>
            <a:r>
              <a:rPr lang="en-GB" sz="1476" spc="-5" noProof="0" dirty="0" err="1">
                <a:latin typeface="Helvetica Neue Light"/>
                <a:cs typeface="Helvetica Neue Light"/>
              </a:rPr>
              <a:t>velit</a:t>
            </a:r>
            <a:r>
              <a:rPr lang="en-GB" sz="1476" spc="-5" noProof="0" dirty="0">
                <a:latin typeface="Helvetica Neue Light"/>
                <a:cs typeface="Helvetica Neue Light"/>
              </a:rPr>
              <a:t>.</a:t>
            </a:r>
            <a:endParaRPr lang="en-GB" sz="1476" noProof="0" dirty="0">
              <a:latin typeface="Helvetica Neue Light"/>
              <a:cs typeface="Helvetica Neue Light"/>
            </a:endParaRPr>
          </a:p>
          <a:p>
            <a:pPr marL="265525" marR="261841" algn="ctr">
              <a:lnSpc>
                <a:spcPts val="1735"/>
              </a:lnSpc>
              <a:spcBef>
                <a:spcPts val="113"/>
              </a:spcBef>
            </a:pPr>
            <a:r>
              <a:rPr lang="en-GB" sz="1476" noProof="0" dirty="0" err="1">
                <a:latin typeface="Helvetica Neue Light"/>
                <a:cs typeface="Helvetica Neue Light"/>
              </a:rPr>
              <a:t>Interdum</a:t>
            </a:r>
            <a:r>
              <a:rPr lang="en-GB" sz="1476" spc="-24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varius</a:t>
            </a:r>
            <a:r>
              <a:rPr lang="en-GB" sz="1476" spc="-26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sit</a:t>
            </a:r>
            <a:r>
              <a:rPr lang="en-GB" sz="1476" spc="-29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amet</a:t>
            </a:r>
            <a:r>
              <a:rPr lang="en-GB" sz="1476" spc="-26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mattis</a:t>
            </a:r>
            <a:r>
              <a:rPr lang="en-GB" sz="1476" spc="-26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vulputate</a:t>
            </a:r>
            <a:r>
              <a:rPr lang="en-GB" sz="1476" noProof="0" dirty="0">
                <a:latin typeface="Helvetica Neue Light"/>
                <a:cs typeface="Helvetica Neue Light"/>
              </a:rPr>
              <a:t>.</a:t>
            </a:r>
            <a:r>
              <a:rPr lang="en-GB" sz="1476" spc="-29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Massa</a:t>
            </a:r>
            <a:r>
              <a:rPr lang="en-GB" sz="1476" spc="-29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massa</a:t>
            </a:r>
            <a:r>
              <a:rPr lang="en-GB" sz="1476" spc="-24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ultricies</a:t>
            </a:r>
            <a:r>
              <a:rPr lang="en-GB" sz="1476" spc="-24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mi</a:t>
            </a:r>
            <a:r>
              <a:rPr lang="en-GB" sz="1476" spc="-29" noProof="0" dirty="0">
                <a:latin typeface="Helvetica Neue Light"/>
                <a:cs typeface="Helvetica Neue Light"/>
              </a:rPr>
              <a:t> </a:t>
            </a:r>
            <a:r>
              <a:rPr lang="en-GB" sz="1476" spc="-11" noProof="0" dirty="0" err="1">
                <a:latin typeface="Helvetica Neue Light"/>
                <a:cs typeface="Helvetica Neue Light"/>
              </a:rPr>
              <a:t>quis</a:t>
            </a:r>
            <a:r>
              <a:rPr lang="en-GB" sz="1476" spc="-11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hendrerit</a:t>
            </a:r>
            <a:r>
              <a:rPr lang="en-GB" sz="1476" spc="-24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dolor</a:t>
            </a:r>
            <a:r>
              <a:rPr lang="en-GB" sz="1476" spc="-21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magna</a:t>
            </a:r>
            <a:r>
              <a:rPr lang="en-GB" sz="1476" spc="-24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eget</a:t>
            </a:r>
            <a:r>
              <a:rPr lang="en-GB" sz="1476" spc="-26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est.</a:t>
            </a:r>
            <a:r>
              <a:rPr lang="en-GB" sz="1476" spc="-26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Nulla</a:t>
            </a:r>
            <a:r>
              <a:rPr lang="en-GB" sz="1476" spc="-24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aliquet</a:t>
            </a:r>
            <a:r>
              <a:rPr lang="en-GB" sz="1476" spc="-26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enim</a:t>
            </a:r>
            <a:r>
              <a:rPr lang="en-GB" sz="1476" spc="-21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tortor</a:t>
            </a:r>
            <a:r>
              <a:rPr lang="en-GB" sz="1476" spc="-16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at</a:t>
            </a:r>
            <a:r>
              <a:rPr lang="en-GB" sz="1476" spc="-26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auctor</a:t>
            </a:r>
            <a:r>
              <a:rPr lang="en-GB" sz="1476" spc="-21" noProof="0" dirty="0">
                <a:latin typeface="Helvetica Neue Light"/>
                <a:cs typeface="Helvetica Neue Light"/>
              </a:rPr>
              <a:t> </a:t>
            </a:r>
            <a:r>
              <a:rPr lang="en-GB" sz="1476" spc="-11" noProof="0" dirty="0" err="1">
                <a:latin typeface="Helvetica Neue Light"/>
                <a:cs typeface="Helvetica Neue Light"/>
              </a:rPr>
              <a:t>urna</a:t>
            </a:r>
            <a:endParaRPr lang="en-GB" sz="1476" noProof="0" dirty="0">
              <a:latin typeface="Helvetica Neue Light"/>
              <a:cs typeface="Helvetica Neue Light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94899" y="193325"/>
            <a:ext cx="4318233" cy="363783"/>
          </a:xfrm>
          <a:prstGeom prst="rect">
            <a:avLst/>
          </a:prstGeom>
        </p:spPr>
        <p:txBody>
          <a:bodyPr vert="horz" wrap="square" lIns="0" tIns="6697" rIns="0" bIns="0" rtlCol="0">
            <a:spAutoFit/>
          </a:bodyPr>
          <a:lstStyle/>
          <a:p>
            <a:pPr>
              <a:spcBef>
                <a:spcPts val="53"/>
              </a:spcBef>
            </a:pPr>
            <a:r>
              <a:rPr lang="en-GB" sz="2320" spc="-5" noProof="0" dirty="0"/>
              <a:t>Justified</a:t>
            </a:r>
            <a:endParaRPr lang="en-GB" sz="2320" noProof="0" dirty="0"/>
          </a:p>
        </p:txBody>
      </p:sp>
      <p:sp>
        <p:nvSpPr>
          <p:cNvPr id="3" name="object 3"/>
          <p:cNvSpPr txBox="1"/>
          <p:nvPr/>
        </p:nvSpPr>
        <p:spPr>
          <a:xfrm>
            <a:off x="1424285" y="1159163"/>
            <a:ext cx="6296099" cy="3871748"/>
          </a:xfrm>
          <a:prstGeom prst="rect">
            <a:avLst/>
          </a:prstGeom>
        </p:spPr>
        <p:txBody>
          <a:bodyPr vert="horz" wrap="square" lIns="0" tIns="7032" rIns="0" bIns="0" rtlCol="0">
            <a:spAutoFit/>
          </a:bodyPr>
          <a:lstStyle/>
          <a:p>
            <a:pPr marL="6697" marR="2679" algn="just">
              <a:lnSpc>
                <a:spcPct val="99800"/>
              </a:lnSpc>
              <a:spcBef>
                <a:spcPts val="55"/>
              </a:spcBef>
            </a:pPr>
            <a:r>
              <a:rPr lang="en-GB" sz="1476" noProof="0" dirty="0">
                <a:latin typeface="Helvetica Neue Light"/>
                <a:cs typeface="Helvetica Neue Light"/>
              </a:rPr>
              <a:t>Lorem</a:t>
            </a:r>
            <a:r>
              <a:rPr lang="en-GB" sz="1476" spc="340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ipsum</a:t>
            </a:r>
            <a:r>
              <a:rPr lang="en-GB" sz="1476" spc="343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dolor</a:t>
            </a:r>
            <a:r>
              <a:rPr lang="en-GB" sz="1476" spc="343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sit</a:t>
            </a:r>
            <a:r>
              <a:rPr lang="en-GB" sz="1476" spc="337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amet</a:t>
            </a:r>
            <a:r>
              <a:rPr lang="en-GB" sz="1476" noProof="0" dirty="0">
                <a:latin typeface="Helvetica Neue Light"/>
                <a:cs typeface="Helvetica Neue Light"/>
              </a:rPr>
              <a:t>,</a:t>
            </a:r>
            <a:r>
              <a:rPr lang="en-GB" sz="1476" spc="337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consectetur</a:t>
            </a:r>
            <a:r>
              <a:rPr lang="en-GB" sz="1476" spc="340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adipiscing</a:t>
            </a:r>
            <a:r>
              <a:rPr lang="en-GB" sz="1476" spc="343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elit</a:t>
            </a:r>
            <a:r>
              <a:rPr lang="en-GB" sz="1476" noProof="0" dirty="0">
                <a:latin typeface="Helvetica Neue Light"/>
                <a:cs typeface="Helvetica Neue Light"/>
              </a:rPr>
              <a:t>,</a:t>
            </a:r>
            <a:r>
              <a:rPr lang="en-GB" sz="1476" spc="337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sed</a:t>
            </a:r>
            <a:r>
              <a:rPr lang="en-GB" sz="1476" spc="343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do</a:t>
            </a:r>
            <a:r>
              <a:rPr lang="en-GB" sz="1476" spc="343" noProof="0" dirty="0">
                <a:latin typeface="Helvetica Neue Light"/>
                <a:cs typeface="Helvetica Neue Light"/>
              </a:rPr>
              <a:t> </a:t>
            </a:r>
            <a:r>
              <a:rPr lang="en-GB" sz="1476" spc="-5" noProof="0" dirty="0" err="1">
                <a:latin typeface="Helvetica Neue Light"/>
                <a:cs typeface="Helvetica Neue Light"/>
              </a:rPr>
              <a:t>eiusmod</a:t>
            </a:r>
            <a:r>
              <a:rPr lang="en-GB" sz="1476" spc="-5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tempor</a:t>
            </a:r>
            <a:r>
              <a:rPr lang="en-GB" sz="1476" spc="18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incididunt</a:t>
            </a:r>
            <a:r>
              <a:rPr lang="en-GB" sz="1476" spc="11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ut</a:t>
            </a:r>
            <a:r>
              <a:rPr lang="en-GB" sz="1476" spc="13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labore</a:t>
            </a:r>
            <a:r>
              <a:rPr lang="en-GB" sz="1476" spc="13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et</a:t>
            </a:r>
            <a:r>
              <a:rPr lang="en-GB" sz="1476" spc="13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dolore</a:t>
            </a:r>
            <a:r>
              <a:rPr lang="en-GB" sz="1476" spc="13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magna</a:t>
            </a:r>
            <a:r>
              <a:rPr lang="en-GB" sz="1476" spc="13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aliqua</a:t>
            </a:r>
            <a:r>
              <a:rPr lang="en-GB" sz="1476" noProof="0" dirty="0">
                <a:latin typeface="Helvetica Neue Light"/>
                <a:cs typeface="Helvetica Neue Light"/>
              </a:rPr>
              <a:t>.</a:t>
            </a:r>
            <a:r>
              <a:rPr lang="en-GB" sz="1476" spc="13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Euismod</a:t>
            </a:r>
            <a:r>
              <a:rPr lang="en-GB" sz="1476" spc="18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quis</a:t>
            </a:r>
            <a:r>
              <a:rPr lang="en-GB" sz="1476" spc="16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viverra</a:t>
            </a:r>
            <a:r>
              <a:rPr lang="en-GB" sz="1476" spc="13" noProof="0" dirty="0">
                <a:latin typeface="Helvetica Neue Light"/>
                <a:cs typeface="Helvetica Neue Light"/>
              </a:rPr>
              <a:t> </a:t>
            </a:r>
            <a:r>
              <a:rPr lang="en-GB" sz="1476" spc="-11" noProof="0" dirty="0" err="1">
                <a:latin typeface="Helvetica Neue Light"/>
                <a:cs typeface="Helvetica Neue Light"/>
              </a:rPr>
              <a:t>nibh</a:t>
            </a:r>
            <a:r>
              <a:rPr lang="en-GB" sz="1476" spc="-11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cras</a:t>
            </a:r>
            <a:r>
              <a:rPr lang="en-GB" sz="1476" spc="356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pulvinar</a:t>
            </a:r>
            <a:r>
              <a:rPr lang="en-GB" sz="1476" spc="359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mattis</a:t>
            </a:r>
            <a:r>
              <a:rPr lang="en-GB" sz="1476" spc="359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nunc</a:t>
            </a:r>
            <a:r>
              <a:rPr lang="en-GB" sz="1476" spc="353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sed.</a:t>
            </a:r>
            <a:r>
              <a:rPr lang="en-GB" sz="1476" spc="353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Aliquam</a:t>
            </a:r>
            <a:r>
              <a:rPr lang="en-GB" sz="1476" spc="361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ultrices</a:t>
            </a:r>
            <a:r>
              <a:rPr lang="en-GB" sz="1476" spc="359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sagittis</a:t>
            </a:r>
            <a:r>
              <a:rPr lang="en-GB" sz="1476" spc="356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orci</a:t>
            </a:r>
            <a:r>
              <a:rPr lang="en-GB" sz="1476" spc="353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a</a:t>
            </a:r>
            <a:r>
              <a:rPr lang="en-GB" sz="1476" spc="356" noProof="0" dirty="0">
                <a:latin typeface="Helvetica Neue Light"/>
                <a:cs typeface="Helvetica Neue Light"/>
              </a:rPr>
              <a:t> </a:t>
            </a:r>
            <a:r>
              <a:rPr lang="en-GB" sz="1476" spc="-5" noProof="0" dirty="0" err="1">
                <a:latin typeface="Helvetica Neue Light"/>
                <a:cs typeface="Helvetica Neue Light"/>
              </a:rPr>
              <a:t>scelerisque</a:t>
            </a:r>
            <a:r>
              <a:rPr lang="en-GB" sz="1476" spc="-5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purus</a:t>
            </a:r>
            <a:r>
              <a:rPr lang="en-GB" sz="1476" spc="255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semper.</a:t>
            </a:r>
            <a:r>
              <a:rPr lang="en-GB" sz="1476" spc="255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Interdum</a:t>
            </a:r>
            <a:r>
              <a:rPr lang="en-GB" sz="1476" spc="258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consectetur</a:t>
            </a:r>
            <a:r>
              <a:rPr lang="en-GB" sz="1476" spc="258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libero</a:t>
            </a:r>
            <a:r>
              <a:rPr lang="en-GB" sz="1476" spc="261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id</a:t>
            </a:r>
            <a:r>
              <a:rPr lang="en-GB" sz="1476" spc="258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faucibus</a:t>
            </a:r>
            <a:r>
              <a:rPr lang="en-GB" sz="1476" spc="261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nisl</a:t>
            </a:r>
            <a:r>
              <a:rPr lang="en-GB" sz="1476" spc="253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tincidunt</a:t>
            </a:r>
            <a:r>
              <a:rPr lang="en-GB" sz="1476" noProof="0" dirty="0">
                <a:latin typeface="Helvetica Neue Light"/>
                <a:cs typeface="Helvetica Neue Light"/>
              </a:rPr>
              <a:t>.</a:t>
            </a:r>
            <a:r>
              <a:rPr lang="en-GB" sz="1476" spc="255" noProof="0" dirty="0">
                <a:latin typeface="Helvetica Neue Light"/>
                <a:cs typeface="Helvetica Neue Light"/>
              </a:rPr>
              <a:t> </a:t>
            </a:r>
            <a:r>
              <a:rPr lang="en-GB" sz="1476" spc="-5" noProof="0" dirty="0" err="1">
                <a:latin typeface="Helvetica Neue Light"/>
                <a:cs typeface="Helvetica Neue Light"/>
              </a:rPr>
              <a:t>Risus</a:t>
            </a:r>
            <a:r>
              <a:rPr lang="en-GB" sz="1476" spc="-5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ultricies</a:t>
            </a:r>
            <a:r>
              <a:rPr lang="en-GB" sz="1476" noProof="0" dirty="0">
                <a:latin typeface="Helvetica Neue Light"/>
                <a:cs typeface="Helvetica Neue Light"/>
              </a:rPr>
              <a:t>  </a:t>
            </a:r>
            <a:r>
              <a:rPr lang="en-GB" sz="1476" noProof="0" dirty="0" err="1">
                <a:latin typeface="Helvetica Neue Light"/>
                <a:cs typeface="Helvetica Neue Light"/>
              </a:rPr>
              <a:t>tristique</a:t>
            </a:r>
            <a:r>
              <a:rPr lang="en-GB" sz="1476" spc="-3" noProof="0" dirty="0">
                <a:latin typeface="Helvetica Neue Light"/>
                <a:cs typeface="Helvetica Neue Light"/>
              </a:rPr>
              <a:t>  </a:t>
            </a:r>
            <a:r>
              <a:rPr lang="en-GB" sz="1476" noProof="0" dirty="0" err="1">
                <a:latin typeface="Helvetica Neue Light"/>
                <a:cs typeface="Helvetica Neue Light"/>
              </a:rPr>
              <a:t>nulla</a:t>
            </a:r>
            <a:r>
              <a:rPr lang="en-GB" sz="1476" spc="-3" noProof="0" dirty="0">
                <a:latin typeface="Helvetica Neue Light"/>
                <a:cs typeface="Helvetica Neue Light"/>
              </a:rPr>
              <a:t>  </a:t>
            </a:r>
            <a:r>
              <a:rPr lang="en-GB" sz="1476" noProof="0" dirty="0" err="1">
                <a:latin typeface="Helvetica Neue Light"/>
                <a:cs typeface="Helvetica Neue Light"/>
              </a:rPr>
              <a:t>aliquet</a:t>
            </a:r>
            <a:r>
              <a:rPr lang="en-GB" sz="1476" spc="-5" noProof="0" dirty="0">
                <a:latin typeface="Helvetica Neue Light"/>
                <a:cs typeface="Helvetica Neue Light"/>
              </a:rPr>
              <a:t>  </a:t>
            </a:r>
            <a:r>
              <a:rPr lang="en-GB" sz="1476" noProof="0" dirty="0" err="1">
                <a:latin typeface="Helvetica Neue Light"/>
                <a:cs typeface="Helvetica Neue Light"/>
              </a:rPr>
              <a:t>enim</a:t>
            </a:r>
            <a:r>
              <a:rPr lang="en-GB" sz="1476" noProof="0" dirty="0">
                <a:latin typeface="Helvetica Neue Light"/>
                <a:cs typeface="Helvetica Neue Light"/>
              </a:rPr>
              <a:t>.</a:t>
            </a:r>
            <a:r>
              <a:rPr lang="en-GB" sz="1476" spc="-3" noProof="0" dirty="0">
                <a:latin typeface="Helvetica Neue Light"/>
                <a:cs typeface="Helvetica Neue Light"/>
              </a:rPr>
              <a:t>  </a:t>
            </a:r>
            <a:r>
              <a:rPr lang="en-GB" sz="1476" noProof="0" dirty="0">
                <a:latin typeface="Helvetica Neue Light"/>
                <a:cs typeface="Helvetica Neue Light"/>
              </a:rPr>
              <a:t>Quis  </a:t>
            </a:r>
            <a:r>
              <a:rPr lang="en-GB" sz="1476" noProof="0" dirty="0" err="1">
                <a:latin typeface="Helvetica Neue Light"/>
                <a:cs typeface="Helvetica Neue Light"/>
              </a:rPr>
              <a:t>hendrerit</a:t>
            </a:r>
            <a:r>
              <a:rPr lang="en-GB" sz="1476" spc="-3" noProof="0" dirty="0">
                <a:latin typeface="Helvetica Neue Light"/>
                <a:cs typeface="Helvetica Neue Light"/>
              </a:rPr>
              <a:t>  </a:t>
            </a:r>
            <a:r>
              <a:rPr lang="en-GB" sz="1476" noProof="0" dirty="0" err="1">
                <a:latin typeface="Helvetica Neue Light"/>
                <a:cs typeface="Helvetica Neue Light"/>
              </a:rPr>
              <a:t>dolor</a:t>
            </a:r>
            <a:r>
              <a:rPr lang="en-GB" sz="1476" spc="-3" noProof="0" dirty="0">
                <a:latin typeface="Helvetica Neue Light"/>
                <a:cs typeface="Helvetica Neue Light"/>
              </a:rPr>
              <a:t>  </a:t>
            </a:r>
            <a:r>
              <a:rPr lang="en-GB" sz="1476" noProof="0" dirty="0">
                <a:latin typeface="Helvetica Neue Light"/>
                <a:cs typeface="Helvetica Neue Light"/>
              </a:rPr>
              <a:t>magna  </a:t>
            </a:r>
            <a:r>
              <a:rPr lang="en-GB" sz="1476" noProof="0" dirty="0" err="1">
                <a:latin typeface="Helvetica Neue Light"/>
                <a:cs typeface="Helvetica Neue Light"/>
              </a:rPr>
              <a:t>eget</a:t>
            </a:r>
            <a:r>
              <a:rPr lang="en-GB" sz="1476" spc="-5" noProof="0" dirty="0">
                <a:latin typeface="Helvetica Neue Light"/>
                <a:cs typeface="Helvetica Neue Light"/>
              </a:rPr>
              <a:t>  </a:t>
            </a:r>
            <a:r>
              <a:rPr lang="en-GB" sz="1476" spc="-13" noProof="0" dirty="0" err="1">
                <a:latin typeface="Helvetica Neue Light"/>
                <a:cs typeface="Helvetica Neue Light"/>
              </a:rPr>
              <a:t>est</a:t>
            </a:r>
            <a:r>
              <a:rPr lang="en-GB" sz="1476" spc="-13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lorem.</a:t>
            </a:r>
            <a:r>
              <a:rPr lang="en-GB" sz="1476" spc="-8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Vel</a:t>
            </a:r>
            <a:r>
              <a:rPr lang="en-GB" sz="1476" spc="-5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turpis</a:t>
            </a:r>
            <a:r>
              <a:rPr lang="en-GB" sz="1476" spc="-3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nunc</a:t>
            </a:r>
            <a:r>
              <a:rPr lang="en-GB" sz="1476" spc="-5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eget</a:t>
            </a:r>
            <a:r>
              <a:rPr lang="en-GB" sz="1476" spc="-8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lorem</a:t>
            </a:r>
            <a:r>
              <a:rPr lang="en-GB" sz="1476" spc="-3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dolor</a:t>
            </a:r>
            <a:r>
              <a:rPr lang="en-GB" sz="1476" spc="-3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sed</a:t>
            </a:r>
            <a:r>
              <a:rPr lang="en-GB" sz="1476" spc="-3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viverra</a:t>
            </a:r>
            <a:r>
              <a:rPr lang="en-GB" sz="1476" noProof="0" dirty="0">
                <a:latin typeface="Helvetica Neue Light"/>
                <a:cs typeface="Helvetica Neue Light"/>
              </a:rPr>
              <a:t>.</a:t>
            </a:r>
            <a:r>
              <a:rPr lang="en-GB" sz="1476" spc="-5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Convallis</a:t>
            </a:r>
            <a:r>
              <a:rPr lang="en-GB" sz="1476" spc="-5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convallis</a:t>
            </a:r>
            <a:r>
              <a:rPr lang="en-GB" sz="1476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tellus</a:t>
            </a:r>
            <a:r>
              <a:rPr lang="en-GB" sz="1476" spc="-3" noProof="0" dirty="0">
                <a:latin typeface="Helvetica Neue Light"/>
                <a:cs typeface="Helvetica Neue Light"/>
              </a:rPr>
              <a:t> </a:t>
            </a:r>
            <a:r>
              <a:rPr lang="en-GB" sz="1476" spc="-13" noProof="0" dirty="0">
                <a:latin typeface="Helvetica Neue Light"/>
                <a:cs typeface="Helvetica Neue Light"/>
              </a:rPr>
              <a:t>id </a:t>
            </a:r>
            <a:r>
              <a:rPr lang="en-GB" sz="1476" noProof="0" dirty="0" err="1">
                <a:latin typeface="Helvetica Neue Light"/>
                <a:cs typeface="Helvetica Neue Light"/>
              </a:rPr>
              <a:t>interdum</a:t>
            </a:r>
            <a:r>
              <a:rPr lang="en-GB" sz="1476" spc="5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velit</a:t>
            </a:r>
            <a:r>
              <a:rPr lang="en-GB" sz="1476" spc="3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laoreet</a:t>
            </a:r>
            <a:r>
              <a:rPr lang="en-GB" sz="1476" spc="3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id</a:t>
            </a:r>
            <a:r>
              <a:rPr lang="en-GB" sz="1476" spc="8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donec</a:t>
            </a:r>
            <a:r>
              <a:rPr lang="en-GB" sz="1476" noProof="0" dirty="0">
                <a:latin typeface="Helvetica Neue Light"/>
                <a:cs typeface="Helvetica Neue Light"/>
              </a:rPr>
              <a:t>.</a:t>
            </a:r>
            <a:r>
              <a:rPr lang="en-GB" sz="1476" spc="5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Massa</a:t>
            </a:r>
            <a:r>
              <a:rPr lang="en-GB" sz="1476" spc="3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sapien</a:t>
            </a:r>
            <a:r>
              <a:rPr lang="en-GB" sz="1476" spc="3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faucibus</a:t>
            </a:r>
            <a:r>
              <a:rPr lang="en-GB" sz="1476" spc="8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et</a:t>
            </a:r>
            <a:r>
              <a:rPr lang="en-GB" sz="1476" spc="3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molestie</a:t>
            </a:r>
            <a:r>
              <a:rPr lang="en-GB" sz="1476" spc="8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ac.</a:t>
            </a:r>
            <a:r>
              <a:rPr lang="en-GB" sz="1476" spc="3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Nisl</a:t>
            </a:r>
            <a:r>
              <a:rPr lang="en-GB" sz="1476" spc="3" noProof="0" dirty="0">
                <a:latin typeface="Helvetica Neue Light"/>
                <a:cs typeface="Helvetica Neue Light"/>
              </a:rPr>
              <a:t> </a:t>
            </a:r>
            <a:r>
              <a:rPr lang="en-GB" sz="1476" spc="-11" noProof="0" dirty="0">
                <a:latin typeface="Helvetica Neue Light"/>
                <a:cs typeface="Helvetica Neue Light"/>
              </a:rPr>
              <a:t>nisi </a:t>
            </a:r>
            <a:r>
              <a:rPr lang="en-GB" sz="1476" noProof="0" dirty="0" err="1">
                <a:latin typeface="Helvetica Neue Light"/>
                <a:cs typeface="Helvetica Neue Light"/>
              </a:rPr>
              <a:t>scelerisque</a:t>
            </a:r>
            <a:r>
              <a:rPr lang="en-GB" sz="1476" spc="330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eu</a:t>
            </a:r>
            <a:r>
              <a:rPr lang="en-GB" sz="1476" spc="335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ultrices</a:t>
            </a:r>
            <a:r>
              <a:rPr lang="en-GB" sz="1476" spc="337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vitae</a:t>
            </a:r>
            <a:r>
              <a:rPr lang="en-GB" sz="1476" spc="335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auctor</a:t>
            </a:r>
            <a:r>
              <a:rPr lang="en-GB" sz="1476" spc="335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eu</a:t>
            </a:r>
            <a:r>
              <a:rPr lang="en-GB" sz="1476" spc="335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augue</a:t>
            </a:r>
            <a:r>
              <a:rPr lang="en-GB" sz="1476" noProof="0" dirty="0">
                <a:latin typeface="Helvetica Neue Light"/>
                <a:cs typeface="Helvetica Neue Light"/>
              </a:rPr>
              <a:t>.</a:t>
            </a:r>
            <a:r>
              <a:rPr lang="en-GB" sz="1476" spc="335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Malesuada</a:t>
            </a:r>
            <a:r>
              <a:rPr lang="en-GB" sz="1476" spc="332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fames</a:t>
            </a:r>
            <a:r>
              <a:rPr lang="en-GB" sz="1476" spc="337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ac</a:t>
            </a:r>
            <a:r>
              <a:rPr lang="en-GB" sz="1476" spc="332" noProof="0" dirty="0">
                <a:latin typeface="Helvetica Neue Light"/>
                <a:cs typeface="Helvetica Neue Light"/>
              </a:rPr>
              <a:t> </a:t>
            </a:r>
            <a:r>
              <a:rPr lang="en-GB" sz="1476" spc="-5" noProof="0" dirty="0" err="1">
                <a:latin typeface="Helvetica Neue Light"/>
                <a:cs typeface="Helvetica Neue Light"/>
              </a:rPr>
              <a:t>turpis</a:t>
            </a:r>
            <a:r>
              <a:rPr lang="en-GB" sz="1476" spc="-5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egestas</a:t>
            </a:r>
            <a:r>
              <a:rPr lang="en-GB" sz="1476" spc="13" noProof="0" dirty="0">
                <a:latin typeface="Helvetica Neue Light"/>
                <a:cs typeface="Helvetica Neue Light"/>
              </a:rPr>
              <a:t>  </a:t>
            </a:r>
            <a:r>
              <a:rPr lang="en-GB" sz="1476" noProof="0" dirty="0" err="1">
                <a:latin typeface="Helvetica Neue Light"/>
                <a:cs typeface="Helvetica Neue Light"/>
              </a:rPr>
              <a:t>maecenas</a:t>
            </a:r>
            <a:r>
              <a:rPr lang="en-GB" sz="1476" spc="18" noProof="0" dirty="0">
                <a:latin typeface="Helvetica Neue Light"/>
                <a:cs typeface="Helvetica Neue Light"/>
              </a:rPr>
              <a:t>  </a:t>
            </a:r>
            <a:r>
              <a:rPr lang="en-GB" sz="1476" noProof="0" dirty="0">
                <a:latin typeface="Helvetica Neue Light"/>
                <a:cs typeface="Helvetica Neue Light"/>
              </a:rPr>
              <a:t>pharetra</a:t>
            </a:r>
            <a:r>
              <a:rPr lang="en-GB" sz="1476" spc="13" noProof="0" dirty="0">
                <a:latin typeface="Helvetica Neue Light"/>
                <a:cs typeface="Helvetica Neue Light"/>
              </a:rPr>
              <a:t>  </a:t>
            </a:r>
            <a:r>
              <a:rPr lang="en-GB" sz="1476" noProof="0" dirty="0">
                <a:latin typeface="Helvetica Neue Light"/>
                <a:cs typeface="Helvetica Neue Light"/>
              </a:rPr>
              <a:t>convallis</a:t>
            </a:r>
            <a:r>
              <a:rPr lang="en-GB" sz="1476" spc="16" noProof="0" dirty="0">
                <a:latin typeface="Helvetica Neue Light"/>
                <a:cs typeface="Helvetica Neue Light"/>
              </a:rPr>
              <a:t>  </a:t>
            </a:r>
            <a:r>
              <a:rPr lang="en-GB" sz="1476" noProof="0" dirty="0" err="1">
                <a:latin typeface="Helvetica Neue Light"/>
                <a:cs typeface="Helvetica Neue Light"/>
              </a:rPr>
              <a:t>posuere</a:t>
            </a:r>
            <a:r>
              <a:rPr lang="en-GB" sz="1476" spc="16" noProof="0" dirty="0">
                <a:latin typeface="Helvetica Neue Light"/>
                <a:cs typeface="Helvetica Neue Light"/>
              </a:rPr>
              <a:t>  </a:t>
            </a:r>
            <a:r>
              <a:rPr lang="en-GB" sz="1476" noProof="0" dirty="0" err="1">
                <a:latin typeface="Helvetica Neue Light"/>
                <a:cs typeface="Helvetica Neue Light"/>
              </a:rPr>
              <a:t>morbi</a:t>
            </a:r>
            <a:r>
              <a:rPr lang="en-GB" sz="1476" noProof="0" dirty="0">
                <a:latin typeface="Helvetica Neue Light"/>
                <a:cs typeface="Helvetica Neue Light"/>
              </a:rPr>
              <a:t>.</a:t>
            </a:r>
            <a:r>
              <a:rPr lang="en-GB" sz="1476" spc="13" noProof="0" dirty="0">
                <a:latin typeface="Helvetica Neue Light"/>
                <a:cs typeface="Helvetica Neue Light"/>
              </a:rPr>
              <a:t>  </a:t>
            </a:r>
            <a:r>
              <a:rPr lang="en-GB" sz="1476" noProof="0" dirty="0" err="1">
                <a:latin typeface="Helvetica Neue Light"/>
                <a:cs typeface="Helvetica Neue Light"/>
              </a:rPr>
              <a:t>Ultrices</a:t>
            </a:r>
            <a:r>
              <a:rPr lang="en-GB" sz="1476" spc="16" noProof="0" dirty="0">
                <a:latin typeface="Helvetica Neue Light"/>
                <a:cs typeface="Helvetica Neue Light"/>
              </a:rPr>
              <a:t>  </a:t>
            </a:r>
            <a:r>
              <a:rPr lang="en-GB" sz="1476" noProof="0" dirty="0">
                <a:latin typeface="Helvetica Neue Light"/>
                <a:cs typeface="Helvetica Neue Light"/>
              </a:rPr>
              <a:t>mi</a:t>
            </a:r>
            <a:r>
              <a:rPr lang="en-GB" sz="1476" spc="13" noProof="0" dirty="0">
                <a:latin typeface="Helvetica Neue Light"/>
                <a:cs typeface="Helvetica Neue Light"/>
              </a:rPr>
              <a:t>  </a:t>
            </a:r>
            <a:r>
              <a:rPr lang="en-GB" sz="1476" spc="-5" noProof="0" dirty="0">
                <a:latin typeface="Helvetica Neue Light"/>
                <a:cs typeface="Helvetica Neue Light"/>
              </a:rPr>
              <a:t>tempus </a:t>
            </a:r>
            <a:r>
              <a:rPr lang="en-GB" sz="1476" noProof="0" dirty="0" err="1">
                <a:latin typeface="Helvetica Neue Light"/>
                <a:cs typeface="Helvetica Neue Light"/>
              </a:rPr>
              <a:t>imperdiet</a:t>
            </a:r>
            <a:r>
              <a:rPr lang="en-GB" sz="1476" spc="-24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nulla</a:t>
            </a:r>
            <a:r>
              <a:rPr lang="en-GB" sz="1476" noProof="0" dirty="0">
                <a:latin typeface="Helvetica Neue Light"/>
                <a:cs typeface="Helvetica Neue Light"/>
              </a:rPr>
              <a:t>.</a:t>
            </a:r>
            <a:r>
              <a:rPr lang="en-GB" sz="1476" spc="-24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Purus</a:t>
            </a:r>
            <a:r>
              <a:rPr lang="en-GB" sz="1476" spc="-24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semper</a:t>
            </a:r>
            <a:r>
              <a:rPr lang="en-GB" sz="1476" spc="-21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eget</a:t>
            </a:r>
            <a:r>
              <a:rPr lang="en-GB" sz="1476" spc="-24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duis</a:t>
            </a:r>
            <a:r>
              <a:rPr lang="en-GB" sz="1476" spc="-21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at</a:t>
            </a:r>
            <a:r>
              <a:rPr lang="en-GB" sz="1476" spc="-24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tellus</a:t>
            </a:r>
            <a:r>
              <a:rPr lang="en-GB" sz="1476" spc="-18" noProof="0" dirty="0">
                <a:latin typeface="Helvetica Neue Light"/>
                <a:cs typeface="Helvetica Neue Light"/>
              </a:rPr>
              <a:t> </a:t>
            </a:r>
            <a:r>
              <a:rPr lang="en-GB" sz="1476" spc="-13" noProof="0" dirty="0">
                <a:latin typeface="Helvetica Neue Light"/>
                <a:cs typeface="Helvetica Neue Light"/>
              </a:rPr>
              <a:t>at.</a:t>
            </a:r>
            <a:endParaRPr lang="en-GB" sz="1476" noProof="0" dirty="0">
              <a:latin typeface="Helvetica Neue Light"/>
              <a:cs typeface="Helvetica Neue Light"/>
            </a:endParaRPr>
          </a:p>
          <a:p>
            <a:pPr marL="6697" marR="2679" algn="just">
              <a:spcBef>
                <a:spcPts val="1759"/>
              </a:spcBef>
            </a:pPr>
            <a:r>
              <a:rPr lang="en-GB" sz="1476" noProof="0" dirty="0" err="1">
                <a:latin typeface="Helvetica Neue Light"/>
                <a:cs typeface="Helvetica Neue Light"/>
              </a:rPr>
              <a:t>Volutpat</a:t>
            </a:r>
            <a:r>
              <a:rPr lang="en-GB" sz="1476" spc="-18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est</a:t>
            </a:r>
            <a:r>
              <a:rPr lang="en-GB" sz="1476" spc="-18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velit</a:t>
            </a:r>
            <a:r>
              <a:rPr lang="en-GB" sz="1476" spc="-21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egestas</a:t>
            </a:r>
            <a:r>
              <a:rPr lang="en-GB" sz="1476" spc="-16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dui</a:t>
            </a:r>
            <a:r>
              <a:rPr lang="en-GB" sz="1476" spc="-18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id</a:t>
            </a:r>
            <a:r>
              <a:rPr lang="en-GB" sz="1476" spc="-13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ornare</a:t>
            </a:r>
            <a:r>
              <a:rPr lang="en-GB" sz="1476" spc="-18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arcu</a:t>
            </a:r>
            <a:r>
              <a:rPr lang="en-GB" sz="1476" spc="-18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odio</a:t>
            </a:r>
            <a:r>
              <a:rPr lang="en-GB" sz="1476" noProof="0" dirty="0">
                <a:latin typeface="Helvetica Neue Light"/>
                <a:cs typeface="Helvetica Neue Light"/>
              </a:rPr>
              <a:t>.</a:t>
            </a:r>
            <a:r>
              <a:rPr lang="en-GB" sz="1476" spc="-16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Urna</a:t>
            </a:r>
            <a:r>
              <a:rPr lang="en-GB" sz="1476" spc="-18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neque</a:t>
            </a:r>
            <a:r>
              <a:rPr lang="en-GB" sz="1476" spc="-18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viverra</a:t>
            </a:r>
            <a:r>
              <a:rPr lang="en-GB" sz="1476" spc="-21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justo</a:t>
            </a:r>
            <a:r>
              <a:rPr lang="en-GB" sz="1476" spc="-11" noProof="0" dirty="0">
                <a:latin typeface="Helvetica Neue Light"/>
                <a:cs typeface="Helvetica Neue Light"/>
              </a:rPr>
              <a:t> </a:t>
            </a:r>
            <a:r>
              <a:rPr lang="en-GB" sz="1476" spc="-13" noProof="0" dirty="0">
                <a:latin typeface="Helvetica Neue Light"/>
                <a:cs typeface="Helvetica Neue Light"/>
              </a:rPr>
              <a:t>nec </a:t>
            </a:r>
            <a:r>
              <a:rPr lang="en-GB" sz="1476" noProof="0" dirty="0" err="1">
                <a:latin typeface="Helvetica Neue Light"/>
                <a:cs typeface="Helvetica Neue Light"/>
              </a:rPr>
              <a:t>ultrices</a:t>
            </a:r>
            <a:r>
              <a:rPr lang="en-GB" sz="1476" spc="55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dui</a:t>
            </a:r>
            <a:r>
              <a:rPr lang="en-GB" sz="1476" spc="50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sapien</a:t>
            </a:r>
            <a:r>
              <a:rPr lang="en-GB" sz="1476" noProof="0" dirty="0">
                <a:latin typeface="Helvetica Neue Light"/>
                <a:cs typeface="Helvetica Neue Light"/>
              </a:rPr>
              <a:t>.</a:t>
            </a:r>
            <a:r>
              <a:rPr lang="en-GB" sz="1476" spc="50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Tellus</a:t>
            </a:r>
            <a:r>
              <a:rPr lang="en-GB" sz="1476" spc="55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pellentesque</a:t>
            </a:r>
            <a:r>
              <a:rPr lang="en-GB" sz="1476" spc="50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eu</a:t>
            </a:r>
            <a:r>
              <a:rPr lang="en-GB" sz="1476" spc="50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tincidunt</a:t>
            </a:r>
            <a:r>
              <a:rPr lang="en-GB" sz="1476" spc="55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tortor</a:t>
            </a:r>
            <a:r>
              <a:rPr lang="en-GB" sz="1476" spc="58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aliquam</a:t>
            </a:r>
            <a:r>
              <a:rPr lang="en-GB" sz="1476" spc="55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nulla</a:t>
            </a:r>
            <a:r>
              <a:rPr lang="en-GB" sz="1476" spc="55" noProof="0" dirty="0">
                <a:latin typeface="Helvetica Neue Light"/>
                <a:cs typeface="Helvetica Neue Light"/>
              </a:rPr>
              <a:t> </a:t>
            </a:r>
            <a:r>
              <a:rPr lang="en-GB" sz="1476" spc="-5" noProof="0" dirty="0" err="1">
                <a:latin typeface="Helvetica Neue Light"/>
                <a:cs typeface="Helvetica Neue Light"/>
              </a:rPr>
              <a:t>facilisi</a:t>
            </a:r>
            <a:r>
              <a:rPr lang="en-GB" sz="1476" spc="-5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cras</a:t>
            </a:r>
            <a:r>
              <a:rPr lang="en-GB" sz="1476" spc="8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fermentum.</a:t>
            </a:r>
            <a:r>
              <a:rPr lang="en-GB" sz="1476" spc="5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Consequat</a:t>
            </a:r>
            <a:r>
              <a:rPr lang="en-GB" sz="1476" spc="5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ac</a:t>
            </a:r>
            <a:r>
              <a:rPr lang="en-GB" sz="1476" spc="5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felis</a:t>
            </a:r>
            <a:r>
              <a:rPr lang="en-GB" sz="1476" spc="8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donec</a:t>
            </a:r>
            <a:r>
              <a:rPr lang="en-GB" sz="1476" spc="5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et</a:t>
            </a:r>
            <a:r>
              <a:rPr lang="en-GB" sz="1476" spc="5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odio</a:t>
            </a:r>
            <a:r>
              <a:rPr lang="en-GB" sz="1476" spc="8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pellentesque</a:t>
            </a:r>
            <a:r>
              <a:rPr lang="en-GB" sz="1476" spc="5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diam</a:t>
            </a:r>
            <a:r>
              <a:rPr lang="en-GB" sz="1476" spc="8" noProof="0" dirty="0">
                <a:latin typeface="Helvetica Neue Light"/>
                <a:cs typeface="Helvetica Neue Light"/>
              </a:rPr>
              <a:t> </a:t>
            </a:r>
            <a:r>
              <a:rPr lang="en-GB" sz="1476" spc="-5" noProof="0" dirty="0" err="1">
                <a:latin typeface="Helvetica Neue Light"/>
                <a:cs typeface="Helvetica Neue Light"/>
              </a:rPr>
              <a:t>volutpat</a:t>
            </a:r>
            <a:r>
              <a:rPr lang="en-GB" sz="1476" spc="-5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commodo</a:t>
            </a:r>
            <a:r>
              <a:rPr lang="en-GB" sz="1476" noProof="0" dirty="0">
                <a:latin typeface="Helvetica Neue Light"/>
                <a:cs typeface="Helvetica Neue Light"/>
              </a:rPr>
              <a:t>.</a:t>
            </a:r>
            <a:r>
              <a:rPr lang="en-GB" sz="1476" spc="55" noProof="0" dirty="0">
                <a:latin typeface="Helvetica Neue Light"/>
                <a:cs typeface="Helvetica Neue Light"/>
              </a:rPr>
              <a:t>  </a:t>
            </a:r>
            <a:r>
              <a:rPr lang="en-GB" sz="1476" noProof="0" dirty="0" err="1">
                <a:latin typeface="Helvetica Neue Light"/>
                <a:cs typeface="Helvetica Neue Light"/>
              </a:rPr>
              <a:t>Volutpat</a:t>
            </a:r>
            <a:r>
              <a:rPr lang="en-GB" sz="1476" spc="58" noProof="0" dirty="0">
                <a:latin typeface="Helvetica Neue Light"/>
                <a:cs typeface="Helvetica Neue Light"/>
              </a:rPr>
              <a:t>  </a:t>
            </a:r>
            <a:r>
              <a:rPr lang="en-GB" sz="1476" noProof="0" dirty="0" err="1">
                <a:latin typeface="Helvetica Neue Light"/>
                <a:cs typeface="Helvetica Neue Light"/>
              </a:rPr>
              <a:t>maecenas</a:t>
            </a:r>
            <a:r>
              <a:rPr lang="en-GB" sz="1476" spc="58" noProof="0" dirty="0">
                <a:latin typeface="Helvetica Neue Light"/>
                <a:cs typeface="Helvetica Neue Light"/>
              </a:rPr>
              <a:t>  </a:t>
            </a:r>
            <a:r>
              <a:rPr lang="en-GB" sz="1476" noProof="0" dirty="0" err="1">
                <a:latin typeface="Helvetica Neue Light"/>
                <a:cs typeface="Helvetica Neue Light"/>
              </a:rPr>
              <a:t>volutpat</a:t>
            </a:r>
            <a:r>
              <a:rPr lang="en-GB" sz="1476" spc="58" noProof="0" dirty="0">
                <a:latin typeface="Helvetica Neue Light"/>
                <a:cs typeface="Helvetica Neue Light"/>
              </a:rPr>
              <a:t>  </a:t>
            </a:r>
            <a:r>
              <a:rPr lang="en-GB" sz="1476" noProof="0" dirty="0" err="1">
                <a:latin typeface="Helvetica Neue Light"/>
                <a:cs typeface="Helvetica Neue Light"/>
              </a:rPr>
              <a:t>blandit</a:t>
            </a:r>
            <a:r>
              <a:rPr lang="en-GB" sz="1476" spc="55" noProof="0" dirty="0">
                <a:latin typeface="Helvetica Neue Light"/>
                <a:cs typeface="Helvetica Neue Light"/>
              </a:rPr>
              <a:t>  </a:t>
            </a:r>
            <a:r>
              <a:rPr lang="en-GB" sz="1476" noProof="0" dirty="0" err="1">
                <a:latin typeface="Helvetica Neue Light"/>
                <a:cs typeface="Helvetica Neue Light"/>
              </a:rPr>
              <a:t>aliquam</a:t>
            </a:r>
            <a:r>
              <a:rPr lang="en-GB" sz="1476" spc="60" noProof="0" dirty="0">
                <a:latin typeface="Helvetica Neue Light"/>
                <a:cs typeface="Helvetica Neue Light"/>
              </a:rPr>
              <a:t>  </a:t>
            </a:r>
            <a:r>
              <a:rPr lang="en-GB" sz="1476" noProof="0" dirty="0" err="1">
                <a:latin typeface="Helvetica Neue Light"/>
                <a:cs typeface="Helvetica Neue Light"/>
              </a:rPr>
              <a:t>etiam</a:t>
            </a:r>
            <a:r>
              <a:rPr lang="en-GB" sz="1476" spc="58" noProof="0" dirty="0">
                <a:latin typeface="Helvetica Neue Light"/>
                <a:cs typeface="Helvetica Neue Light"/>
              </a:rPr>
              <a:t>  </a:t>
            </a:r>
            <a:r>
              <a:rPr lang="en-GB" sz="1476" noProof="0" dirty="0" err="1">
                <a:latin typeface="Helvetica Neue Light"/>
                <a:cs typeface="Helvetica Neue Light"/>
              </a:rPr>
              <a:t>erat</a:t>
            </a:r>
            <a:r>
              <a:rPr lang="en-GB" sz="1476" spc="55" noProof="0" dirty="0">
                <a:latin typeface="Helvetica Neue Light"/>
                <a:cs typeface="Helvetica Neue Light"/>
              </a:rPr>
              <a:t>  </a:t>
            </a:r>
            <a:r>
              <a:rPr lang="en-GB" sz="1476" spc="-5" noProof="0" dirty="0" err="1">
                <a:latin typeface="Helvetica Neue Light"/>
                <a:cs typeface="Helvetica Neue Light"/>
              </a:rPr>
              <a:t>velit</a:t>
            </a:r>
            <a:r>
              <a:rPr lang="en-GB" sz="1476" spc="-5" noProof="0" dirty="0">
                <a:latin typeface="Helvetica Neue Light"/>
                <a:cs typeface="Helvetica Neue Light"/>
              </a:rPr>
              <a:t>. </a:t>
            </a:r>
            <a:r>
              <a:rPr lang="en-GB" sz="1476" noProof="0" dirty="0" err="1">
                <a:latin typeface="Helvetica Neue Light"/>
                <a:cs typeface="Helvetica Neue Light"/>
              </a:rPr>
              <a:t>Interdum</a:t>
            </a:r>
            <a:r>
              <a:rPr lang="en-GB" sz="1476" spc="-11" noProof="0" dirty="0">
                <a:latin typeface="Helvetica Neue Light"/>
                <a:cs typeface="Helvetica Neue Light"/>
              </a:rPr>
              <a:t>  </a:t>
            </a:r>
            <a:r>
              <a:rPr lang="en-GB" sz="1476" noProof="0" dirty="0" err="1">
                <a:latin typeface="Helvetica Neue Light"/>
                <a:cs typeface="Helvetica Neue Light"/>
              </a:rPr>
              <a:t>varius</a:t>
            </a:r>
            <a:r>
              <a:rPr lang="en-GB" sz="1476" spc="-11" noProof="0" dirty="0">
                <a:latin typeface="Helvetica Neue Light"/>
                <a:cs typeface="Helvetica Neue Light"/>
              </a:rPr>
              <a:t>  </a:t>
            </a:r>
            <a:r>
              <a:rPr lang="en-GB" sz="1476" noProof="0" dirty="0">
                <a:latin typeface="Helvetica Neue Light"/>
                <a:cs typeface="Helvetica Neue Light"/>
              </a:rPr>
              <a:t>sit</a:t>
            </a:r>
            <a:r>
              <a:rPr lang="en-GB" sz="1476" spc="-13" noProof="0" dirty="0">
                <a:latin typeface="Helvetica Neue Light"/>
                <a:cs typeface="Helvetica Neue Light"/>
              </a:rPr>
              <a:t>  </a:t>
            </a:r>
            <a:r>
              <a:rPr lang="en-GB" sz="1476" noProof="0" dirty="0" err="1">
                <a:latin typeface="Helvetica Neue Light"/>
                <a:cs typeface="Helvetica Neue Light"/>
              </a:rPr>
              <a:t>amet</a:t>
            </a:r>
            <a:r>
              <a:rPr lang="en-GB" sz="1476" spc="-13" noProof="0" dirty="0">
                <a:latin typeface="Helvetica Neue Light"/>
                <a:cs typeface="Helvetica Neue Light"/>
              </a:rPr>
              <a:t>  </a:t>
            </a:r>
            <a:r>
              <a:rPr lang="en-GB" sz="1476" noProof="0" dirty="0" err="1">
                <a:latin typeface="Helvetica Neue Light"/>
                <a:cs typeface="Helvetica Neue Light"/>
              </a:rPr>
              <a:t>mattis</a:t>
            </a:r>
            <a:r>
              <a:rPr lang="en-GB" sz="1476" spc="-8" noProof="0" dirty="0">
                <a:latin typeface="Helvetica Neue Light"/>
                <a:cs typeface="Helvetica Neue Light"/>
              </a:rPr>
              <a:t>  </a:t>
            </a:r>
            <a:r>
              <a:rPr lang="en-GB" sz="1476" noProof="0" dirty="0" err="1">
                <a:latin typeface="Helvetica Neue Light"/>
                <a:cs typeface="Helvetica Neue Light"/>
              </a:rPr>
              <a:t>vulputate</a:t>
            </a:r>
            <a:r>
              <a:rPr lang="en-GB" sz="1476" noProof="0" dirty="0">
                <a:latin typeface="Helvetica Neue Light"/>
                <a:cs typeface="Helvetica Neue Light"/>
              </a:rPr>
              <a:t>.</a:t>
            </a:r>
            <a:r>
              <a:rPr lang="en-GB" sz="1476" spc="-13" noProof="0" dirty="0">
                <a:latin typeface="Helvetica Neue Light"/>
                <a:cs typeface="Helvetica Neue Light"/>
              </a:rPr>
              <a:t>  </a:t>
            </a:r>
            <a:r>
              <a:rPr lang="en-GB" sz="1476" noProof="0" dirty="0">
                <a:latin typeface="Helvetica Neue Light"/>
                <a:cs typeface="Helvetica Neue Light"/>
              </a:rPr>
              <a:t>Massa</a:t>
            </a:r>
            <a:r>
              <a:rPr lang="en-GB" sz="1476" spc="-13" noProof="0" dirty="0">
                <a:latin typeface="Helvetica Neue Light"/>
                <a:cs typeface="Helvetica Neue Light"/>
              </a:rPr>
              <a:t>  </a:t>
            </a:r>
            <a:r>
              <a:rPr lang="en-GB" sz="1476" noProof="0" dirty="0" err="1">
                <a:latin typeface="Helvetica Neue Light"/>
                <a:cs typeface="Helvetica Neue Light"/>
              </a:rPr>
              <a:t>massa</a:t>
            </a:r>
            <a:r>
              <a:rPr lang="en-GB" sz="1476" spc="-11" noProof="0" dirty="0">
                <a:latin typeface="Helvetica Neue Light"/>
                <a:cs typeface="Helvetica Neue Light"/>
              </a:rPr>
              <a:t>  </a:t>
            </a:r>
            <a:r>
              <a:rPr lang="en-GB" sz="1476" noProof="0" dirty="0" err="1">
                <a:latin typeface="Helvetica Neue Light"/>
                <a:cs typeface="Helvetica Neue Light"/>
              </a:rPr>
              <a:t>ultricies</a:t>
            </a:r>
            <a:r>
              <a:rPr lang="en-GB" sz="1476" spc="-8" noProof="0" dirty="0">
                <a:latin typeface="Helvetica Neue Light"/>
                <a:cs typeface="Helvetica Neue Light"/>
              </a:rPr>
              <a:t>  </a:t>
            </a:r>
            <a:r>
              <a:rPr lang="en-GB" sz="1476" noProof="0" dirty="0">
                <a:latin typeface="Helvetica Neue Light"/>
                <a:cs typeface="Helvetica Neue Light"/>
              </a:rPr>
              <a:t>mi</a:t>
            </a:r>
            <a:r>
              <a:rPr lang="en-GB" sz="1476" spc="-13" noProof="0" dirty="0">
                <a:latin typeface="Helvetica Neue Light"/>
                <a:cs typeface="Helvetica Neue Light"/>
              </a:rPr>
              <a:t>  </a:t>
            </a:r>
            <a:r>
              <a:rPr lang="en-GB" sz="1476" spc="-11" noProof="0" dirty="0" err="1">
                <a:latin typeface="Helvetica Neue Light"/>
                <a:cs typeface="Helvetica Neue Light"/>
              </a:rPr>
              <a:t>quis</a:t>
            </a:r>
            <a:r>
              <a:rPr lang="en-GB" sz="1476" spc="-11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hendrerit</a:t>
            </a:r>
            <a:r>
              <a:rPr lang="en-GB" sz="1476" spc="-24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dolor</a:t>
            </a:r>
            <a:r>
              <a:rPr lang="en-GB" sz="1476" spc="-21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magna</a:t>
            </a:r>
            <a:r>
              <a:rPr lang="en-GB" sz="1476" spc="-24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eget</a:t>
            </a:r>
            <a:r>
              <a:rPr lang="en-GB" sz="1476" spc="-26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est.</a:t>
            </a:r>
            <a:r>
              <a:rPr lang="en-GB" sz="1476" spc="-26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Nulla</a:t>
            </a:r>
            <a:r>
              <a:rPr lang="en-GB" sz="1476" spc="-24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aliquet</a:t>
            </a:r>
            <a:r>
              <a:rPr lang="en-GB" sz="1476" spc="-26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enim</a:t>
            </a:r>
            <a:r>
              <a:rPr lang="en-GB" sz="1476" spc="-21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 err="1">
                <a:latin typeface="Helvetica Neue Light"/>
                <a:cs typeface="Helvetica Neue Light"/>
              </a:rPr>
              <a:t>tortor</a:t>
            </a:r>
            <a:r>
              <a:rPr lang="en-GB" sz="1476" spc="-16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at</a:t>
            </a:r>
            <a:r>
              <a:rPr lang="en-GB" sz="1476" spc="-26" noProof="0" dirty="0">
                <a:latin typeface="Helvetica Neue Light"/>
                <a:cs typeface="Helvetica Neue Light"/>
              </a:rPr>
              <a:t> </a:t>
            </a:r>
            <a:r>
              <a:rPr lang="en-GB" sz="1476" noProof="0" dirty="0">
                <a:latin typeface="Helvetica Neue Light"/>
                <a:cs typeface="Helvetica Neue Light"/>
              </a:rPr>
              <a:t>auctor</a:t>
            </a:r>
            <a:r>
              <a:rPr lang="en-GB" sz="1476" spc="-21" noProof="0" dirty="0">
                <a:latin typeface="Helvetica Neue Light"/>
                <a:cs typeface="Helvetica Neue Light"/>
              </a:rPr>
              <a:t> </a:t>
            </a:r>
            <a:r>
              <a:rPr lang="en-GB" sz="1476" spc="-11" noProof="0" dirty="0" err="1">
                <a:latin typeface="Helvetica Neue Light"/>
                <a:cs typeface="Helvetica Neue Light"/>
              </a:rPr>
              <a:t>urna</a:t>
            </a:r>
            <a:endParaRPr lang="en-GB" sz="1476" noProof="0" dirty="0">
              <a:latin typeface="Helvetica Neue Light"/>
              <a:cs typeface="Helvetica Neue Light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57772" y="285750"/>
            <a:ext cx="4038450" cy="363783"/>
          </a:xfrm>
          <a:prstGeom prst="rect">
            <a:avLst/>
          </a:prstGeom>
        </p:spPr>
        <p:txBody>
          <a:bodyPr vert="horz" wrap="square" lIns="0" tIns="6697" rIns="0" bIns="0" rtlCol="0">
            <a:spAutoFit/>
          </a:bodyPr>
          <a:lstStyle/>
          <a:p>
            <a:pPr marL="6697">
              <a:spcBef>
                <a:spcPts val="53"/>
              </a:spcBef>
            </a:pPr>
            <a:r>
              <a:rPr lang="en-GB" sz="2320" spc="-95" noProof="0" dirty="0"/>
              <a:t>Alignment</a:t>
            </a:r>
            <a:r>
              <a:rPr lang="en-GB" sz="2320" spc="-192" noProof="0" dirty="0"/>
              <a:t> </a:t>
            </a:r>
            <a:r>
              <a:rPr lang="en-GB" sz="2320" spc="-5" noProof="0" dirty="0" err="1"/>
              <a:t>cont</a:t>
            </a:r>
            <a:r>
              <a:rPr lang="en-GB" sz="2320" spc="-5" noProof="0" dirty="0"/>
              <a:t>…</a:t>
            </a:r>
            <a:endParaRPr lang="en-GB" sz="2320" noProof="0" dirty="0"/>
          </a:p>
        </p:txBody>
      </p:sp>
      <p:sp>
        <p:nvSpPr>
          <p:cNvPr id="3" name="object 3"/>
          <p:cNvSpPr txBox="1"/>
          <p:nvPr/>
        </p:nvSpPr>
        <p:spPr>
          <a:xfrm>
            <a:off x="1479203" y="1129420"/>
            <a:ext cx="4017019" cy="1442330"/>
          </a:xfrm>
          <a:prstGeom prst="rect">
            <a:avLst/>
          </a:prstGeom>
        </p:spPr>
        <p:txBody>
          <a:bodyPr vert="horz" wrap="square" lIns="0" tIns="2679" rIns="0" bIns="0" rtlCol="0">
            <a:spAutoFit/>
          </a:bodyPr>
          <a:lstStyle/>
          <a:p>
            <a:pPr marL="6697" marR="287289">
              <a:lnSpc>
                <a:spcPct val="119600"/>
              </a:lnSpc>
              <a:spcBef>
                <a:spcPts val="21"/>
              </a:spcBef>
            </a:pPr>
            <a:r>
              <a:rPr lang="en-GB" sz="1266" spc="-13" noProof="0" dirty="0">
                <a:solidFill>
                  <a:srgbClr val="7F7F7F"/>
                </a:solidFill>
                <a:latin typeface="Arial"/>
                <a:cs typeface="Arial"/>
              </a:rPr>
              <a:t>Left</a:t>
            </a:r>
            <a:r>
              <a:rPr lang="en-GB" sz="1266" spc="-76" noProof="0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lang="en-GB" sz="1266" spc="-11" noProof="0" dirty="0">
                <a:solidFill>
                  <a:srgbClr val="7F7F7F"/>
                </a:solidFill>
                <a:latin typeface="Arial"/>
                <a:cs typeface="Arial"/>
              </a:rPr>
              <a:t>–</a:t>
            </a:r>
            <a:r>
              <a:rPr lang="en-GB" sz="1266" spc="-169" noProof="0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lang="en-GB" sz="1266" spc="-37" noProof="0" dirty="0">
                <a:solidFill>
                  <a:srgbClr val="7F7F7F"/>
                </a:solidFill>
                <a:latin typeface="Arial"/>
                <a:cs typeface="Arial"/>
              </a:rPr>
              <a:t>This</a:t>
            </a:r>
            <a:r>
              <a:rPr lang="en-GB" sz="1266" spc="-87" noProof="0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lang="en-GB" sz="1266" spc="-26" noProof="0" dirty="0">
                <a:solidFill>
                  <a:srgbClr val="7F7F7F"/>
                </a:solidFill>
                <a:latin typeface="Arial"/>
                <a:cs typeface="Arial"/>
              </a:rPr>
              <a:t>is</a:t>
            </a:r>
            <a:r>
              <a:rPr lang="en-GB" sz="1266" spc="-76" noProof="0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lang="en-GB" sz="1266" noProof="0" dirty="0">
                <a:solidFill>
                  <a:srgbClr val="7F7F7F"/>
                </a:solidFill>
                <a:latin typeface="Arial"/>
                <a:cs typeface="Arial"/>
              </a:rPr>
              <a:t>most</a:t>
            </a:r>
            <a:r>
              <a:rPr lang="en-GB" sz="1266" spc="-79" noProof="0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lang="en-GB" sz="1266" noProof="0" dirty="0">
                <a:solidFill>
                  <a:srgbClr val="7F7F7F"/>
                </a:solidFill>
                <a:latin typeface="Arial"/>
                <a:cs typeface="Arial"/>
              </a:rPr>
              <a:t>common</a:t>
            </a:r>
            <a:r>
              <a:rPr lang="en-GB" sz="1266" spc="-29" noProof="0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lang="en-GB" sz="1266" spc="-26" noProof="0" dirty="0">
                <a:solidFill>
                  <a:srgbClr val="7F7F7F"/>
                </a:solidFill>
                <a:latin typeface="Arial"/>
                <a:cs typeface="Arial"/>
              </a:rPr>
              <a:t>alignment</a:t>
            </a:r>
            <a:r>
              <a:rPr lang="en-GB" sz="1266" spc="-60" noProof="0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lang="en-GB" sz="1266" noProof="0" dirty="0">
                <a:solidFill>
                  <a:srgbClr val="7F7F7F"/>
                </a:solidFill>
                <a:latin typeface="Arial"/>
                <a:cs typeface="Arial"/>
              </a:rPr>
              <a:t>for</a:t>
            </a:r>
            <a:r>
              <a:rPr lang="en-GB" sz="1266" spc="-53" noProof="0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lang="en-GB" sz="1266" noProof="0" dirty="0">
                <a:solidFill>
                  <a:srgbClr val="7F7F7F"/>
                </a:solidFill>
                <a:latin typeface="Arial"/>
                <a:cs typeface="Arial"/>
              </a:rPr>
              <a:t>body</a:t>
            </a:r>
            <a:r>
              <a:rPr lang="en-GB" sz="1266" spc="-34" noProof="0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lang="en-GB" sz="1266" noProof="0" dirty="0">
                <a:solidFill>
                  <a:srgbClr val="7F7F7F"/>
                </a:solidFill>
                <a:latin typeface="Arial"/>
                <a:cs typeface="Arial"/>
              </a:rPr>
              <a:t>text</a:t>
            </a:r>
            <a:r>
              <a:rPr lang="en-GB" sz="1266" spc="-40" noProof="0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lang="en-GB" sz="1266" spc="-13" noProof="0" dirty="0">
                <a:solidFill>
                  <a:srgbClr val="7F7F7F"/>
                </a:solidFill>
                <a:latin typeface="Arial"/>
                <a:cs typeface="Arial"/>
              </a:rPr>
              <a:t>as </a:t>
            </a:r>
            <a:r>
              <a:rPr lang="en-GB" sz="1266" noProof="0" dirty="0">
                <a:solidFill>
                  <a:srgbClr val="7F7F7F"/>
                </a:solidFill>
                <a:latin typeface="Arial"/>
                <a:cs typeface="Arial"/>
              </a:rPr>
              <a:t>the</a:t>
            </a:r>
            <a:r>
              <a:rPr lang="en-GB" sz="1266" spc="-76" noProof="0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lang="en-GB" sz="1266" spc="-32" noProof="0" dirty="0">
                <a:solidFill>
                  <a:srgbClr val="7F7F7F"/>
                </a:solidFill>
                <a:latin typeface="Arial"/>
                <a:cs typeface="Arial"/>
              </a:rPr>
              <a:t>flush</a:t>
            </a:r>
            <a:r>
              <a:rPr lang="en-GB" sz="1266" spc="-60" noProof="0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lang="en-GB" sz="1266" spc="-21" noProof="0" dirty="0">
                <a:solidFill>
                  <a:srgbClr val="7F7F7F"/>
                </a:solidFill>
                <a:latin typeface="Arial"/>
                <a:cs typeface="Arial"/>
              </a:rPr>
              <a:t>left</a:t>
            </a:r>
            <a:r>
              <a:rPr lang="en-GB" sz="1266" spc="-60" noProof="0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lang="en-GB" sz="1266" spc="-40" noProof="0" dirty="0">
                <a:solidFill>
                  <a:srgbClr val="7F7F7F"/>
                </a:solidFill>
                <a:latin typeface="Arial"/>
                <a:cs typeface="Arial"/>
              </a:rPr>
              <a:t>line</a:t>
            </a:r>
            <a:r>
              <a:rPr lang="en-GB" sz="1266" spc="-87" noProof="0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lang="en-GB" sz="1266" spc="-26" noProof="0" dirty="0">
                <a:solidFill>
                  <a:srgbClr val="7F7F7F"/>
                </a:solidFill>
                <a:latin typeface="Arial"/>
                <a:cs typeface="Arial"/>
              </a:rPr>
              <a:t>makes</a:t>
            </a:r>
            <a:r>
              <a:rPr lang="en-GB" sz="1266" spc="-58" noProof="0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lang="en-GB" sz="1266" noProof="0" dirty="0">
                <a:solidFill>
                  <a:srgbClr val="7F7F7F"/>
                </a:solidFill>
                <a:latin typeface="Arial"/>
                <a:cs typeface="Arial"/>
              </a:rPr>
              <a:t>it</a:t>
            </a:r>
            <a:r>
              <a:rPr lang="en-GB" sz="1266" spc="-40" noProof="0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lang="en-GB" sz="1266" spc="-42" noProof="0" dirty="0">
                <a:solidFill>
                  <a:srgbClr val="7F7F7F"/>
                </a:solidFill>
                <a:latin typeface="Arial"/>
                <a:cs typeface="Arial"/>
              </a:rPr>
              <a:t>easier</a:t>
            </a:r>
            <a:r>
              <a:rPr lang="en-GB" sz="1266" spc="-84" noProof="0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lang="en-GB" sz="1266" noProof="0" dirty="0">
                <a:solidFill>
                  <a:srgbClr val="7F7F7F"/>
                </a:solidFill>
                <a:latin typeface="Arial"/>
                <a:cs typeface="Arial"/>
              </a:rPr>
              <a:t>for</a:t>
            </a:r>
            <a:r>
              <a:rPr lang="en-GB" sz="1266" spc="-42" noProof="0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lang="en-GB" sz="1266" noProof="0" dirty="0">
                <a:solidFill>
                  <a:srgbClr val="7F7F7F"/>
                </a:solidFill>
                <a:latin typeface="Arial"/>
                <a:cs typeface="Arial"/>
              </a:rPr>
              <a:t>our</a:t>
            </a:r>
            <a:r>
              <a:rPr lang="en-GB" sz="1266" spc="-42" noProof="0" dirty="0">
                <a:solidFill>
                  <a:srgbClr val="7F7F7F"/>
                </a:solidFill>
                <a:latin typeface="Arial"/>
                <a:cs typeface="Arial"/>
              </a:rPr>
              <a:t> eye</a:t>
            </a:r>
            <a:r>
              <a:rPr lang="en-GB" sz="1266" spc="-98" noProof="0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lang="en-GB" sz="1266" noProof="0" dirty="0">
                <a:solidFill>
                  <a:srgbClr val="7F7F7F"/>
                </a:solidFill>
                <a:latin typeface="Arial"/>
                <a:cs typeface="Arial"/>
              </a:rPr>
              <a:t>to</a:t>
            </a:r>
            <a:r>
              <a:rPr lang="en-GB" sz="1266" spc="11" noProof="0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lang="en-GB" sz="1266" spc="-11" noProof="0" dirty="0">
                <a:solidFill>
                  <a:srgbClr val="7F7F7F"/>
                </a:solidFill>
                <a:latin typeface="Arial"/>
                <a:cs typeface="Arial"/>
              </a:rPr>
              <a:t>find</a:t>
            </a:r>
            <a:r>
              <a:rPr lang="en-GB" sz="1266" spc="-47" noProof="0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lang="en-GB" sz="1266" spc="-13" noProof="0" dirty="0">
                <a:solidFill>
                  <a:srgbClr val="7F7F7F"/>
                </a:solidFill>
                <a:latin typeface="Arial"/>
                <a:cs typeface="Arial"/>
              </a:rPr>
              <a:t>the </a:t>
            </a:r>
            <a:r>
              <a:rPr lang="en-GB" sz="1266" noProof="0" dirty="0">
                <a:solidFill>
                  <a:srgbClr val="7F7F7F"/>
                </a:solidFill>
                <a:latin typeface="Arial"/>
                <a:cs typeface="Arial"/>
              </a:rPr>
              <a:t>start</a:t>
            </a:r>
            <a:r>
              <a:rPr lang="en-GB" sz="1266" spc="-60" noProof="0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lang="en-GB" sz="1266" noProof="0" dirty="0">
                <a:solidFill>
                  <a:srgbClr val="7F7F7F"/>
                </a:solidFill>
                <a:latin typeface="Arial"/>
                <a:cs typeface="Arial"/>
              </a:rPr>
              <a:t>of</a:t>
            </a:r>
            <a:r>
              <a:rPr lang="en-GB" sz="1266" spc="-60" noProof="0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lang="en-GB" sz="1266" spc="-18" noProof="0" dirty="0">
                <a:solidFill>
                  <a:srgbClr val="7F7F7F"/>
                </a:solidFill>
                <a:latin typeface="Arial"/>
                <a:cs typeface="Arial"/>
              </a:rPr>
              <a:t>each</a:t>
            </a:r>
            <a:r>
              <a:rPr lang="en-GB" sz="1266" spc="-71" noProof="0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lang="en-GB" sz="1266" spc="-11" noProof="0" dirty="0">
                <a:solidFill>
                  <a:srgbClr val="7F7F7F"/>
                </a:solidFill>
                <a:latin typeface="Arial"/>
                <a:cs typeface="Arial"/>
              </a:rPr>
              <a:t>line.</a:t>
            </a:r>
            <a:endParaRPr lang="en-GB" sz="1266" noProof="0" dirty="0">
              <a:latin typeface="Arial"/>
              <a:cs typeface="Arial"/>
            </a:endParaRPr>
          </a:p>
          <a:p>
            <a:pPr>
              <a:spcBef>
                <a:spcPts val="923"/>
              </a:spcBef>
            </a:pPr>
            <a:endParaRPr lang="en-GB" sz="1266" noProof="0" dirty="0">
              <a:latin typeface="Arial"/>
              <a:cs typeface="Arial"/>
            </a:endParaRPr>
          </a:p>
          <a:p>
            <a:pPr marR="22434" algn="r">
              <a:tabLst>
                <a:tab pos="3527826" algn="l"/>
              </a:tabLst>
            </a:pPr>
            <a:r>
              <a:rPr lang="en-GB" sz="1266" spc="-26" noProof="0" dirty="0">
                <a:solidFill>
                  <a:srgbClr val="7F7F7F"/>
                </a:solidFill>
                <a:latin typeface="Arial"/>
                <a:cs typeface="Arial"/>
              </a:rPr>
              <a:t>Right</a:t>
            </a:r>
            <a:r>
              <a:rPr lang="en-GB" sz="1266" spc="-53" noProof="0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lang="en-GB" sz="1266" spc="-11" noProof="0" dirty="0">
                <a:solidFill>
                  <a:srgbClr val="7F7F7F"/>
                </a:solidFill>
                <a:latin typeface="Arial"/>
                <a:cs typeface="Arial"/>
              </a:rPr>
              <a:t>–</a:t>
            </a:r>
            <a:r>
              <a:rPr lang="en-GB" sz="1266" spc="-145" noProof="0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lang="en-GB" sz="1266" spc="-37" noProof="0" dirty="0">
                <a:solidFill>
                  <a:srgbClr val="7F7F7F"/>
                </a:solidFill>
                <a:latin typeface="Arial"/>
                <a:cs typeface="Arial"/>
              </a:rPr>
              <a:t>Use</a:t>
            </a:r>
            <a:r>
              <a:rPr lang="en-GB" sz="1266" spc="-82" noProof="0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lang="en-GB" sz="1266" spc="-50" noProof="0" dirty="0">
                <a:solidFill>
                  <a:srgbClr val="7F7F7F"/>
                </a:solidFill>
                <a:latin typeface="Arial"/>
                <a:cs typeface="Arial"/>
              </a:rPr>
              <a:t>sparingly,</a:t>
            </a:r>
            <a:r>
              <a:rPr lang="en-GB" sz="1266" spc="-76" noProof="0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lang="en-GB" sz="1266" spc="-42" noProof="0" dirty="0">
                <a:solidFill>
                  <a:srgbClr val="7F7F7F"/>
                </a:solidFill>
                <a:latin typeface="Arial"/>
                <a:cs typeface="Arial"/>
              </a:rPr>
              <a:t>usually</a:t>
            </a:r>
            <a:r>
              <a:rPr lang="en-GB" sz="1266" spc="-84" noProof="0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lang="en-GB" sz="1266" spc="-13" noProof="0" dirty="0">
                <a:solidFill>
                  <a:srgbClr val="7F7F7F"/>
                </a:solidFill>
                <a:latin typeface="Arial"/>
                <a:cs typeface="Arial"/>
              </a:rPr>
              <a:t>used</a:t>
            </a:r>
            <a:r>
              <a:rPr lang="en-GB" sz="1266" spc="-37" noProof="0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lang="en-GB" sz="1266" spc="-29" noProof="0" dirty="0">
                <a:solidFill>
                  <a:srgbClr val="7F7F7F"/>
                </a:solidFill>
                <a:latin typeface="Arial"/>
                <a:cs typeface="Arial"/>
              </a:rPr>
              <a:t>as</a:t>
            </a:r>
            <a:r>
              <a:rPr lang="en-GB" sz="1266" spc="-76" noProof="0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lang="en-GB" sz="1266" spc="-5" noProof="0" dirty="0">
                <a:solidFill>
                  <a:srgbClr val="7F7F7F"/>
                </a:solidFill>
                <a:latin typeface="Arial"/>
                <a:cs typeface="Arial"/>
              </a:rPr>
              <a:t>and</a:t>
            </a:r>
            <a:r>
              <a:rPr lang="en-GB" sz="1266" spc="-40" noProof="0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lang="en-GB" sz="1266" spc="-24" noProof="0" dirty="0">
                <a:solidFill>
                  <a:srgbClr val="7F7F7F"/>
                </a:solidFill>
                <a:latin typeface="Arial"/>
                <a:cs typeface="Arial"/>
              </a:rPr>
              <a:t>effect</a:t>
            </a:r>
            <a:r>
              <a:rPr lang="en-GB" sz="1266" spc="-50" noProof="0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lang="en-GB" sz="1266" spc="-13" noProof="0" dirty="0">
                <a:solidFill>
                  <a:srgbClr val="7F7F7F"/>
                </a:solidFill>
                <a:latin typeface="Arial"/>
                <a:cs typeface="Arial"/>
              </a:rPr>
              <a:t>or</a:t>
            </a:r>
            <a:r>
              <a:rPr lang="en-GB" sz="1266" noProof="0" dirty="0">
                <a:solidFill>
                  <a:srgbClr val="7F7F7F"/>
                </a:solidFill>
                <a:latin typeface="Arial"/>
                <a:cs typeface="Arial"/>
              </a:rPr>
              <a:t>	</a:t>
            </a:r>
            <a:r>
              <a:rPr lang="en-GB" sz="1266" spc="-13" noProof="0" dirty="0">
                <a:solidFill>
                  <a:srgbClr val="7F7F7F"/>
                </a:solidFill>
                <a:latin typeface="Arial"/>
                <a:cs typeface="Arial"/>
              </a:rPr>
              <a:t>to</a:t>
            </a:r>
            <a:endParaRPr lang="en-GB" sz="1266" noProof="0" dirty="0">
              <a:latin typeface="Arial"/>
              <a:cs typeface="Arial"/>
            </a:endParaRPr>
          </a:p>
          <a:p>
            <a:pPr marR="2679" algn="r">
              <a:spcBef>
                <a:spcPts val="279"/>
              </a:spcBef>
            </a:pPr>
            <a:r>
              <a:rPr lang="en-GB" sz="1266" noProof="0" dirty="0">
                <a:solidFill>
                  <a:srgbClr val="7F7F7F"/>
                </a:solidFill>
                <a:latin typeface="Arial"/>
                <a:cs typeface="Arial"/>
              </a:rPr>
              <a:t>wrap</a:t>
            </a:r>
            <a:r>
              <a:rPr lang="en-GB" sz="1266" spc="-79" noProof="0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lang="en-GB" sz="1266" spc="-21" noProof="0" dirty="0">
                <a:solidFill>
                  <a:srgbClr val="7F7F7F"/>
                </a:solidFill>
                <a:latin typeface="Arial"/>
                <a:cs typeface="Arial"/>
              </a:rPr>
              <a:t>around</a:t>
            </a:r>
            <a:r>
              <a:rPr lang="en-GB" sz="1266" spc="-66" noProof="0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lang="en-GB" sz="1266" spc="-11" noProof="0" dirty="0">
                <a:solidFill>
                  <a:srgbClr val="7F7F7F"/>
                </a:solidFill>
                <a:latin typeface="Arial"/>
                <a:cs typeface="Arial"/>
              </a:rPr>
              <a:t>graphic</a:t>
            </a:r>
            <a:r>
              <a:rPr lang="en-GB" sz="1266" spc="-45" noProof="0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lang="en-GB" sz="1266" spc="-5" noProof="0" dirty="0">
                <a:solidFill>
                  <a:srgbClr val="7F7F7F"/>
                </a:solidFill>
                <a:latin typeface="Arial"/>
                <a:cs typeface="Arial"/>
              </a:rPr>
              <a:t>shapes</a:t>
            </a:r>
            <a:endParaRPr lang="en-GB" sz="1266" noProof="0" dirty="0">
              <a:latin typeface="Arial"/>
              <a:cs typeface="Arial"/>
            </a:endParaRPr>
          </a:p>
        </p:txBody>
      </p:sp>
      <p:pic>
        <p:nvPicPr>
          <p:cNvPr id="4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77508" y="1165324"/>
            <a:ext cx="1909021" cy="2491383"/>
          </a:xfrm>
          <a:prstGeom prst="rect">
            <a:avLst/>
          </a:prstGeom>
        </p:spPr>
      </p:pic>
      <p:pic>
        <p:nvPicPr>
          <p:cNvPr id="5" name="object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37680" y="2812852"/>
            <a:ext cx="2958872" cy="1968996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613523" y="3802707"/>
            <a:ext cx="3134990" cy="958690"/>
          </a:xfrm>
          <a:prstGeom prst="rect">
            <a:avLst/>
          </a:prstGeom>
        </p:spPr>
        <p:txBody>
          <a:bodyPr vert="horz" wrap="square" lIns="0" tIns="6697" rIns="0" bIns="0" rtlCol="0">
            <a:spAutoFit/>
          </a:bodyPr>
          <a:lstStyle/>
          <a:p>
            <a:pPr marL="88397" marR="90740" algn="ctr">
              <a:lnSpc>
                <a:spcPct val="118300"/>
              </a:lnSpc>
              <a:spcBef>
                <a:spcPts val="53"/>
              </a:spcBef>
              <a:tabLst>
                <a:tab pos="746683" algn="l"/>
              </a:tabLst>
            </a:pPr>
            <a:r>
              <a:rPr lang="en-GB" sz="1266" spc="-21" noProof="0" dirty="0" err="1">
                <a:solidFill>
                  <a:srgbClr val="7F7F7F"/>
                </a:solidFill>
                <a:latin typeface="Arial"/>
                <a:cs typeface="Arial"/>
              </a:rPr>
              <a:t>Center</a:t>
            </a:r>
            <a:r>
              <a:rPr lang="en-GB" sz="1266" spc="-58" noProof="0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lang="en-GB" sz="1266" spc="-26" noProof="0" dirty="0">
                <a:solidFill>
                  <a:srgbClr val="7F7F7F"/>
                </a:solidFill>
                <a:latin typeface="Arial"/>
                <a:cs typeface="Arial"/>
              </a:rPr>
              <a:t>-</a:t>
            </a:r>
            <a:r>
              <a:rPr lang="en-GB" sz="1266" noProof="0" dirty="0">
                <a:solidFill>
                  <a:srgbClr val="7F7F7F"/>
                </a:solidFill>
                <a:latin typeface="Arial"/>
                <a:cs typeface="Arial"/>
              </a:rPr>
              <a:t>	</a:t>
            </a:r>
            <a:r>
              <a:rPr lang="en-GB" sz="1266" spc="-40" noProof="0" dirty="0">
                <a:solidFill>
                  <a:srgbClr val="7F7F7F"/>
                </a:solidFill>
                <a:latin typeface="Arial"/>
                <a:cs typeface="Arial"/>
              </a:rPr>
              <a:t>never</a:t>
            </a:r>
            <a:r>
              <a:rPr lang="en-GB" sz="1266" spc="-82" noProof="0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lang="en-GB" sz="1266" noProof="0" dirty="0">
                <a:solidFill>
                  <a:srgbClr val="7F7F7F"/>
                </a:solidFill>
                <a:latin typeface="Arial"/>
                <a:cs typeface="Arial"/>
              </a:rPr>
              <a:t>for</a:t>
            </a:r>
            <a:r>
              <a:rPr lang="en-GB" sz="1266" spc="-90" noProof="0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lang="en-GB" sz="1266" noProof="0" dirty="0">
                <a:solidFill>
                  <a:srgbClr val="7F7F7F"/>
                </a:solidFill>
                <a:latin typeface="Arial"/>
                <a:cs typeface="Arial"/>
              </a:rPr>
              <a:t>body</a:t>
            </a:r>
            <a:r>
              <a:rPr lang="en-GB" sz="1266" spc="-45" noProof="0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lang="en-GB" sz="1266" noProof="0" dirty="0">
                <a:solidFill>
                  <a:srgbClr val="7F7F7F"/>
                </a:solidFill>
                <a:latin typeface="Arial"/>
                <a:cs typeface="Arial"/>
              </a:rPr>
              <a:t>text,</a:t>
            </a:r>
            <a:r>
              <a:rPr lang="en-GB" sz="1266" spc="-47" noProof="0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lang="en-GB" sz="1266" noProof="0" dirty="0">
                <a:solidFill>
                  <a:srgbClr val="7F7F7F"/>
                </a:solidFill>
                <a:latin typeface="Arial"/>
                <a:cs typeface="Arial"/>
              </a:rPr>
              <a:t>hard</a:t>
            </a:r>
            <a:r>
              <a:rPr lang="en-GB" sz="1266" spc="-13" noProof="0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lang="en-GB" sz="1266" noProof="0" dirty="0">
                <a:solidFill>
                  <a:srgbClr val="7F7F7F"/>
                </a:solidFill>
                <a:latin typeface="Arial"/>
                <a:cs typeface="Arial"/>
              </a:rPr>
              <a:t>to</a:t>
            </a:r>
            <a:r>
              <a:rPr lang="en-GB" sz="1266" spc="-29" noProof="0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lang="en-GB" sz="1266" spc="-5" noProof="0" dirty="0">
                <a:solidFill>
                  <a:srgbClr val="7F7F7F"/>
                </a:solidFill>
                <a:latin typeface="Arial"/>
                <a:cs typeface="Arial"/>
              </a:rPr>
              <a:t>scan, </a:t>
            </a:r>
            <a:r>
              <a:rPr lang="en-GB" sz="1266" spc="-29" noProof="0" dirty="0">
                <a:solidFill>
                  <a:srgbClr val="7F7F7F"/>
                </a:solidFill>
                <a:latin typeface="Arial"/>
                <a:cs typeface="Arial"/>
              </a:rPr>
              <a:t>suitable</a:t>
            </a:r>
            <a:r>
              <a:rPr lang="en-GB" sz="1266" spc="-60" noProof="0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lang="en-GB" sz="1266" noProof="0" dirty="0">
                <a:solidFill>
                  <a:srgbClr val="7F7F7F"/>
                </a:solidFill>
                <a:latin typeface="Arial"/>
                <a:cs typeface="Arial"/>
              </a:rPr>
              <a:t>for</a:t>
            </a:r>
            <a:r>
              <a:rPr lang="en-GB" sz="1266" spc="-37" noProof="0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lang="en-GB" sz="1266" spc="-5" noProof="0" dirty="0">
                <a:solidFill>
                  <a:srgbClr val="7F7F7F"/>
                </a:solidFill>
                <a:latin typeface="Arial"/>
                <a:cs typeface="Arial"/>
              </a:rPr>
              <a:t>headings</a:t>
            </a:r>
            <a:endParaRPr lang="en-GB" sz="1266" noProof="0" dirty="0">
              <a:latin typeface="Arial"/>
              <a:cs typeface="Arial"/>
            </a:endParaRPr>
          </a:p>
          <a:p>
            <a:pPr>
              <a:spcBef>
                <a:spcPts val="836"/>
              </a:spcBef>
            </a:pPr>
            <a:endParaRPr lang="en-GB" sz="1266" noProof="0" dirty="0">
              <a:latin typeface="Arial"/>
              <a:cs typeface="Arial"/>
            </a:endParaRPr>
          </a:p>
          <a:p>
            <a:pPr algn="ctr">
              <a:tabLst>
                <a:tab pos="667327" algn="l"/>
                <a:tab pos="846799" algn="l"/>
                <a:tab pos="1127726" algn="l"/>
                <a:tab pos="1683218" algn="l"/>
                <a:tab pos="1913250" algn="l"/>
                <a:tab pos="2569862" algn="l"/>
              </a:tabLst>
            </a:pPr>
            <a:r>
              <a:rPr lang="en-GB" sz="1266" spc="-5" noProof="0" dirty="0">
                <a:solidFill>
                  <a:srgbClr val="7F7F7F"/>
                </a:solidFill>
                <a:latin typeface="Arial"/>
                <a:cs typeface="Arial"/>
              </a:rPr>
              <a:t>Justified</a:t>
            </a:r>
            <a:r>
              <a:rPr lang="en-GB" sz="1266" noProof="0" dirty="0">
                <a:solidFill>
                  <a:srgbClr val="7F7F7F"/>
                </a:solidFill>
                <a:latin typeface="Arial"/>
                <a:cs typeface="Arial"/>
              </a:rPr>
              <a:t>	</a:t>
            </a:r>
            <a:r>
              <a:rPr lang="en-GB" sz="1266" spc="-26" noProof="0" dirty="0">
                <a:solidFill>
                  <a:srgbClr val="7F7F7F"/>
                </a:solidFill>
                <a:latin typeface="Arial"/>
                <a:cs typeface="Arial"/>
              </a:rPr>
              <a:t>–</a:t>
            </a:r>
            <a:r>
              <a:rPr lang="en-GB" sz="1266" noProof="0" dirty="0">
                <a:solidFill>
                  <a:srgbClr val="7F7F7F"/>
                </a:solidFill>
                <a:latin typeface="Arial"/>
                <a:cs typeface="Arial"/>
              </a:rPr>
              <a:t>	</a:t>
            </a:r>
            <a:r>
              <a:rPr lang="en-GB" sz="1266" spc="-13" noProof="0" dirty="0">
                <a:solidFill>
                  <a:srgbClr val="7F7F7F"/>
                </a:solidFill>
                <a:latin typeface="Arial"/>
                <a:cs typeface="Arial"/>
              </a:rPr>
              <a:t>By</a:t>
            </a:r>
            <a:r>
              <a:rPr lang="en-GB" sz="1266" noProof="0" dirty="0">
                <a:solidFill>
                  <a:srgbClr val="7F7F7F"/>
                </a:solidFill>
                <a:latin typeface="Arial"/>
                <a:cs typeface="Arial"/>
              </a:rPr>
              <a:t>	</a:t>
            </a:r>
            <a:r>
              <a:rPr lang="en-GB" sz="1266" spc="-5" noProof="0" dirty="0">
                <a:solidFill>
                  <a:srgbClr val="7F7F7F"/>
                </a:solidFill>
                <a:latin typeface="Arial"/>
                <a:cs typeface="Arial"/>
              </a:rPr>
              <a:t>careful</a:t>
            </a:r>
            <a:r>
              <a:rPr lang="en-GB" sz="1266" noProof="0" dirty="0">
                <a:solidFill>
                  <a:srgbClr val="7F7F7F"/>
                </a:solidFill>
                <a:latin typeface="Arial"/>
                <a:cs typeface="Arial"/>
              </a:rPr>
              <a:t>	</a:t>
            </a:r>
            <a:r>
              <a:rPr lang="en-GB" sz="1266" spc="-18" noProof="0" dirty="0">
                <a:solidFill>
                  <a:srgbClr val="7F7F7F"/>
                </a:solidFill>
                <a:latin typeface="Arial"/>
                <a:cs typeface="Arial"/>
              </a:rPr>
              <a:t>of</a:t>
            </a:r>
            <a:r>
              <a:rPr lang="en-GB" sz="1266" noProof="0" dirty="0">
                <a:solidFill>
                  <a:srgbClr val="7F7F7F"/>
                </a:solidFill>
                <a:latin typeface="Arial"/>
                <a:cs typeface="Arial"/>
              </a:rPr>
              <a:t>	</a:t>
            </a:r>
            <a:r>
              <a:rPr lang="en-GB" sz="1266" spc="-5" noProof="0" dirty="0">
                <a:solidFill>
                  <a:srgbClr val="7F7F7F"/>
                </a:solidFill>
                <a:latin typeface="Arial"/>
                <a:cs typeface="Arial"/>
              </a:rPr>
              <a:t>extreme</a:t>
            </a:r>
            <a:r>
              <a:rPr lang="en-GB" sz="1266" noProof="0" dirty="0">
                <a:solidFill>
                  <a:srgbClr val="7F7F7F"/>
                </a:solidFill>
                <a:latin typeface="Arial"/>
                <a:cs typeface="Arial"/>
              </a:rPr>
              <a:t>	</a:t>
            </a:r>
            <a:r>
              <a:rPr lang="en-GB" sz="1266" spc="-5" noProof="0" dirty="0">
                <a:solidFill>
                  <a:srgbClr val="7F7F7F"/>
                </a:solidFill>
                <a:latin typeface="Arial"/>
                <a:cs typeface="Arial"/>
              </a:rPr>
              <a:t>tracking</a:t>
            </a:r>
            <a:endParaRPr lang="en-GB" sz="1266" noProof="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35509" y="438150"/>
            <a:ext cx="6472982" cy="483536"/>
          </a:xfrm>
          <a:prstGeom prst="rect">
            <a:avLst/>
          </a:prstGeom>
        </p:spPr>
        <p:txBody>
          <a:bodyPr vert="horz" wrap="square" lIns="0" tIns="8706" rIns="0" bIns="0" rtlCol="0">
            <a:spAutoFit/>
          </a:bodyPr>
          <a:lstStyle/>
          <a:p>
            <a:pPr marL="6697" algn="ctr">
              <a:spcBef>
                <a:spcPts val="69"/>
              </a:spcBef>
            </a:pPr>
            <a:r>
              <a:rPr lang="en-GB" sz="2426" noProof="0" dirty="0">
                <a:latin typeface="Helvetica Neue Light"/>
                <a:cs typeface="Helvetica Neue Light"/>
              </a:rPr>
              <a:t>The</a:t>
            </a:r>
            <a:r>
              <a:rPr lang="en-GB" sz="2426" spc="-26" noProof="0" dirty="0">
                <a:latin typeface="Helvetica Neue Light"/>
                <a:cs typeface="Helvetica Neue Light"/>
              </a:rPr>
              <a:t> </a:t>
            </a:r>
            <a:r>
              <a:rPr lang="en-GB" sz="2426" noProof="0" dirty="0">
                <a:latin typeface="Helvetica Neue Light"/>
                <a:cs typeface="Helvetica Neue Light"/>
              </a:rPr>
              <a:t>3</a:t>
            </a:r>
            <a:r>
              <a:rPr lang="en-GB" sz="2426" spc="-13" noProof="0" dirty="0">
                <a:latin typeface="Helvetica Neue Light"/>
                <a:cs typeface="Helvetica Neue Light"/>
              </a:rPr>
              <a:t> </a:t>
            </a:r>
            <a:r>
              <a:rPr lang="en-GB" sz="3085" spc="29" noProof="0" dirty="0">
                <a:solidFill>
                  <a:srgbClr val="FFC000"/>
                </a:solidFill>
                <a:latin typeface="Helvetica Neue Light"/>
                <a:cs typeface="Helvetica Neue Light"/>
              </a:rPr>
              <a:t>golden</a:t>
            </a:r>
            <a:r>
              <a:rPr lang="en-GB" sz="3085" spc="-203" noProof="0" dirty="0">
                <a:solidFill>
                  <a:srgbClr val="FFC000"/>
                </a:solidFill>
                <a:latin typeface="Helvetica Neue Light"/>
                <a:cs typeface="Helvetica Neue Light"/>
              </a:rPr>
              <a:t> </a:t>
            </a:r>
            <a:r>
              <a:rPr lang="en-GB" sz="2426" noProof="0" dirty="0">
                <a:latin typeface="Helvetica Neue Light"/>
                <a:cs typeface="Helvetica Neue Light"/>
              </a:rPr>
              <a:t>rules</a:t>
            </a:r>
            <a:r>
              <a:rPr lang="en-GB" sz="2426" spc="-16" noProof="0" dirty="0">
                <a:latin typeface="Helvetica Neue Light"/>
                <a:cs typeface="Helvetica Neue Light"/>
              </a:rPr>
              <a:t> </a:t>
            </a:r>
            <a:r>
              <a:rPr lang="en-GB" sz="2426" noProof="0" dirty="0">
                <a:latin typeface="Helvetica Neue Light"/>
                <a:cs typeface="Helvetica Neue Light"/>
              </a:rPr>
              <a:t>of</a:t>
            </a:r>
            <a:r>
              <a:rPr lang="en-GB" sz="2426" spc="-21" noProof="0" dirty="0">
                <a:latin typeface="Helvetica Neue Light"/>
                <a:cs typeface="Helvetica Neue Light"/>
              </a:rPr>
              <a:t> </a:t>
            </a:r>
            <a:r>
              <a:rPr lang="en-GB" sz="2426" noProof="0" dirty="0">
                <a:latin typeface="Helvetica Neue Light"/>
                <a:cs typeface="Helvetica Neue Light"/>
              </a:rPr>
              <a:t>web</a:t>
            </a:r>
            <a:r>
              <a:rPr lang="en-GB" sz="2426" spc="-18" noProof="0" dirty="0">
                <a:latin typeface="Helvetica Neue Light"/>
                <a:cs typeface="Helvetica Neue Light"/>
              </a:rPr>
              <a:t> </a:t>
            </a:r>
            <a:r>
              <a:rPr lang="en-GB" sz="2426" spc="-5" noProof="0" dirty="0">
                <a:latin typeface="Helvetica Neue Light"/>
                <a:cs typeface="Helvetica Neue Light"/>
              </a:rPr>
              <a:t>typography</a:t>
            </a:r>
            <a:endParaRPr lang="en-GB" sz="2426" noProof="0" dirty="0">
              <a:latin typeface="Helvetica Neue Light"/>
              <a:cs typeface="Helvetica Neue Light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body" idx="1"/>
          </p:nvPr>
        </p:nvSpPr>
        <p:spPr>
          <a:xfrm>
            <a:off x="533400" y="1047750"/>
            <a:ext cx="7539111" cy="2804016"/>
          </a:xfrm>
          <a:prstGeom prst="rect">
            <a:avLst/>
          </a:prstGeom>
        </p:spPr>
        <p:txBody>
          <a:bodyPr vert="horz" wrap="square" lIns="0" tIns="704512" rIns="0" bIns="0" rtlCol="0">
            <a:spAutoFit/>
          </a:bodyPr>
          <a:lstStyle/>
          <a:p>
            <a:pPr marL="409169" algn="ctr">
              <a:spcBef>
                <a:spcPts val="69"/>
              </a:spcBef>
            </a:pPr>
            <a:r>
              <a:rPr lang="en-GB" sz="1846" u="sng" spc="29" noProof="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Helvetica Neue Medium"/>
                <a:cs typeface="Helvetica Neue Medium"/>
              </a:rPr>
              <a:t>NEVER</a:t>
            </a:r>
            <a:r>
              <a:rPr lang="en-GB" sz="1846" u="sng" spc="82" noProof="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Helvetica Neue Medium"/>
                <a:cs typeface="Helvetica Neue Medium"/>
              </a:rPr>
              <a:t> </a:t>
            </a:r>
            <a:r>
              <a:rPr lang="en-GB" sz="1846" u="sng" noProof="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Helvetica Neue Medium"/>
                <a:cs typeface="Helvetica Neue Medium"/>
              </a:rPr>
              <a:t>UNDERLINE</a:t>
            </a:r>
            <a:r>
              <a:rPr lang="en-GB" sz="1846" u="sng" spc="87" noProof="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Helvetica Neue Medium"/>
                <a:cs typeface="Helvetica Neue Medium"/>
              </a:rPr>
              <a:t> </a:t>
            </a:r>
            <a:r>
              <a:rPr lang="en-GB" sz="1846" u="sng" spc="29" noProof="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Helvetica Neue Medium"/>
                <a:cs typeface="Helvetica Neue Medium"/>
              </a:rPr>
              <a:t>TEXT</a:t>
            </a:r>
            <a:r>
              <a:rPr lang="en-GB" sz="1846" u="sng" spc="84" noProof="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Helvetica Neue Medium"/>
                <a:cs typeface="Helvetica Neue Medium"/>
              </a:rPr>
              <a:t> </a:t>
            </a:r>
            <a:r>
              <a:rPr lang="en-GB" sz="1846" u="sng" noProof="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Helvetica Neue Medium"/>
                <a:cs typeface="Helvetica Neue Medium"/>
              </a:rPr>
              <a:t>THAT</a:t>
            </a:r>
            <a:r>
              <a:rPr lang="en-GB" sz="1846" u="sng" spc="84" noProof="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Helvetica Neue Medium"/>
                <a:cs typeface="Helvetica Neue Medium"/>
              </a:rPr>
              <a:t> </a:t>
            </a:r>
            <a:r>
              <a:rPr lang="en-GB" sz="1846" u="sng" noProof="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Helvetica Neue Medium"/>
                <a:cs typeface="Helvetica Neue Medium"/>
              </a:rPr>
              <a:t>IS</a:t>
            </a:r>
            <a:r>
              <a:rPr lang="en-GB" sz="1846" u="sng" spc="82" noProof="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Helvetica Neue Medium"/>
                <a:cs typeface="Helvetica Neue Medium"/>
              </a:rPr>
              <a:t> </a:t>
            </a:r>
            <a:r>
              <a:rPr lang="en-GB" sz="1846" u="sng" noProof="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Helvetica Neue Medium"/>
                <a:cs typeface="Helvetica Neue Medium"/>
              </a:rPr>
              <a:t>NOT</a:t>
            </a:r>
            <a:r>
              <a:rPr lang="en-GB" sz="1846" u="sng" spc="84" noProof="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Helvetica Neue Medium"/>
                <a:cs typeface="Helvetica Neue Medium"/>
              </a:rPr>
              <a:t> </a:t>
            </a:r>
            <a:r>
              <a:rPr lang="en-GB" sz="1846" u="sng" noProof="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Helvetica Neue Medium"/>
                <a:cs typeface="Helvetica Neue Medium"/>
              </a:rPr>
              <a:t>A</a:t>
            </a:r>
            <a:r>
              <a:rPr lang="en-GB" sz="1846" u="sng" spc="82" noProof="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Helvetica Neue Medium"/>
                <a:cs typeface="Helvetica Neue Medium"/>
              </a:rPr>
              <a:t> </a:t>
            </a:r>
            <a:r>
              <a:rPr lang="en-GB" sz="1846" u="sng" spc="-11" noProof="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Helvetica Neue Medium"/>
                <a:cs typeface="Helvetica Neue Medium"/>
              </a:rPr>
              <a:t>LINK</a:t>
            </a:r>
            <a:endParaRPr lang="en-GB" sz="1846" noProof="0" dirty="0">
              <a:latin typeface="Helvetica Neue Medium"/>
              <a:cs typeface="Helvetica Neue Medium"/>
            </a:endParaRPr>
          </a:p>
          <a:p>
            <a:pPr marL="409169" marR="2679" algn="ctr">
              <a:lnSpc>
                <a:spcPts val="6844"/>
              </a:lnSpc>
              <a:spcBef>
                <a:spcPts val="857"/>
              </a:spcBef>
            </a:pPr>
            <a:r>
              <a:rPr lang="en-GB" sz="1846" u="sng" spc="29" noProof="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Helvetica Neue Medium"/>
                <a:cs typeface="Helvetica Neue Medium"/>
              </a:rPr>
              <a:t>NEVER</a:t>
            </a:r>
            <a:r>
              <a:rPr lang="en-GB" sz="1846" u="sng" spc="82" noProof="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Helvetica Neue Medium"/>
                <a:cs typeface="Helvetica Neue Medium"/>
              </a:rPr>
              <a:t> </a:t>
            </a:r>
            <a:r>
              <a:rPr lang="en-GB" sz="1846" u="sng" noProof="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Helvetica Neue Medium"/>
                <a:cs typeface="Helvetica Neue Medium"/>
              </a:rPr>
              <a:t>UNDERLINE</a:t>
            </a:r>
            <a:r>
              <a:rPr lang="en-GB" sz="1846" u="sng" spc="87" noProof="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Helvetica Neue Medium"/>
                <a:cs typeface="Helvetica Neue Medium"/>
              </a:rPr>
              <a:t> </a:t>
            </a:r>
            <a:r>
              <a:rPr lang="en-GB" sz="1846" u="sng" spc="29" noProof="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Helvetica Neue Medium"/>
                <a:cs typeface="Helvetica Neue Medium"/>
              </a:rPr>
              <a:t>TEXT</a:t>
            </a:r>
            <a:r>
              <a:rPr lang="en-GB" sz="1846" u="sng" spc="84" noProof="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Helvetica Neue Medium"/>
                <a:cs typeface="Helvetica Neue Medium"/>
              </a:rPr>
              <a:t> </a:t>
            </a:r>
            <a:r>
              <a:rPr lang="en-GB" sz="1846" u="sng" noProof="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Helvetica Neue Medium"/>
                <a:cs typeface="Helvetica Neue Medium"/>
              </a:rPr>
              <a:t>THAT</a:t>
            </a:r>
            <a:r>
              <a:rPr lang="en-GB" sz="1846" u="sng" spc="84" noProof="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Helvetica Neue Medium"/>
                <a:cs typeface="Helvetica Neue Medium"/>
              </a:rPr>
              <a:t> </a:t>
            </a:r>
            <a:r>
              <a:rPr lang="en-GB" sz="1846" u="sng" noProof="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Helvetica Neue Medium"/>
                <a:cs typeface="Helvetica Neue Medium"/>
              </a:rPr>
              <a:t>IS</a:t>
            </a:r>
            <a:r>
              <a:rPr lang="en-GB" sz="1846" u="sng" spc="82" noProof="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Helvetica Neue Medium"/>
                <a:cs typeface="Helvetica Neue Medium"/>
              </a:rPr>
              <a:t> </a:t>
            </a:r>
            <a:r>
              <a:rPr lang="en-GB" sz="1846" u="sng" noProof="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Helvetica Neue Medium"/>
                <a:cs typeface="Helvetica Neue Medium"/>
              </a:rPr>
              <a:t>NOT</a:t>
            </a:r>
            <a:r>
              <a:rPr lang="en-GB" sz="1846" u="sng" spc="84" noProof="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Helvetica Neue Medium"/>
                <a:cs typeface="Helvetica Neue Medium"/>
              </a:rPr>
              <a:t> </a:t>
            </a:r>
            <a:r>
              <a:rPr lang="en-GB" sz="1846" u="sng" noProof="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Helvetica Neue Medium"/>
                <a:cs typeface="Helvetica Neue Medium"/>
              </a:rPr>
              <a:t>A</a:t>
            </a:r>
            <a:r>
              <a:rPr lang="en-GB" sz="1846" u="sng" spc="82" noProof="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Helvetica Neue Medium"/>
                <a:cs typeface="Helvetica Neue Medium"/>
              </a:rPr>
              <a:t> </a:t>
            </a:r>
            <a:r>
              <a:rPr lang="en-GB" sz="1846" u="sng" spc="-11" noProof="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Helvetica Neue Medium"/>
                <a:cs typeface="Helvetica Neue Medium"/>
              </a:rPr>
              <a:t>LINK</a:t>
            </a:r>
            <a:r>
              <a:rPr lang="en-GB" sz="1846" spc="-11" noProof="0" dirty="0">
                <a:solidFill>
                  <a:srgbClr val="FF0000"/>
                </a:solidFill>
                <a:latin typeface="Helvetica Neue Medium"/>
                <a:cs typeface="Helvetica Neue Medium"/>
              </a:rPr>
              <a:t> </a:t>
            </a:r>
          </a:p>
          <a:p>
            <a:pPr marL="409169" marR="2679" algn="ctr">
              <a:lnSpc>
                <a:spcPts val="6844"/>
              </a:lnSpc>
              <a:spcBef>
                <a:spcPts val="857"/>
              </a:spcBef>
            </a:pPr>
            <a:r>
              <a:rPr lang="en-GB" sz="1846" u="sng" spc="29" noProof="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Helvetica Neue Medium"/>
                <a:cs typeface="Helvetica Neue Medium"/>
              </a:rPr>
              <a:t>NEVER</a:t>
            </a:r>
            <a:r>
              <a:rPr lang="en-GB" sz="1846" u="sng" spc="82" noProof="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Helvetica Neue Medium"/>
                <a:cs typeface="Helvetica Neue Medium"/>
              </a:rPr>
              <a:t> </a:t>
            </a:r>
            <a:r>
              <a:rPr lang="en-GB" sz="1846" u="sng" noProof="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Helvetica Neue Medium"/>
                <a:cs typeface="Helvetica Neue Medium"/>
              </a:rPr>
              <a:t>UNDERLINE</a:t>
            </a:r>
            <a:r>
              <a:rPr lang="en-GB" sz="1846" u="sng" spc="87" noProof="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Helvetica Neue Medium"/>
                <a:cs typeface="Helvetica Neue Medium"/>
              </a:rPr>
              <a:t> </a:t>
            </a:r>
            <a:r>
              <a:rPr lang="en-GB" sz="1846" u="sng" spc="29" noProof="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Helvetica Neue Medium"/>
                <a:cs typeface="Helvetica Neue Medium"/>
              </a:rPr>
              <a:t>TEXT</a:t>
            </a:r>
            <a:r>
              <a:rPr lang="en-GB" sz="1846" u="sng" spc="84" noProof="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Helvetica Neue Medium"/>
                <a:cs typeface="Helvetica Neue Medium"/>
              </a:rPr>
              <a:t> </a:t>
            </a:r>
            <a:r>
              <a:rPr lang="en-GB" sz="1846" u="sng" noProof="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Helvetica Neue Medium"/>
                <a:cs typeface="Helvetica Neue Medium"/>
              </a:rPr>
              <a:t>THAT</a:t>
            </a:r>
            <a:r>
              <a:rPr lang="en-GB" sz="1846" u="sng" spc="84" noProof="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Helvetica Neue Medium"/>
                <a:cs typeface="Helvetica Neue Medium"/>
              </a:rPr>
              <a:t> </a:t>
            </a:r>
            <a:r>
              <a:rPr lang="en-GB" sz="1846" u="sng" noProof="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Helvetica Neue Medium"/>
                <a:cs typeface="Helvetica Neue Medium"/>
              </a:rPr>
              <a:t>IS</a:t>
            </a:r>
            <a:r>
              <a:rPr lang="en-GB" sz="1846" u="sng" spc="82" noProof="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Helvetica Neue Medium"/>
                <a:cs typeface="Helvetica Neue Medium"/>
              </a:rPr>
              <a:t> </a:t>
            </a:r>
            <a:r>
              <a:rPr lang="en-GB" sz="1846" u="sng" noProof="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Helvetica Neue Medium"/>
                <a:cs typeface="Helvetica Neue Medium"/>
              </a:rPr>
              <a:t>NOT</a:t>
            </a:r>
            <a:r>
              <a:rPr lang="en-GB" sz="1846" u="sng" spc="84" noProof="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Helvetica Neue Medium"/>
                <a:cs typeface="Helvetica Neue Medium"/>
              </a:rPr>
              <a:t> </a:t>
            </a:r>
            <a:r>
              <a:rPr lang="en-GB" sz="1846" u="sng" noProof="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Helvetica Neue Medium"/>
                <a:cs typeface="Helvetica Neue Medium"/>
              </a:rPr>
              <a:t>A</a:t>
            </a:r>
            <a:r>
              <a:rPr lang="en-GB" sz="1846" u="sng" spc="82" noProof="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Helvetica Neue Medium"/>
                <a:cs typeface="Helvetica Neue Medium"/>
              </a:rPr>
              <a:t> </a:t>
            </a:r>
            <a:r>
              <a:rPr lang="en-GB" sz="1846" u="sng" spc="-11" noProof="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Helvetica Neue Medium"/>
                <a:cs typeface="Helvetica Neue Medium"/>
              </a:rPr>
              <a:t>LINK</a:t>
            </a:r>
            <a:endParaRPr lang="en-GB" sz="1846" spc="-11" noProof="0" dirty="0">
              <a:solidFill>
                <a:srgbClr val="FF0000"/>
              </a:solidFill>
              <a:latin typeface="Helvetica Neue Medium"/>
              <a:cs typeface="Helvetica Neue Medium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91716" y="307806"/>
            <a:ext cx="4047083" cy="363783"/>
          </a:xfrm>
          <a:prstGeom prst="rect">
            <a:avLst/>
          </a:prstGeom>
        </p:spPr>
        <p:txBody>
          <a:bodyPr vert="horz" wrap="square" lIns="0" tIns="6697" rIns="0" bIns="0" rtlCol="0">
            <a:spAutoFit/>
          </a:bodyPr>
          <a:lstStyle/>
          <a:p>
            <a:pPr marL="6697">
              <a:spcBef>
                <a:spcPts val="53"/>
              </a:spcBef>
            </a:pPr>
            <a:r>
              <a:rPr lang="en-GB" sz="2320" noProof="0" dirty="0"/>
              <a:t>Optimal</a:t>
            </a:r>
            <a:r>
              <a:rPr lang="en-GB" sz="2320" spc="-53" noProof="0" dirty="0"/>
              <a:t> </a:t>
            </a:r>
            <a:r>
              <a:rPr lang="en-GB" sz="2320" noProof="0" dirty="0"/>
              <a:t>line</a:t>
            </a:r>
            <a:r>
              <a:rPr lang="en-GB" sz="2320" spc="-47" noProof="0" dirty="0"/>
              <a:t> </a:t>
            </a:r>
            <a:r>
              <a:rPr lang="en-GB" sz="2320" spc="-5" noProof="0" dirty="0"/>
              <a:t>length</a:t>
            </a:r>
            <a:endParaRPr lang="en-GB" sz="2320" noProof="0" dirty="0"/>
          </a:p>
        </p:txBody>
      </p:sp>
      <p:pic>
        <p:nvPicPr>
          <p:cNvPr id="3" name="object 3" descr="A close-up of a text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80276" y="1349406"/>
            <a:ext cx="6031748" cy="268077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639937" y="4384565"/>
            <a:ext cx="3263912" cy="201559"/>
          </a:xfrm>
          <a:prstGeom prst="rect">
            <a:avLst/>
          </a:prstGeom>
        </p:spPr>
        <p:txBody>
          <a:bodyPr vert="horz" wrap="square" lIns="0" tIns="6697" rIns="0" bIns="0" rtlCol="0">
            <a:spAutoFit/>
          </a:bodyPr>
          <a:lstStyle/>
          <a:p>
            <a:pPr marL="6697">
              <a:spcBef>
                <a:spcPts val="53"/>
              </a:spcBef>
            </a:pPr>
            <a:r>
              <a:rPr lang="en-GB" sz="1266" u="heavy" spc="-24" noProof="0" dirty="0">
                <a:solidFill>
                  <a:srgbClr val="800080"/>
                </a:solidFill>
                <a:uFill>
                  <a:solidFill>
                    <a:srgbClr val="800080"/>
                  </a:solidFill>
                </a:uFill>
                <a:latin typeface="Arial"/>
                <a:cs typeface="Arial"/>
              </a:rPr>
              <a:t>https://baymard.com/blog/line-</a:t>
            </a:r>
            <a:r>
              <a:rPr lang="en-GB" sz="1266" u="heavy" spc="-40" noProof="0" dirty="0">
                <a:solidFill>
                  <a:srgbClr val="800080"/>
                </a:solidFill>
                <a:uFill>
                  <a:solidFill>
                    <a:srgbClr val="800080"/>
                  </a:solidFill>
                </a:uFill>
                <a:latin typeface="Arial"/>
                <a:cs typeface="Arial"/>
              </a:rPr>
              <a:t>length-</a:t>
            </a:r>
            <a:r>
              <a:rPr lang="en-GB" sz="1266" u="heavy" spc="-18" noProof="0" dirty="0">
                <a:solidFill>
                  <a:srgbClr val="800080"/>
                </a:solidFill>
                <a:uFill>
                  <a:solidFill>
                    <a:srgbClr val="800080"/>
                  </a:solidFill>
                </a:uFill>
                <a:latin typeface="Arial"/>
                <a:cs typeface="Arial"/>
              </a:rPr>
              <a:t>readability</a:t>
            </a:r>
            <a:endParaRPr lang="en-GB" sz="1266" noProof="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30321" y="492651"/>
            <a:ext cx="4056079" cy="363783"/>
          </a:xfrm>
          <a:prstGeom prst="rect">
            <a:avLst/>
          </a:prstGeom>
        </p:spPr>
        <p:txBody>
          <a:bodyPr vert="horz" wrap="square" lIns="0" tIns="6697" rIns="0" bIns="0" rtlCol="0">
            <a:spAutoFit/>
          </a:bodyPr>
          <a:lstStyle/>
          <a:p>
            <a:pPr marL="6697">
              <a:spcBef>
                <a:spcPts val="53"/>
              </a:spcBef>
            </a:pPr>
            <a:r>
              <a:rPr lang="en-GB" sz="2320" spc="-45" noProof="0" dirty="0"/>
              <a:t>Remote</a:t>
            </a:r>
            <a:r>
              <a:rPr lang="en-GB" sz="2320" spc="-111" noProof="0" dirty="0"/>
              <a:t> </a:t>
            </a:r>
            <a:r>
              <a:rPr lang="en-GB" sz="2320" spc="-11" noProof="0" dirty="0"/>
              <a:t>fonts</a:t>
            </a:r>
            <a:endParaRPr lang="en-GB" sz="2320" noProof="0" dirty="0"/>
          </a:p>
        </p:txBody>
      </p:sp>
      <p:sp>
        <p:nvSpPr>
          <p:cNvPr id="3" name="object 3"/>
          <p:cNvSpPr txBox="1"/>
          <p:nvPr/>
        </p:nvSpPr>
        <p:spPr>
          <a:xfrm>
            <a:off x="1457772" y="1108799"/>
            <a:ext cx="5511515" cy="1177405"/>
          </a:xfrm>
          <a:prstGeom prst="rect">
            <a:avLst/>
          </a:prstGeom>
        </p:spPr>
        <p:txBody>
          <a:bodyPr vert="horz" wrap="square" lIns="0" tIns="10381" rIns="0" bIns="0" rtlCol="0">
            <a:spAutoFit/>
          </a:bodyPr>
          <a:lstStyle/>
          <a:p>
            <a:pPr marL="6697" marR="2679">
              <a:lnSpc>
                <a:spcPct val="151300"/>
              </a:lnSpc>
              <a:spcBef>
                <a:spcPts val="82"/>
              </a:spcBef>
            </a:pPr>
            <a:r>
              <a:rPr lang="en-GB" sz="1266" spc="-92" noProof="0" dirty="0">
                <a:latin typeface="Arial"/>
                <a:cs typeface="Arial"/>
              </a:rPr>
              <a:t>One</a:t>
            </a:r>
            <a:r>
              <a:rPr lang="en-GB" sz="1266" spc="-60" noProof="0" dirty="0">
                <a:latin typeface="Arial"/>
                <a:cs typeface="Arial"/>
              </a:rPr>
              <a:t> </a:t>
            </a:r>
            <a:r>
              <a:rPr lang="en-GB" sz="1266" spc="-79" noProof="0" dirty="0">
                <a:latin typeface="Arial"/>
                <a:cs typeface="Arial"/>
              </a:rPr>
              <a:t>way</a:t>
            </a:r>
            <a:r>
              <a:rPr lang="en-GB" sz="1266" spc="-60" noProof="0" dirty="0">
                <a:latin typeface="Arial"/>
                <a:cs typeface="Arial"/>
              </a:rPr>
              <a:t> </a:t>
            </a:r>
            <a:r>
              <a:rPr lang="en-GB" sz="1266" spc="-5" noProof="0" dirty="0">
                <a:latin typeface="Arial"/>
                <a:cs typeface="Arial"/>
              </a:rPr>
              <a:t>that</a:t>
            </a:r>
            <a:r>
              <a:rPr lang="en-GB" sz="1266" spc="-63" noProof="0" dirty="0">
                <a:latin typeface="Arial"/>
                <a:cs typeface="Arial"/>
              </a:rPr>
              <a:t> </a:t>
            </a:r>
            <a:r>
              <a:rPr lang="en-GB" sz="1266" spc="-58" noProof="0" dirty="0">
                <a:latin typeface="Arial"/>
                <a:cs typeface="Arial"/>
              </a:rPr>
              <a:t>we</a:t>
            </a:r>
            <a:r>
              <a:rPr lang="en-GB" sz="1266" spc="-60" noProof="0" dirty="0">
                <a:latin typeface="Arial"/>
                <a:cs typeface="Arial"/>
              </a:rPr>
              <a:t> </a:t>
            </a:r>
            <a:r>
              <a:rPr lang="en-GB" sz="1266" spc="-92" noProof="0" dirty="0">
                <a:latin typeface="Arial"/>
                <a:cs typeface="Arial"/>
              </a:rPr>
              <a:t>can</a:t>
            </a:r>
            <a:r>
              <a:rPr lang="en-GB" sz="1266" spc="-60" noProof="0" dirty="0">
                <a:latin typeface="Arial"/>
                <a:cs typeface="Arial"/>
              </a:rPr>
              <a:t> </a:t>
            </a:r>
            <a:r>
              <a:rPr lang="en-GB" sz="1266" spc="-58" noProof="0" dirty="0">
                <a:latin typeface="Arial"/>
                <a:cs typeface="Arial"/>
              </a:rPr>
              <a:t>avoid</a:t>
            </a:r>
            <a:r>
              <a:rPr lang="en-GB" sz="1266" spc="-60" noProof="0" dirty="0">
                <a:latin typeface="Arial"/>
                <a:cs typeface="Arial"/>
              </a:rPr>
              <a:t> </a:t>
            </a:r>
            <a:r>
              <a:rPr lang="en-GB" sz="1266" spc="-92" noProof="0" dirty="0">
                <a:latin typeface="Arial"/>
                <a:cs typeface="Arial"/>
              </a:rPr>
              <a:t>issues</a:t>
            </a:r>
            <a:r>
              <a:rPr lang="en-GB" sz="1266" spc="-63" noProof="0" dirty="0">
                <a:latin typeface="Arial"/>
                <a:cs typeface="Arial"/>
              </a:rPr>
              <a:t> </a:t>
            </a:r>
            <a:r>
              <a:rPr lang="en-GB" sz="1266" noProof="0" dirty="0">
                <a:latin typeface="Arial"/>
                <a:cs typeface="Arial"/>
              </a:rPr>
              <a:t>with</a:t>
            </a:r>
            <a:r>
              <a:rPr lang="en-GB" sz="1266" spc="-63" noProof="0" dirty="0">
                <a:latin typeface="Arial"/>
                <a:cs typeface="Arial"/>
              </a:rPr>
              <a:t> </a:t>
            </a:r>
            <a:r>
              <a:rPr lang="en-GB" sz="1266" noProof="0" dirty="0">
                <a:latin typeface="Arial"/>
                <a:cs typeface="Arial"/>
              </a:rPr>
              <a:t>font</a:t>
            </a:r>
            <a:r>
              <a:rPr lang="en-GB" sz="1266" spc="-63" noProof="0" dirty="0">
                <a:latin typeface="Arial"/>
                <a:cs typeface="Arial"/>
              </a:rPr>
              <a:t> </a:t>
            </a:r>
            <a:r>
              <a:rPr lang="en-GB" sz="1266" spc="-55" noProof="0" dirty="0">
                <a:latin typeface="Arial"/>
                <a:cs typeface="Arial"/>
              </a:rPr>
              <a:t>embedding</a:t>
            </a:r>
            <a:r>
              <a:rPr lang="en-GB" sz="1266" spc="-66" noProof="0" dirty="0">
                <a:latin typeface="Arial"/>
                <a:cs typeface="Arial"/>
              </a:rPr>
              <a:t> </a:t>
            </a:r>
            <a:r>
              <a:rPr lang="en-GB" sz="1266" spc="-71" noProof="0" dirty="0">
                <a:latin typeface="Arial"/>
                <a:cs typeface="Arial"/>
              </a:rPr>
              <a:t>is</a:t>
            </a:r>
            <a:r>
              <a:rPr lang="en-GB" sz="1266" spc="-66" noProof="0" dirty="0">
                <a:latin typeface="Arial"/>
                <a:cs typeface="Arial"/>
              </a:rPr>
              <a:t> </a:t>
            </a:r>
            <a:r>
              <a:rPr lang="en-GB" sz="1266" noProof="0" dirty="0">
                <a:latin typeface="Arial"/>
                <a:cs typeface="Arial"/>
              </a:rPr>
              <a:t>to</a:t>
            </a:r>
            <a:r>
              <a:rPr lang="en-GB" sz="1266" spc="-63" noProof="0" dirty="0">
                <a:latin typeface="Arial"/>
                <a:cs typeface="Arial"/>
              </a:rPr>
              <a:t> </a:t>
            </a:r>
            <a:r>
              <a:rPr lang="en-GB" sz="1266" spc="-90" noProof="0" dirty="0">
                <a:latin typeface="Arial"/>
                <a:cs typeface="Arial"/>
              </a:rPr>
              <a:t>use</a:t>
            </a:r>
            <a:r>
              <a:rPr lang="en-GB" sz="1266" spc="-58" noProof="0" dirty="0">
                <a:latin typeface="Arial"/>
                <a:cs typeface="Arial"/>
              </a:rPr>
              <a:t> </a:t>
            </a:r>
            <a:r>
              <a:rPr lang="en-GB" sz="1266" spc="-34" noProof="0" dirty="0">
                <a:latin typeface="Arial"/>
                <a:cs typeface="Arial"/>
              </a:rPr>
              <a:t>remote</a:t>
            </a:r>
            <a:r>
              <a:rPr lang="en-GB" sz="1266" spc="-58" noProof="0" dirty="0">
                <a:latin typeface="Arial"/>
                <a:cs typeface="Arial"/>
              </a:rPr>
              <a:t> </a:t>
            </a:r>
            <a:r>
              <a:rPr lang="en-GB" sz="1266" spc="-32" noProof="0" dirty="0">
                <a:latin typeface="Arial"/>
                <a:cs typeface="Arial"/>
              </a:rPr>
              <a:t>fonts</a:t>
            </a:r>
            <a:r>
              <a:rPr lang="en-GB" sz="1266" spc="-66" noProof="0" dirty="0">
                <a:latin typeface="Arial"/>
                <a:cs typeface="Arial"/>
              </a:rPr>
              <a:t> </a:t>
            </a:r>
            <a:r>
              <a:rPr lang="en-GB" sz="1266" spc="-42" noProof="0" dirty="0">
                <a:latin typeface="Arial"/>
                <a:cs typeface="Arial"/>
              </a:rPr>
              <a:t>-</a:t>
            </a:r>
            <a:r>
              <a:rPr lang="en-GB" sz="1266" spc="-60" noProof="0" dirty="0">
                <a:latin typeface="Arial"/>
                <a:cs typeface="Arial"/>
              </a:rPr>
              <a:t> </a:t>
            </a:r>
            <a:r>
              <a:rPr lang="en-GB" sz="1266" spc="-11" noProof="0" dirty="0">
                <a:latin typeface="Arial"/>
                <a:cs typeface="Arial"/>
              </a:rPr>
              <a:t>i.e. </a:t>
            </a:r>
            <a:r>
              <a:rPr lang="en-GB" sz="1266" spc="-37" noProof="0" dirty="0">
                <a:latin typeface="Arial"/>
                <a:cs typeface="Arial"/>
              </a:rPr>
              <a:t>fonts</a:t>
            </a:r>
            <a:r>
              <a:rPr lang="en-GB" sz="1266" spc="-60" noProof="0" dirty="0">
                <a:latin typeface="Arial"/>
                <a:cs typeface="Arial"/>
              </a:rPr>
              <a:t> </a:t>
            </a:r>
            <a:r>
              <a:rPr lang="en-GB" sz="1266" spc="-5" noProof="0" dirty="0">
                <a:latin typeface="Arial"/>
                <a:cs typeface="Arial"/>
              </a:rPr>
              <a:t>that</a:t>
            </a:r>
            <a:r>
              <a:rPr lang="en-GB" sz="1266" spc="-58" noProof="0" dirty="0">
                <a:latin typeface="Arial"/>
                <a:cs typeface="Arial"/>
              </a:rPr>
              <a:t> </a:t>
            </a:r>
            <a:r>
              <a:rPr lang="en-GB" sz="1266" spc="-66" noProof="0" dirty="0">
                <a:latin typeface="Arial"/>
                <a:cs typeface="Arial"/>
              </a:rPr>
              <a:t>are</a:t>
            </a:r>
            <a:r>
              <a:rPr lang="en-GB" sz="1266" spc="-53" noProof="0" dirty="0">
                <a:latin typeface="Arial"/>
                <a:cs typeface="Arial"/>
              </a:rPr>
              <a:t> </a:t>
            </a:r>
            <a:r>
              <a:rPr lang="en-GB" sz="1266" spc="-45" noProof="0" dirty="0">
                <a:latin typeface="Arial"/>
                <a:cs typeface="Arial"/>
              </a:rPr>
              <a:t>stored</a:t>
            </a:r>
            <a:r>
              <a:rPr lang="en-GB" sz="1266" spc="-58" noProof="0" dirty="0">
                <a:latin typeface="Arial"/>
                <a:cs typeface="Arial"/>
              </a:rPr>
              <a:t> </a:t>
            </a:r>
            <a:r>
              <a:rPr lang="en-GB" sz="1266" spc="-47" noProof="0" dirty="0">
                <a:latin typeface="Arial"/>
                <a:cs typeface="Arial"/>
              </a:rPr>
              <a:t>on</a:t>
            </a:r>
            <a:r>
              <a:rPr lang="en-GB" sz="1266" spc="-55" noProof="0" dirty="0">
                <a:latin typeface="Arial"/>
                <a:cs typeface="Arial"/>
              </a:rPr>
              <a:t> </a:t>
            </a:r>
            <a:r>
              <a:rPr lang="en-GB" sz="1266" spc="-74" noProof="0" dirty="0">
                <a:latin typeface="Arial"/>
                <a:cs typeface="Arial"/>
              </a:rPr>
              <a:t>someone</a:t>
            </a:r>
            <a:r>
              <a:rPr lang="en-GB" sz="1266" spc="-53" noProof="0" dirty="0">
                <a:latin typeface="Arial"/>
                <a:cs typeface="Arial"/>
              </a:rPr>
              <a:t> </a:t>
            </a:r>
            <a:r>
              <a:rPr lang="en-GB" sz="1266" spc="-79" noProof="0" dirty="0">
                <a:latin typeface="Arial"/>
                <a:cs typeface="Arial"/>
              </a:rPr>
              <a:t>else’s</a:t>
            </a:r>
            <a:r>
              <a:rPr lang="en-GB" sz="1266" spc="-58" noProof="0" dirty="0">
                <a:latin typeface="Arial"/>
                <a:cs typeface="Arial"/>
              </a:rPr>
              <a:t> </a:t>
            </a:r>
            <a:r>
              <a:rPr lang="en-GB" sz="1266" spc="-71" noProof="0" dirty="0">
                <a:latin typeface="Arial"/>
                <a:cs typeface="Arial"/>
              </a:rPr>
              <a:t>server.</a:t>
            </a:r>
            <a:r>
              <a:rPr lang="en-GB" sz="1266" spc="-66" noProof="0" dirty="0">
                <a:latin typeface="Arial"/>
                <a:cs typeface="Arial"/>
              </a:rPr>
              <a:t> </a:t>
            </a:r>
            <a:r>
              <a:rPr lang="en-GB" sz="1266" spc="-87" noProof="0" dirty="0">
                <a:latin typeface="Arial"/>
                <a:cs typeface="Arial"/>
              </a:rPr>
              <a:t>They</a:t>
            </a:r>
            <a:r>
              <a:rPr lang="en-GB" sz="1266" spc="-55" noProof="0" dirty="0">
                <a:latin typeface="Arial"/>
                <a:cs typeface="Arial"/>
              </a:rPr>
              <a:t> </a:t>
            </a:r>
            <a:r>
              <a:rPr lang="en-GB" sz="1266" spc="-26" noProof="0" dirty="0">
                <a:latin typeface="Arial"/>
                <a:cs typeface="Arial"/>
              </a:rPr>
              <a:t>then</a:t>
            </a:r>
            <a:r>
              <a:rPr lang="en-GB" sz="1266" spc="-55" noProof="0" dirty="0">
                <a:latin typeface="Arial"/>
                <a:cs typeface="Arial"/>
              </a:rPr>
              <a:t> </a:t>
            </a:r>
            <a:r>
              <a:rPr lang="en-GB" sz="1266" spc="-29" noProof="0" dirty="0">
                <a:latin typeface="Arial"/>
                <a:cs typeface="Arial"/>
              </a:rPr>
              <a:t>control</a:t>
            </a:r>
            <a:r>
              <a:rPr lang="en-GB" sz="1266" spc="-55" noProof="0" dirty="0">
                <a:latin typeface="Arial"/>
                <a:cs typeface="Arial"/>
              </a:rPr>
              <a:t> </a:t>
            </a:r>
            <a:r>
              <a:rPr lang="en-GB" sz="1266" spc="-18" noProof="0" dirty="0">
                <a:latin typeface="Arial"/>
                <a:cs typeface="Arial"/>
              </a:rPr>
              <a:t>the</a:t>
            </a:r>
            <a:r>
              <a:rPr lang="en-GB" sz="1266" spc="-55" noProof="0" dirty="0">
                <a:latin typeface="Arial"/>
                <a:cs typeface="Arial"/>
              </a:rPr>
              <a:t> </a:t>
            </a:r>
            <a:r>
              <a:rPr lang="en-GB" sz="1266" spc="-58" noProof="0" dirty="0">
                <a:latin typeface="Arial"/>
                <a:cs typeface="Arial"/>
              </a:rPr>
              <a:t>licensing </a:t>
            </a:r>
            <a:r>
              <a:rPr lang="en-GB" sz="1266" spc="-5" noProof="0" dirty="0">
                <a:latin typeface="Arial"/>
                <a:cs typeface="Arial"/>
              </a:rPr>
              <a:t>terms </a:t>
            </a:r>
            <a:r>
              <a:rPr lang="en-GB" sz="1266" spc="-66" noProof="0" dirty="0">
                <a:latin typeface="Arial"/>
                <a:cs typeface="Arial"/>
              </a:rPr>
              <a:t>and</a:t>
            </a:r>
            <a:r>
              <a:rPr lang="en-GB" sz="1266" spc="-60" noProof="0" dirty="0">
                <a:latin typeface="Arial"/>
                <a:cs typeface="Arial"/>
              </a:rPr>
              <a:t> </a:t>
            </a:r>
            <a:r>
              <a:rPr lang="en-GB" sz="1266" spc="-111" noProof="0" dirty="0">
                <a:latin typeface="Arial"/>
                <a:cs typeface="Arial"/>
              </a:rPr>
              <a:t>access</a:t>
            </a:r>
            <a:r>
              <a:rPr lang="en-GB" sz="1266" spc="-60" noProof="0" dirty="0">
                <a:latin typeface="Arial"/>
                <a:cs typeface="Arial"/>
              </a:rPr>
              <a:t> </a:t>
            </a:r>
            <a:r>
              <a:rPr lang="en-GB" sz="1266" spc="-42" noProof="0" dirty="0">
                <a:latin typeface="Arial"/>
                <a:cs typeface="Arial"/>
              </a:rPr>
              <a:t>-</a:t>
            </a:r>
            <a:r>
              <a:rPr lang="en-GB" sz="1266" spc="-60" noProof="0" dirty="0">
                <a:latin typeface="Arial"/>
                <a:cs typeface="Arial"/>
              </a:rPr>
              <a:t> </a:t>
            </a:r>
            <a:r>
              <a:rPr lang="en-GB" sz="1266" spc="-63" noProof="0" dirty="0">
                <a:latin typeface="Arial"/>
                <a:cs typeface="Arial"/>
              </a:rPr>
              <a:t>meaning</a:t>
            </a:r>
            <a:r>
              <a:rPr lang="en-GB" sz="1266" spc="-60" noProof="0" dirty="0">
                <a:latin typeface="Arial"/>
                <a:cs typeface="Arial"/>
              </a:rPr>
              <a:t> you</a:t>
            </a:r>
            <a:r>
              <a:rPr lang="en-GB" sz="1266" spc="-58" noProof="0" dirty="0">
                <a:latin typeface="Arial"/>
                <a:cs typeface="Arial"/>
              </a:rPr>
              <a:t> </a:t>
            </a:r>
            <a:r>
              <a:rPr lang="en-GB" sz="1266" spc="-34" noProof="0" dirty="0">
                <a:latin typeface="Arial"/>
                <a:cs typeface="Arial"/>
              </a:rPr>
              <a:t>can’t</a:t>
            </a:r>
            <a:r>
              <a:rPr lang="en-GB" sz="1266" spc="-63" noProof="0" dirty="0">
                <a:latin typeface="Arial"/>
                <a:cs typeface="Arial"/>
              </a:rPr>
              <a:t> </a:t>
            </a:r>
            <a:r>
              <a:rPr lang="en-GB" sz="1266" spc="-53" noProof="0" dirty="0">
                <a:latin typeface="Arial"/>
                <a:cs typeface="Arial"/>
              </a:rPr>
              <a:t>accidentally</a:t>
            </a:r>
            <a:r>
              <a:rPr lang="en-GB" sz="1266" spc="-58" noProof="0" dirty="0">
                <a:latin typeface="Arial"/>
                <a:cs typeface="Arial"/>
              </a:rPr>
              <a:t> break</a:t>
            </a:r>
            <a:r>
              <a:rPr lang="en-GB" sz="1266" spc="-60" noProof="0" dirty="0">
                <a:latin typeface="Arial"/>
                <a:cs typeface="Arial"/>
              </a:rPr>
              <a:t> </a:t>
            </a:r>
            <a:r>
              <a:rPr lang="en-GB" sz="1266" spc="-5" noProof="0" dirty="0">
                <a:latin typeface="Arial"/>
                <a:cs typeface="Arial"/>
              </a:rPr>
              <a:t>their</a:t>
            </a:r>
            <a:r>
              <a:rPr lang="en-GB" sz="1266" spc="-60" noProof="0" dirty="0">
                <a:latin typeface="Arial"/>
                <a:cs typeface="Arial"/>
              </a:rPr>
              <a:t> </a:t>
            </a:r>
            <a:r>
              <a:rPr lang="en-GB" sz="1266" spc="-40" noProof="0" dirty="0">
                <a:latin typeface="Arial"/>
                <a:cs typeface="Arial"/>
              </a:rPr>
              <a:t>terms,</a:t>
            </a:r>
            <a:r>
              <a:rPr lang="en-GB" sz="1266" spc="-58" noProof="0" dirty="0">
                <a:latin typeface="Arial"/>
                <a:cs typeface="Arial"/>
              </a:rPr>
              <a:t> </a:t>
            </a:r>
            <a:r>
              <a:rPr lang="en-GB" sz="1266" spc="-42" noProof="0" dirty="0">
                <a:latin typeface="Arial"/>
                <a:cs typeface="Arial"/>
              </a:rPr>
              <a:t>which</a:t>
            </a:r>
            <a:r>
              <a:rPr lang="en-GB" sz="1266" spc="-58" noProof="0" dirty="0">
                <a:latin typeface="Arial"/>
                <a:cs typeface="Arial"/>
              </a:rPr>
              <a:t> </a:t>
            </a:r>
            <a:r>
              <a:rPr lang="en-GB" sz="1266" spc="-71" noProof="0" dirty="0">
                <a:latin typeface="Arial"/>
                <a:cs typeface="Arial"/>
              </a:rPr>
              <a:t>is</a:t>
            </a:r>
            <a:r>
              <a:rPr lang="en-GB" sz="1266" spc="-63" noProof="0" dirty="0">
                <a:latin typeface="Arial"/>
                <a:cs typeface="Arial"/>
              </a:rPr>
              <a:t> </a:t>
            </a:r>
            <a:r>
              <a:rPr lang="en-GB" sz="1266" spc="-111" noProof="0" dirty="0">
                <a:latin typeface="Arial"/>
                <a:cs typeface="Arial"/>
              </a:rPr>
              <a:t>a</a:t>
            </a:r>
            <a:r>
              <a:rPr lang="en-GB" sz="1266" spc="-58" noProof="0" dirty="0">
                <a:latin typeface="Arial"/>
                <a:cs typeface="Arial"/>
              </a:rPr>
              <a:t> </a:t>
            </a:r>
            <a:r>
              <a:rPr lang="en-GB" sz="1266" spc="-5" noProof="0" dirty="0">
                <a:latin typeface="Arial"/>
                <a:cs typeface="Arial"/>
              </a:rPr>
              <a:t>relief!</a:t>
            </a:r>
            <a:endParaRPr lang="en-GB" sz="1266" noProof="0" dirty="0">
              <a:latin typeface="Arial"/>
              <a:cs typeface="Arial"/>
            </a:endParaRPr>
          </a:p>
          <a:p>
            <a:pPr marL="6697">
              <a:spcBef>
                <a:spcPts val="749"/>
              </a:spcBef>
            </a:pPr>
            <a:r>
              <a:rPr lang="en-GB" sz="1266" spc="-76" noProof="0" dirty="0">
                <a:latin typeface="Arial"/>
                <a:cs typeface="Arial"/>
              </a:rPr>
              <a:t>Google</a:t>
            </a:r>
            <a:r>
              <a:rPr lang="en-GB" sz="1266" spc="-58" noProof="0" dirty="0">
                <a:latin typeface="Arial"/>
                <a:cs typeface="Arial"/>
              </a:rPr>
              <a:t> </a:t>
            </a:r>
            <a:r>
              <a:rPr lang="en-GB" sz="1266" spc="-84" noProof="0" dirty="0">
                <a:latin typeface="Arial"/>
                <a:cs typeface="Arial"/>
              </a:rPr>
              <a:t>have</a:t>
            </a:r>
            <a:r>
              <a:rPr lang="en-GB" sz="1266" spc="-55" noProof="0" dirty="0">
                <a:latin typeface="Arial"/>
                <a:cs typeface="Arial"/>
              </a:rPr>
              <a:t> </a:t>
            </a:r>
            <a:r>
              <a:rPr lang="en-GB" sz="1266" spc="-111" noProof="0" dirty="0">
                <a:latin typeface="Arial"/>
                <a:cs typeface="Arial"/>
              </a:rPr>
              <a:t>a</a:t>
            </a:r>
            <a:r>
              <a:rPr lang="en-GB" sz="1266" spc="-55" noProof="0" dirty="0">
                <a:latin typeface="Arial"/>
                <a:cs typeface="Arial"/>
              </a:rPr>
              <a:t> </a:t>
            </a:r>
            <a:r>
              <a:rPr lang="en-GB" sz="1266" spc="-53" noProof="0" dirty="0">
                <a:latin typeface="Arial"/>
                <a:cs typeface="Arial"/>
              </a:rPr>
              <a:t>great</a:t>
            </a:r>
            <a:r>
              <a:rPr lang="en-GB" sz="1266" spc="-60" noProof="0" dirty="0">
                <a:latin typeface="Arial"/>
                <a:cs typeface="Arial"/>
              </a:rPr>
              <a:t> </a:t>
            </a:r>
            <a:r>
              <a:rPr lang="en-GB" sz="1266" spc="-34" noProof="0" dirty="0">
                <a:latin typeface="Arial"/>
                <a:cs typeface="Arial"/>
              </a:rPr>
              <a:t>repository</a:t>
            </a:r>
            <a:r>
              <a:rPr lang="en-GB" sz="1266" spc="-55" noProof="0" dirty="0">
                <a:latin typeface="Arial"/>
                <a:cs typeface="Arial"/>
              </a:rPr>
              <a:t> </a:t>
            </a:r>
            <a:r>
              <a:rPr lang="en-GB" sz="1266" spc="-26" noProof="0" dirty="0">
                <a:latin typeface="Arial"/>
                <a:cs typeface="Arial"/>
              </a:rPr>
              <a:t>at</a:t>
            </a:r>
            <a:r>
              <a:rPr lang="en-GB" sz="1266" spc="-60" noProof="0" dirty="0">
                <a:latin typeface="Arial"/>
                <a:cs typeface="Arial"/>
              </a:rPr>
              <a:t> </a:t>
            </a:r>
            <a:r>
              <a:rPr lang="en-GB" sz="1266" u="heavy" spc="-5" noProof="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</a:rPr>
              <a:t>https://fonts.google.com/</a:t>
            </a:r>
            <a:endParaRPr lang="en-GB" sz="1266" noProof="0" dirty="0">
              <a:latin typeface="Arial"/>
              <a:cs typeface="Arial"/>
            </a:endParaRPr>
          </a:p>
        </p:txBody>
      </p:sp>
      <p:grpSp>
        <p:nvGrpSpPr>
          <p:cNvPr id="4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438900" y="2459357"/>
            <a:ext cx="5669905" cy="2385231"/>
            <a:chOff x="561114" y="4663669"/>
            <a:chExt cx="10751820" cy="452310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0638" y="4734786"/>
              <a:ext cx="10732361" cy="443460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65876" y="4668432"/>
              <a:ext cx="10742295" cy="4513580"/>
            </a:xfrm>
            <a:custGeom>
              <a:avLst/>
              <a:gdLst/>
              <a:ahLst/>
              <a:cxnLst/>
              <a:rect l="l" t="t" r="r" b="b"/>
              <a:pathLst>
                <a:path w="10742295" h="4513580">
                  <a:moveTo>
                    <a:pt x="0" y="0"/>
                  </a:moveTo>
                  <a:lnTo>
                    <a:pt x="10741886" y="0"/>
                  </a:lnTo>
                  <a:lnTo>
                    <a:pt x="10741886" y="4513421"/>
                  </a:lnTo>
                  <a:lnTo>
                    <a:pt x="0" y="4513421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 lang="en-GB" noProof="0" dirty="0"/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A screenshot of a web safe font combination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44377" y="288251"/>
            <a:ext cx="6255245" cy="441322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599753" y="4786401"/>
            <a:ext cx="3867671" cy="201559"/>
          </a:xfrm>
          <a:prstGeom prst="rect">
            <a:avLst/>
          </a:prstGeom>
        </p:spPr>
        <p:txBody>
          <a:bodyPr vert="horz" wrap="square" lIns="0" tIns="6697" rIns="0" bIns="0" rtlCol="0">
            <a:spAutoFit/>
          </a:bodyPr>
          <a:lstStyle/>
          <a:p>
            <a:pPr marL="6697">
              <a:spcBef>
                <a:spcPts val="53"/>
              </a:spcBef>
            </a:pPr>
            <a:r>
              <a:rPr lang="en-GB" sz="1266" u="heavy" spc="-47" noProof="0" dirty="0">
                <a:solidFill>
                  <a:srgbClr val="800080"/>
                </a:solidFill>
                <a:uFill>
                  <a:solidFill>
                    <a:srgbClr val="800080"/>
                  </a:solidFill>
                </a:uFill>
                <a:latin typeface="Arial"/>
                <a:cs typeface="Arial"/>
              </a:rPr>
              <a:t>https://</a:t>
            </a:r>
            <a:r>
              <a:rPr lang="en-GB" sz="1266" u="heavy" spc="-47" noProof="0" dirty="0">
                <a:solidFill>
                  <a:srgbClr val="800080"/>
                </a:solidFill>
                <a:uFill>
                  <a:solidFill>
                    <a:srgbClr val="800080"/>
                  </a:solidFill>
                </a:uFill>
                <a:latin typeface="Arial"/>
                <a:cs typeface="Arial"/>
                <a:hlinkClick r:id="rId3"/>
              </a:rPr>
              <a:t>www.w3schools.com/cssref/css_websafe_fonts.asp</a:t>
            </a:r>
            <a:endParaRPr lang="en-GB" sz="1266" noProof="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12883" y="2197924"/>
            <a:ext cx="4318233" cy="747651"/>
          </a:xfrm>
          <a:prstGeom prst="rect">
            <a:avLst/>
          </a:prstGeom>
        </p:spPr>
        <p:txBody>
          <a:bodyPr vert="horz" wrap="square" lIns="0" tIns="313700" rIns="0" bIns="0" rtlCol="0">
            <a:spAutoFit/>
          </a:bodyPr>
          <a:lstStyle/>
          <a:p>
            <a:pPr marL="6697" algn="ctr">
              <a:spcBef>
                <a:spcPts val="53"/>
              </a:spcBef>
            </a:pPr>
            <a:r>
              <a:rPr lang="en-GB" spc="-32" noProof="0" dirty="0"/>
              <a:t>Grids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A screenshot of a newspaper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99911" y="1"/>
            <a:ext cx="5191096" cy="5143499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61483" y="1"/>
            <a:ext cx="3839515" cy="51434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33400" y="590550"/>
            <a:ext cx="2709714" cy="3320396"/>
          </a:xfrm>
          <a:prstGeom prst="rect">
            <a:avLst/>
          </a:prstGeom>
        </p:spPr>
        <p:txBody>
          <a:bodyPr vert="horz" wrap="square" lIns="0" tIns="3683" rIns="0" bIns="0" rtlCol="0">
            <a:spAutoFit/>
          </a:bodyPr>
          <a:lstStyle/>
          <a:p>
            <a:pPr marL="6697" marR="151346">
              <a:lnSpc>
                <a:spcPct val="119800"/>
              </a:lnSpc>
              <a:spcBef>
                <a:spcPts val="29"/>
              </a:spcBef>
              <a:tabLst>
                <a:tab pos="1246593" algn="l"/>
                <a:tab pos="1267687" algn="l"/>
              </a:tabLst>
            </a:pPr>
            <a:r>
              <a:rPr lang="en-GB" sz="1266" spc="-29" noProof="0" dirty="0">
                <a:latin typeface="Helvetica Neue"/>
                <a:cs typeface="Helvetica Neue"/>
              </a:rPr>
              <a:t>The</a:t>
            </a:r>
            <a:r>
              <a:rPr lang="en-GB" sz="1266" spc="-74" noProof="0" dirty="0">
                <a:latin typeface="Helvetica Neue"/>
                <a:cs typeface="Helvetica Neue"/>
              </a:rPr>
              <a:t> </a:t>
            </a:r>
            <a:r>
              <a:rPr lang="en-GB" sz="1266" spc="-40" noProof="0" dirty="0">
                <a:latin typeface="Helvetica Neue"/>
                <a:cs typeface="Helvetica Neue"/>
              </a:rPr>
              <a:t>Guardian</a:t>
            </a:r>
            <a:r>
              <a:rPr lang="en-GB" sz="1266" spc="-71" noProof="0" dirty="0">
                <a:latin typeface="Helvetica Neue"/>
                <a:cs typeface="Helvetica Neue"/>
              </a:rPr>
              <a:t> </a:t>
            </a:r>
            <a:r>
              <a:rPr lang="en-GB" sz="1266" spc="-26" noProof="0" dirty="0">
                <a:latin typeface="Helvetica Neue"/>
                <a:cs typeface="Helvetica Neue"/>
              </a:rPr>
              <a:t>uses</a:t>
            </a:r>
            <a:r>
              <a:rPr lang="en-GB" sz="1266" spc="-63" noProof="0" dirty="0">
                <a:latin typeface="Helvetica Neue"/>
                <a:cs typeface="Helvetica Neue"/>
              </a:rPr>
              <a:t> </a:t>
            </a:r>
            <a:r>
              <a:rPr lang="en-GB" sz="1266" noProof="0" dirty="0">
                <a:latin typeface="Helvetica Neue"/>
                <a:cs typeface="Helvetica Neue"/>
              </a:rPr>
              <a:t>a</a:t>
            </a:r>
            <a:r>
              <a:rPr lang="en-GB" sz="1266" spc="-18" noProof="0" dirty="0">
                <a:latin typeface="Helvetica Neue"/>
                <a:cs typeface="Helvetica Neue"/>
              </a:rPr>
              <a:t> </a:t>
            </a:r>
            <a:r>
              <a:rPr lang="en-GB" sz="1266" noProof="0" dirty="0">
                <a:latin typeface="Helvetica Neue"/>
                <a:cs typeface="Helvetica Neue"/>
              </a:rPr>
              <a:t>12</a:t>
            </a:r>
            <a:r>
              <a:rPr lang="en-GB" sz="1266" spc="-16" noProof="0" dirty="0">
                <a:latin typeface="Helvetica Neue"/>
                <a:cs typeface="Helvetica Neue"/>
              </a:rPr>
              <a:t> </a:t>
            </a:r>
            <a:r>
              <a:rPr lang="en-GB" sz="1266" spc="-11" noProof="0" dirty="0">
                <a:latin typeface="Helvetica Neue"/>
                <a:cs typeface="Helvetica Neue"/>
              </a:rPr>
              <a:t>column</a:t>
            </a:r>
            <a:r>
              <a:rPr lang="en-GB" sz="1266" spc="-32" noProof="0" dirty="0">
                <a:latin typeface="Helvetica Neue"/>
                <a:cs typeface="Helvetica Neue"/>
              </a:rPr>
              <a:t> </a:t>
            </a:r>
            <a:r>
              <a:rPr lang="en-GB" sz="1266" spc="-11" noProof="0" dirty="0">
                <a:latin typeface="Helvetica Neue"/>
                <a:cs typeface="Helvetica Neue"/>
              </a:rPr>
              <a:t>grid </a:t>
            </a:r>
            <a:r>
              <a:rPr lang="en-GB" sz="1266" spc="-21" noProof="0" dirty="0">
                <a:latin typeface="Helvetica Neue"/>
                <a:cs typeface="Helvetica Neue"/>
              </a:rPr>
              <a:t>layout,</a:t>
            </a:r>
            <a:r>
              <a:rPr lang="en-GB" sz="1266" spc="-69" noProof="0" dirty="0">
                <a:latin typeface="Helvetica Neue"/>
                <a:cs typeface="Helvetica Neue"/>
              </a:rPr>
              <a:t> </a:t>
            </a:r>
            <a:r>
              <a:rPr lang="en-GB" sz="1266" noProof="0" dirty="0">
                <a:latin typeface="Helvetica Neue"/>
                <a:cs typeface="Helvetica Neue"/>
              </a:rPr>
              <a:t>with</a:t>
            </a:r>
            <a:r>
              <a:rPr lang="en-GB" sz="1266" spc="-63" noProof="0" dirty="0">
                <a:latin typeface="Helvetica Neue"/>
                <a:cs typeface="Helvetica Neue"/>
              </a:rPr>
              <a:t> </a:t>
            </a:r>
            <a:r>
              <a:rPr lang="en-GB" sz="1266" noProof="0" dirty="0">
                <a:latin typeface="Helvetica Neue"/>
                <a:cs typeface="Helvetica Neue"/>
              </a:rPr>
              <a:t>the</a:t>
            </a:r>
            <a:r>
              <a:rPr lang="en-GB" sz="1266" spc="-60" noProof="0" dirty="0">
                <a:latin typeface="Helvetica Neue"/>
                <a:cs typeface="Helvetica Neue"/>
              </a:rPr>
              <a:t> </a:t>
            </a:r>
            <a:r>
              <a:rPr lang="en-GB" sz="1266" spc="-16" noProof="0" dirty="0">
                <a:latin typeface="Helvetica Neue"/>
                <a:cs typeface="Helvetica Neue"/>
              </a:rPr>
              <a:t>left-</a:t>
            </a:r>
            <a:r>
              <a:rPr lang="en-GB" sz="1266" noProof="0" dirty="0">
                <a:latin typeface="Helvetica Neue"/>
                <a:cs typeface="Helvetica Neue"/>
              </a:rPr>
              <a:t>most</a:t>
            </a:r>
            <a:r>
              <a:rPr lang="en-GB" sz="1266" spc="-50" noProof="0" dirty="0">
                <a:latin typeface="Helvetica Neue"/>
                <a:cs typeface="Helvetica Neue"/>
              </a:rPr>
              <a:t> </a:t>
            </a:r>
            <a:r>
              <a:rPr lang="en-GB" sz="1266" spc="-21" noProof="0" dirty="0">
                <a:latin typeface="Helvetica Neue"/>
                <a:cs typeface="Helvetica Neue"/>
              </a:rPr>
              <a:t>and</a:t>
            </a:r>
            <a:r>
              <a:rPr lang="en-GB" sz="1266" spc="-161" noProof="0" dirty="0">
                <a:latin typeface="Helvetica Neue"/>
                <a:cs typeface="Helvetica Neue"/>
              </a:rPr>
              <a:t> </a:t>
            </a:r>
            <a:r>
              <a:rPr lang="en-GB" sz="1266" spc="-5" noProof="0" dirty="0">
                <a:latin typeface="Helvetica Neue"/>
                <a:cs typeface="Helvetica Neue"/>
              </a:rPr>
              <a:t>middle </a:t>
            </a:r>
            <a:r>
              <a:rPr lang="en-GB" sz="1266" spc="-32" noProof="0" dirty="0">
                <a:latin typeface="Helvetica Neue"/>
                <a:cs typeface="Helvetica Neue"/>
              </a:rPr>
              <a:t>regions</a:t>
            </a:r>
            <a:r>
              <a:rPr lang="en-GB" sz="1266" spc="-60" noProof="0" dirty="0">
                <a:latin typeface="Helvetica Neue"/>
                <a:cs typeface="Helvetica Neue"/>
              </a:rPr>
              <a:t> </a:t>
            </a:r>
            <a:r>
              <a:rPr lang="en-GB" sz="1266" noProof="0" dirty="0">
                <a:latin typeface="Helvetica Neue"/>
                <a:cs typeface="Helvetica Neue"/>
              </a:rPr>
              <a:t>of</a:t>
            </a:r>
            <a:r>
              <a:rPr lang="en-GB" sz="1266" spc="-13" noProof="0" dirty="0">
                <a:latin typeface="Helvetica Neue"/>
                <a:cs typeface="Helvetica Neue"/>
              </a:rPr>
              <a:t> </a:t>
            </a:r>
            <a:r>
              <a:rPr lang="en-GB" sz="1266" spc="-32" noProof="0" dirty="0">
                <a:latin typeface="Helvetica Neue"/>
                <a:cs typeface="Helvetica Neue"/>
              </a:rPr>
              <a:t>equal</a:t>
            </a:r>
            <a:r>
              <a:rPr lang="en-GB" sz="1266" spc="-47" noProof="0" dirty="0">
                <a:latin typeface="Helvetica Neue"/>
                <a:cs typeface="Helvetica Neue"/>
              </a:rPr>
              <a:t> </a:t>
            </a:r>
            <a:r>
              <a:rPr lang="en-GB" sz="1266" spc="-5" noProof="0" dirty="0">
                <a:latin typeface="Helvetica Neue"/>
                <a:cs typeface="Helvetica Neue"/>
              </a:rPr>
              <a:t>width accommodating</a:t>
            </a:r>
            <a:r>
              <a:rPr lang="en-GB" sz="1266" noProof="0" dirty="0">
                <a:latin typeface="Helvetica Neue"/>
                <a:cs typeface="Helvetica Neue"/>
              </a:rPr>
              <a:t>	the</a:t>
            </a:r>
            <a:r>
              <a:rPr lang="en-GB" sz="1266" spc="-66" noProof="0" dirty="0">
                <a:latin typeface="Helvetica Neue"/>
                <a:cs typeface="Helvetica Neue"/>
              </a:rPr>
              <a:t> </a:t>
            </a:r>
            <a:r>
              <a:rPr lang="en-GB" sz="1266" spc="-24" noProof="0" dirty="0">
                <a:latin typeface="Helvetica Neue"/>
                <a:cs typeface="Helvetica Neue"/>
              </a:rPr>
              <a:t>main</a:t>
            </a:r>
            <a:r>
              <a:rPr lang="en-GB" sz="1266" spc="-63" noProof="0" dirty="0">
                <a:latin typeface="Helvetica Neue"/>
                <a:cs typeface="Helvetica Neue"/>
              </a:rPr>
              <a:t> </a:t>
            </a:r>
            <a:r>
              <a:rPr lang="en-GB" sz="1266" spc="-5" noProof="0" dirty="0">
                <a:latin typeface="Helvetica Neue"/>
                <a:cs typeface="Helvetica Neue"/>
              </a:rPr>
              <a:t>headline </a:t>
            </a:r>
            <a:r>
              <a:rPr lang="en-GB" sz="1266" spc="-24" noProof="0" dirty="0">
                <a:latin typeface="Helvetica Neue"/>
                <a:cs typeface="Helvetica Neue"/>
              </a:rPr>
              <a:t>article</a:t>
            </a:r>
            <a:r>
              <a:rPr lang="en-GB" sz="1266" spc="-76" noProof="0" dirty="0">
                <a:latin typeface="Helvetica Neue"/>
                <a:cs typeface="Helvetica Neue"/>
              </a:rPr>
              <a:t> </a:t>
            </a:r>
            <a:r>
              <a:rPr lang="en-GB" sz="1266" spc="-11" noProof="0" dirty="0">
                <a:latin typeface="Helvetica Neue"/>
                <a:cs typeface="Helvetica Neue"/>
              </a:rPr>
              <a:t>and</a:t>
            </a:r>
            <a:r>
              <a:rPr lang="en-GB" sz="1266" spc="-50" noProof="0" dirty="0">
                <a:latin typeface="Helvetica Neue"/>
                <a:cs typeface="Helvetica Neue"/>
              </a:rPr>
              <a:t> </a:t>
            </a:r>
            <a:r>
              <a:rPr lang="en-GB" sz="1266" spc="-11" noProof="0" dirty="0">
                <a:latin typeface="Helvetica Neue"/>
                <a:cs typeface="Helvetica Neue"/>
              </a:rPr>
              <a:t>image</a:t>
            </a:r>
            <a:r>
              <a:rPr lang="en-GB" sz="1266" noProof="0" dirty="0">
                <a:latin typeface="Helvetica Neue"/>
                <a:cs typeface="Helvetica Neue"/>
              </a:rPr>
              <a:t>		</a:t>
            </a:r>
            <a:r>
              <a:rPr lang="en-GB" sz="1266" spc="-21" noProof="0" dirty="0">
                <a:latin typeface="Helvetica Neue"/>
                <a:cs typeface="Helvetica Neue"/>
              </a:rPr>
              <a:t>above</a:t>
            </a:r>
            <a:r>
              <a:rPr lang="en-GB" sz="1266" spc="-50" noProof="0" dirty="0">
                <a:latin typeface="Helvetica Neue"/>
                <a:cs typeface="Helvetica Neue"/>
              </a:rPr>
              <a:t> </a:t>
            </a:r>
            <a:r>
              <a:rPr lang="en-GB" sz="1266" spc="-11" noProof="0" dirty="0">
                <a:latin typeface="Helvetica Neue"/>
                <a:cs typeface="Helvetica Neue"/>
              </a:rPr>
              <a:t>the</a:t>
            </a:r>
            <a:r>
              <a:rPr lang="en-GB" sz="1266" spc="-66" noProof="0" dirty="0">
                <a:latin typeface="Helvetica Neue"/>
                <a:cs typeface="Helvetica Neue"/>
              </a:rPr>
              <a:t> </a:t>
            </a:r>
            <a:r>
              <a:rPr lang="en-GB" sz="1266" spc="-5" noProof="0" dirty="0">
                <a:latin typeface="Helvetica Neue"/>
                <a:cs typeface="Helvetica Neue"/>
              </a:rPr>
              <a:t>fold.</a:t>
            </a:r>
            <a:endParaRPr lang="en-GB" sz="1266" noProof="0" dirty="0">
              <a:latin typeface="Helvetica Neue"/>
              <a:cs typeface="Helvetica Neue"/>
            </a:endParaRPr>
          </a:p>
          <a:p>
            <a:pPr>
              <a:spcBef>
                <a:spcPts val="535"/>
              </a:spcBef>
            </a:pPr>
            <a:endParaRPr lang="en-GB" sz="1266" noProof="0" dirty="0">
              <a:latin typeface="Helvetica Neue"/>
              <a:cs typeface="Helvetica Neue"/>
            </a:endParaRPr>
          </a:p>
          <a:p>
            <a:pPr marL="6697" marR="163735" algn="just">
              <a:lnSpc>
                <a:spcPct val="119600"/>
              </a:lnSpc>
            </a:pPr>
            <a:r>
              <a:rPr lang="en-GB" sz="1266" spc="-47" noProof="0" dirty="0">
                <a:latin typeface="Helvetica Neue"/>
                <a:cs typeface="Helvetica Neue"/>
              </a:rPr>
              <a:t>There</a:t>
            </a:r>
            <a:r>
              <a:rPr lang="en-GB" sz="1266" spc="-148" noProof="0" dirty="0">
                <a:latin typeface="Helvetica Neue"/>
                <a:cs typeface="Helvetica Neue"/>
              </a:rPr>
              <a:t> </a:t>
            </a:r>
            <a:r>
              <a:rPr lang="en-GB" sz="1266" spc="-16" noProof="0" dirty="0">
                <a:latin typeface="Helvetica Neue"/>
                <a:cs typeface="Helvetica Neue"/>
              </a:rPr>
              <a:t>is</a:t>
            </a:r>
            <a:r>
              <a:rPr lang="en-GB" sz="1266" spc="-100" noProof="0" dirty="0">
                <a:latin typeface="Helvetica Neue"/>
                <a:cs typeface="Helvetica Neue"/>
              </a:rPr>
              <a:t> </a:t>
            </a:r>
            <a:r>
              <a:rPr lang="en-GB" sz="1266" noProof="0" dirty="0">
                <a:latin typeface="Helvetica Neue"/>
                <a:cs typeface="Helvetica Neue"/>
              </a:rPr>
              <a:t>a</a:t>
            </a:r>
            <a:r>
              <a:rPr lang="en-GB" sz="1266" spc="-108" noProof="0" dirty="0">
                <a:latin typeface="Helvetica Neue"/>
                <a:cs typeface="Helvetica Neue"/>
              </a:rPr>
              <a:t> </a:t>
            </a:r>
            <a:r>
              <a:rPr lang="en-GB" sz="1266" spc="-11" noProof="0" dirty="0">
                <a:latin typeface="Helvetica Neue"/>
                <a:cs typeface="Helvetica Neue"/>
              </a:rPr>
              <a:t>pattern</a:t>
            </a:r>
            <a:r>
              <a:rPr lang="en-GB" sz="1266" spc="-37" noProof="0" dirty="0">
                <a:latin typeface="Helvetica Neue"/>
                <a:cs typeface="Helvetica Neue"/>
              </a:rPr>
              <a:t> </a:t>
            </a:r>
            <a:r>
              <a:rPr lang="en-GB" sz="1266" spc="-29" noProof="0" dirty="0">
                <a:latin typeface="Helvetica Neue"/>
                <a:cs typeface="Helvetica Neue"/>
              </a:rPr>
              <a:t>from</a:t>
            </a:r>
            <a:r>
              <a:rPr lang="en-GB" sz="1266" spc="-66" noProof="0" dirty="0">
                <a:latin typeface="Helvetica Neue"/>
                <a:cs typeface="Helvetica Neue"/>
              </a:rPr>
              <a:t> </a:t>
            </a:r>
            <a:r>
              <a:rPr lang="en-GB" sz="1266" spc="-18" noProof="0" dirty="0">
                <a:latin typeface="Helvetica Neue"/>
                <a:cs typeface="Helvetica Neue"/>
              </a:rPr>
              <a:t>left</a:t>
            </a:r>
            <a:r>
              <a:rPr lang="en-GB" sz="1266" spc="-79" noProof="0" dirty="0">
                <a:latin typeface="Helvetica Neue"/>
                <a:cs typeface="Helvetica Neue"/>
              </a:rPr>
              <a:t> </a:t>
            </a:r>
            <a:r>
              <a:rPr lang="en-GB" sz="1266" spc="-5" noProof="0" dirty="0">
                <a:latin typeface="Helvetica Neue"/>
                <a:cs typeface="Helvetica Neue"/>
              </a:rPr>
              <a:t>t</a:t>
            </a:r>
            <a:r>
              <a:rPr lang="en-GB" sz="1266" noProof="0" dirty="0">
                <a:latin typeface="Helvetica Neue"/>
                <a:cs typeface="Helvetica Neue"/>
              </a:rPr>
              <a:t>o</a:t>
            </a:r>
            <a:r>
              <a:rPr lang="en-GB" sz="1266" spc="3" noProof="0" dirty="0">
                <a:latin typeface="Helvetica Neue"/>
                <a:cs typeface="Helvetica Neue"/>
              </a:rPr>
              <a:t> </a:t>
            </a:r>
            <a:r>
              <a:rPr lang="en-GB" sz="1266" spc="-16" noProof="0" dirty="0">
                <a:latin typeface="Helvetica Neue"/>
                <a:cs typeface="Helvetica Neue"/>
              </a:rPr>
              <a:t>right</a:t>
            </a:r>
            <a:r>
              <a:rPr lang="en-GB" sz="1266" spc="-63" noProof="0" dirty="0">
                <a:latin typeface="Helvetica Neue"/>
                <a:cs typeface="Helvetica Neue"/>
              </a:rPr>
              <a:t> </a:t>
            </a:r>
            <a:r>
              <a:rPr lang="en-GB" sz="1266" spc="-18" noProof="0" dirty="0">
                <a:latin typeface="Helvetica Neue"/>
                <a:cs typeface="Helvetica Neue"/>
              </a:rPr>
              <a:t>of </a:t>
            </a:r>
            <a:r>
              <a:rPr lang="en-GB" sz="1266" spc="-16" noProof="0" dirty="0">
                <a:latin typeface="Helvetica Neue"/>
                <a:cs typeface="Helvetica Neue"/>
              </a:rPr>
              <a:t>four</a:t>
            </a:r>
            <a:r>
              <a:rPr lang="en-GB" sz="1266" spc="-34" noProof="0" dirty="0">
                <a:latin typeface="Helvetica Neue"/>
                <a:cs typeface="Helvetica Neue"/>
              </a:rPr>
              <a:t> </a:t>
            </a:r>
            <a:r>
              <a:rPr lang="en-GB" sz="1266" spc="-29" noProof="0" dirty="0">
                <a:latin typeface="Helvetica Neue"/>
                <a:cs typeface="Helvetica Neue"/>
              </a:rPr>
              <a:t>regions,</a:t>
            </a:r>
            <a:r>
              <a:rPr lang="en-GB" sz="1266" spc="-60" noProof="0" dirty="0">
                <a:latin typeface="Helvetica Neue"/>
                <a:cs typeface="Helvetica Neue"/>
              </a:rPr>
              <a:t> </a:t>
            </a:r>
            <a:r>
              <a:rPr lang="en-GB" sz="1266" spc="-21" noProof="0" dirty="0">
                <a:latin typeface="Helvetica Neue"/>
                <a:cs typeface="Helvetica Neue"/>
              </a:rPr>
              <a:t>made</a:t>
            </a:r>
            <a:r>
              <a:rPr lang="en-GB" sz="1266" spc="-34" noProof="0" dirty="0">
                <a:latin typeface="Helvetica Neue"/>
                <a:cs typeface="Helvetica Neue"/>
              </a:rPr>
              <a:t> </a:t>
            </a:r>
            <a:r>
              <a:rPr lang="en-GB" sz="1266" spc="-11" noProof="0" dirty="0">
                <a:latin typeface="Helvetica Neue"/>
                <a:cs typeface="Helvetica Neue"/>
              </a:rPr>
              <a:t>o</a:t>
            </a:r>
            <a:r>
              <a:rPr lang="en-GB" sz="1266" noProof="0" dirty="0">
                <a:latin typeface="Helvetica Neue"/>
                <a:cs typeface="Helvetica Neue"/>
              </a:rPr>
              <a:t>f</a:t>
            </a:r>
            <a:r>
              <a:rPr lang="en-GB" sz="1266" spc="-18" noProof="0" dirty="0">
                <a:latin typeface="Helvetica Neue"/>
                <a:cs typeface="Helvetica Neue"/>
              </a:rPr>
              <a:t> </a:t>
            </a:r>
            <a:r>
              <a:rPr lang="en-GB" sz="1266" spc="-16" noProof="0" dirty="0">
                <a:latin typeface="Helvetica Neue"/>
                <a:cs typeface="Helvetica Neue"/>
              </a:rPr>
              <a:t>four</a:t>
            </a:r>
            <a:r>
              <a:rPr lang="en-GB" sz="1266" spc="-37" noProof="0" dirty="0">
                <a:latin typeface="Helvetica Neue"/>
                <a:cs typeface="Helvetica Neue"/>
              </a:rPr>
              <a:t> </a:t>
            </a:r>
            <a:r>
              <a:rPr lang="en-GB" sz="1266" spc="-18" noProof="0" dirty="0">
                <a:latin typeface="Helvetica Neue"/>
                <a:cs typeface="Helvetica Neue"/>
              </a:rPr>
              <a:t>then</a:t>
            </a:r>
            <a:r>
              <a:rPr lang="en-GB" sz="1266" spc="-34" noProof="0" dirty="0">
                <a:latin typeface="Helvetica Neue"/>
                <a:cs typeface="Helvetica Neue"/>
              </a:rPr>
              <a:t> </a:t>
            </a:r>
            <a:r>
              <a:rPr lang="en-GB" sz="1266" spc="-3" noProof="0" dirty="0">
                <a:latin typeface="Helvetica Neue"/>
                <a:cs typeface="Helvetica Neue"/>
              </a:rPr>
              <a:t>t</a:t>
            </a:r>
            <a:r>
              <a:rPr lang="en-GB" sz="1266" spc="5" noProof="0" dirty="0">
                <a:latin typeface="Helvetica Neue"/>
                <a:cs typeface="Helvetica Neue"/>
              </a:rPr>
              <a:t>w</a:t>
            </a:r>
            <a:r>
              <a:rPr lang="en-GB" sz="1266" noProof="0" dirty="0">
                <a:latin typeface="Helvetica Neue"/>
                <a:cs typeface="Helvetica Neue"/>
              </a:rPr>
              <a:t>o </a:t>
            </a:r>
            <a:r>
              <a:rPr lang="en-GB" sz="1266" spc="-18" noProof="0" dirty="0">
                <a:latin typeface="Helvetica Neue"/>
                <a:cs typeface="Helvetica Neue"/>
              </a:rPr>
              <a:t>and</a:t>
            </a:r>
            <a:r>
              <a:rPr lang="en-GB" sz="1266" spc="274" noProof="0" dirty="0">
                <a:latin typeface="Helvetica Neue"/>
                <a:cs typeface="Helvetica Neue"/>
              </a:rPr>
              <a:t> </a:t>
            </a:r>
            <a:r>
              <a:rPr lang="en-GB" sz="1266" spc="-24" noProof="0" dirty="0">
                <a:latin typeface="Helvetica Neue"/>
                <a:cs typeface="Helvetica Neue"/>
              </a:rPr>
              <a:t>another</a:t>
            </a:r>
            <a:r>
              <a:rPr lang="en-GB" sz="1266" spc="-45" noProof="0" dirty="0">
                <a:latin typeface="Helvetica Neue"/>
                <a:cs typeface="Helvetica Neue"/>
              </a:rPr>
              <a:t> </a:t>
            </a:r>
            <a:r>
              <a:rPr lang="en-GB" sz="1266" spc="-16" noProof="0" dirty="0">
                <a:latin typeface="Helvetica Neue"/>
                <a:cs typeface="Helvetica Neue"/>
              </a:rPr>
              <a:t>four</a:t>
            </a:r>
            <a:r>
              <a:rPr lang="en-GB" sz="1266" spc="-37" noProof="0" dirty="0">
                <a:latin typeface="Helvetica Neue"/>
                <a:cs typeface="Helvetica Neue"/>
              </a:rPr>
              <a:t> </a:t>
            </a:r>
            <a:r>
              <a:rPr lang="en-GB" sz="1266" spc="-18" noProof="0" dirty="0">
                <a:latin typeface="Helvetica Neue"/>
                <a:cs typeface="Helvetica Neue"/>
              </a:rPr>
              <a:t>then</a:t>
            </a:r>
            <a:r>
              <a:rPr lang="en-GB" sz="1266" spc="-34" noProof="0" dirty="0">
                <a:latin typeface="Helvetica Neue"/>
                <a:cs typeface="Helvetica Neue"/>
              </a:rPr>
              <a:t> </a:t>
            </a:r>
            <a:r>
              <a:rPr lang="en-GB" sz="1266" spc="-3" noProof="0" dirty="0">
                <a:latin typeface="Helvetica Neue"/>
                <a:cs typeface="Helvetica Neue"/>
              </a:rPr>
              <a:t>t</a:t>
            </a:r>
            <a:r>
              <a:rPr lang="en-GB" sz="1266" spc="5" noProof="0" dirty="0">
                <a:latin typeface="Helvetica Neue"/>
                <a:cs typeface="Helvetica Neue"/>
              </a:rPr>
              <a:t>w</a:t>
            </a:r>
            <a:r>
              <a:rPr lang="en-GB" sz="1266" noProof="0" dirty="0">
                <a:latin typeface="Helvetica Neue"/>
                <a:cs typeface="Helvetica Neue"/>
              </a:rPr>
              <a:t>o</a:t>
            </a:r>
            <a:r>
              <a:rPr lang="en-GB" sz="1266" spc="-40" noProof="0" dirty="0">
                <a:latin typeface="Helvetica Neue"/>
                <a:cs typeface="Helvetica Neue"/>
              </a:rPr>
              <a:t> </a:t>
            </a:r>
            <a:r>
              <a:rPr lang="en-GB" sz="1266" spc="-16" noProof="0" dirty="0">
                <a:latin typeface="Helvetica Neue"/>
                <a:cs typeface="Helvetica Neue"/>
              </a:rPr>
              <a:t>columns.</a:t>
            </a:r>
            <a:endParaRPr lang="en-GB" sz="1266" noProof="0" dirty="0">
              <a:latin typeface="Helvetica Neue"/>
              <a:cs typeface="Helvetica Neue"/>
            </a:endParaRPr>
          </a:p>
          <a:p>
            <a:pPr>
              <a:spcBef>
                <a:spcPts val="403"/>
              </a:spcBef>
            </a:pPr>
            <a:endParaRPr lang="en-GB" sz="1266" noProof="0" dirty="0">
              <a:latin typeface="Helvetica Neue"/>
              <a:cs typeface="Helvetica Neue"/>
            </a:endParaRPr>
          </a:p>
          <a:p>
            <a:pPr marL="6697" marR="2679">
              <a:lnSpc>
                <a:spcPct val="123900"/>
              </a:lnSpc>
              <a:tabLst>
                <a:tab pos="368319" algn="l"/>
              </a:tabLst>
            </a:pPr>
            <a:r>
              <a:rPr lang="en-GB" sz="1266" spc="-32" noProof="0" dirty="0">
                <a:latin typeface="Helvetica Neue"/>
                <a:cs typeface="Helvetica Neue"/>
              </a:rPr>
              <a:t>The</a:t>
            </a:r>
            <a:r>
              <a:rPr lang="en-GB" sz="1266" spc="-71" noProof="0" dirty="0">
                <a:latin typeface="Helvetica Neue"/>
                <a:cs typeface="Helvetica Neue"/>
              </a:rPr>
              <a:t> </a:t>
            </a:r>
            <a:r>
              <a:rPr lang="en-GB" sz="1266" spc="-13" noProof="0" dirty="0">
                <a:latin typeface="Helvetica Neue"/>
                <a:cs typeface="Helvetica Neue"/>
              </a:rPr>
              <a:t>instinct</a:t>
            </a:r>
            <a:r>
              <a:rPr lang="en-GB" sz="1266" spc="-47" noProof="0" dirty="0">
                <a:latin typeface="Helvetica Neue"/>
                <a:cs typeface="Helvetica Neue"/>
              </a:rPr>
              <a:t> </a:t>
            </a:r>
            <a:r>
              <a:rPr lang="en-GB" sz="1266" noProof="0" dirty="0">
                <a:latin typeface="Helvetica Neue"/>
                <a:cs typeface="Helvetica Neue"/>
              </a:rPr>
              <a:t>of</a:t>
            </a:r>
            <a:r>
              <a:rPr lang="en-GB" sz="1266" spc="-24" noProof="0" dirty="0">
                <a:latin typeface="Helvetica Neue"/>
                <a:cs typeface="Helvetica Neue"/>
              </a:rPr>
              <a:t> </a:t>
            </a:r>
            <a:r>
              <a:rPr lang="en-GB" sz="1266" noProof="0" dirty="0">
                <a:latin typeface="Helvetica Neue"/>
                <a:cs typeface="Helvetica Neue"/>
              </a:rPr>
              <a:t>the</a:t>
            </a:r>
            <a:r>
              <a:rPr lang="en-GB" sz="1266" spc="-42" noProof="0" dirty="0">
                <a:latin typeface="Helvetica Neue"/>
                <a:cs typeface="Helvetica Neue"/>
              </a:rPr>
              <a:t> </a:t>
            </a:r>
            <a:r>
              <a:rPr lang="en-GB" sz="1266" spc="-26" noProof="0" dirty="0">
                <a:latin typeface="Helvetica Neue"/>
                <a:cs typeface="Helvetica Neue"/>
              </a:rPr>
              <a:t>user</a:t>
            </a:r>
            <a:r>
              <a:rPr lang="en-GB" sz="1266" spc="-60" noProof="0" dirty="0">
                <a:latin typeface="Helvetica Neue"/>
                <a:cs typeface="Helvetica Neue"/>
              </a:rPr>
              <a:t> </a:t>
            </a:r>
            <a:r>
              <a:rPr lang="en-GB" sz="1266" noProof="0" dirty="0">
                <a:latin typeface="Helvetica Neue"/>
                <a:cs typeface="Helvetica Neue"/>
              </a:rPr>
              <a:t>to</a:t>
            </a:r>
            <a:r>
              <a:rPr lang="en-GB" sz="1266" spc="-11" noProof="0" dirty="0">
                <a:latin typeface="Helvetica Neue"/>
                <a:cs typeface="Helvetica Neue"/>
              </a:rPr>
              <a:t> </a:t>
            </a:r>
            <a:r>
              <a:rPr lang="en-GB" sz="1266" spc="-37" noProof="0" dirty="0">
                <a:latin typeface="Helvetica Neue"/>
                <a:cs typeface="Helvetica Neue"/>
              </a:rPr>
              <a:t>read</a:t>
            </a:r>
            <a:r>
              <a:rPr lang="en-GB" sz="1266" spc="-66" noProof="0" dirty="0">
                <a:latin typeface="Helvetica Neue"/>
                <a:cs typeface="Helvetica Neue"/>
              </a:rPr>
              <a:t> </a:t>
            </a:r>
            <a:r>
              <a:rPr lang="en-GB" sz="1266" spc="-5" noProof="0" dirty="0">
                <a:latin typeface="Helvetica Neue"/>
                <a:cs typeface="Helvetica Neue"/>
              </a:rPr>
              <a:t>from left </a:t>
            </a:r>
            <a:r>
              <a:rPr lang="en-GB" sz="1266" noProof="0" dirty="0">
                <a:latin typeface="Helvetica Neue"/>
                <a:cs typeface="Helvetica Neue"/>
              </a:rPr>
              <a:t>to</a:t>
            </a:r>
            <a:r>
              <a:rPr lang="en-GB" sz="1266" spc="-29" noProof="0" dirty="0">
                <a:latin typeface="Helvetica Neue"/>
                <a:cs typeface="Helvetica Neue"/>
              </a:rPr>
              <a:t> </a:t>
            </a:r>
            <a:r>
              <a:rPr lang="en-GB" sz="1266" spc="-5" noProof="0" dirty="0">
                <a:latin typeface="Helvetica Neue"/>
                <a:cs typeface="Helvetica Neue"/>
              </a:rPr>
              <a:t>right</a:t>
            </a:r>
            <a:r>
              <a:rPr lang="en-GB" sz="1266" spc="-50" noProof="0" dirty="0">
                <a:latin typeface="Helvetica Neue"/>
                <a:cs typeface="Helvetica Neue"/>
              </a:rPr>
              <a:t> </a:t>
            </a:r>
            <a:r>
              <a:rPr lang="en-GB" sz="1266" noProof="0" dirty="0">
                <a:latin typeface="Helvetica Neue"/>
                <a:cs typeface="Helvetica Neue"/>
              </a:rPr>
              <a:t>is</a:t>
            </a:r>
            <a:r>
              <a:rPr lang="en-GB" sz="1266" spc="-58" noProof="0" dirty="0">
                <a:latin typeface="Helvetica Neue"/>
                <a:cs typeface="Helvetica Neue"/>
              </a:rPr>
              <a:t> </a:t>
            </a:r>
            <a:r>
              <a:rPr lang="en-GB" sz="1266" spc="-26" noProof="0" dirty="0">
                <a:latin typeface="Helvetica Neue"/>
                <a:cs typeface="Helvetica Neue"/>
              </a:rPr>
              <a:t>considered</a:t>
            </a:r>
            <a:r>
              <a:rPr lang="en-GB" sz="1266" spc="-60" noProof="0" dirty="0">
                <a:latin typeface="Helvetica Neue"/>
                <a:cs typeface="Helvetica Neue"/>
              </a:rPr>
              <a:t> </a:t>
            </a:r>
            <a:r>
              <a:rPr lang="en-GB" sz="1266" noProof="0" dirty="0">
                <a:latin typeface="Helvetica Neue"/>
                <a:cs typeface="Helvetica Neue"/>
              </a:rPr>
              <a:t>by</a:t>
            </a:r>
            <a:r>
              <a:rPr lang="en-GB" sz="1266" spc="-40" noProof="0" dirty="0">
                <a:latin typeface="Helvetica Neue"/>
                <a:cs typeface="Helvetica Neue"/>
              </a:rPr>
              <a:t> </a:t>
            </a:r>
            <a:r>
              <a:rPr lang="en-GB" sz="1266" spc="-16" noProof="0" dirty="0">
                <a:latin typeface="Helvetica Neue"/>
                <a:cs typeface="Helvetica Neue"/>
              </a:rPr>
              <a:t>placing</a:t>
            </a:r>
            <a:r>
              <a:rPr lang="en-GB" sz="1266" spc="-58" noProof="0" dirty="0">
                <a:latin typeface="Helvetica Neue"/>
                <a:cs typeface="Helvetica Neue"/>
              </a:rPr>
              <a:t> </a:t>
            </a:r>
            <a:r>
              <a:rPr lang="en-GB" sz="1266" spc="-13" noProof="0" dirty="0">
                <a:latin typeface="Helvetica Neue"/>
                <a:cs typeface="Helvetica Neue"/>
              </a:rPr>
              <a:t>the </a:t>
            </a:r>
            <a:r>
              <a:rPr lang="en-GB" sz="1266" spc="-18" noProof="0" dirty="0">
                <a:latin typeface="Helvetica Neue"/>
                <a:cs typeface="Helvetica Neue"/>
              </a:rPr>
              <a:t>priority</a:t>
            </a:r>
            <a:r>
              <a:rPr lang="en-GB" sz="1266" spc="-53" noProof="0" dirty="0">
                <a:latin typeface="Helvetica Neue"/>
                <a:cs typeface="Helvetica Neue"/>
              </a:rPr>
              <a:t> </a:t>
            </a:r>
            <a:r>
              <a:rPr lang="en-GB" sz="1266" spc="-34" noProof="0" dirty="0">
                <a:latin typeface="Helvetica Neue"/>
                <a:cs typeface="Helvetica Neue"/>
              </a:rPr>
              <a:t>headline</a:t>
            </a:r>
            <a:r>
              <a:rPr lang="en-GB" sz="1266" spc="-69" noProof="0" dirty="0">
                <a:latin typeface="Helvetica Neue"/>
                <a:cs typeface="Helvetica Neue"/>
              </a:rPr>
              <a:t> </a:t>
            </a:r>
            <a:r>
              <a:rPr lang="en-GB" sz="1266" spc="-11" noProof="0" dirty="0">
                <a:latin typeface="Helvetica Neue"/>
                <a:cs typeface="Helvetica Neue"/>
              </a:rPr>
              <a:t>news</a:t>
            </a:r>
            <a:r>
              <a:rPr lang="en-GB" sz="1266" spc="-40" noProof="0" dirty="0">
                <a:latin typeface="Helvetica Neue"/>
                <a:cs typeface="Helvetica Neue"/>
              </a:rPr>
              <a:t> </a:t>
            </a:r>
            <a:r>
              <a:rPr lang="en-GB" sz="1266" spc="-24" noProof="0" dirty="0">
                <a:latin typeface="Helvetica Neue"/>
                <a:cs typeface="Helvetica Neue"/>
              </a:rPr>
              <a:t>articles</a:t>
            </a:r>
            <a:r>
              <a:rPr lang="en-GB" sz="1266" spc="-58" noProof="0" dirty="0">
                <a:latin typeface="Helvetica Neue"/>
                <a:cs typeface="Helvetica Neue"/>
              </a:rPr>
              <a:t> </a:t>
            </a:r>
            <a:r>
              <a:rPr lang="en-GB" sz="1266" spc="-18" noProof="0" dirty="0">
                <a:latin typeface="Helvetica Neue"/>
                <a:cs typeface="Helvetica Neue"/>
              </a:rPr>
              <a:t>in</a:t>
            </a:r>
            <a:r>
              <a:rPr lang="en-GB" sz="1266" spc="-216" noProof="0" dirty="0">
                <a:latin typeface="Helvetica Neue"/>
                <a:cs typeface="Helvetica Neue"/>
              </a:rPr>
              <a:t> </a:t>
            </a:r>
            <a:r>
              <a:rPr lang="en-GB" sz="1266" spc="-13" noProof="0" dirty="0">
                <a:latin typeface="Helvetica Neue"/>
                <a:cs typeface="Helvetica Neue"/>
              </a:rPr>
              <a:t>the </a:t>
            </a:r>
            <a:r>
              <a:rPr lang="en-GB" sz="1266" spc="-5" noProof="0" dirty="0">
                <a:latin typeface="Helvetica Neue"/>
                <a:cs typeface="Helvetica Neue"/>
              </a:rPr>
              <a:t>left-</a:t>
            </a:r>
            <a:r>
              <a:rPr lang="en-GB" sz="1266" noProof="0" dirty="0">
                <a:latin typeface="Helvetica Neue"/>
                <a:cs typeface="Helvetica Neue"/>
              </a:rPr>
              <a:t>	most</a:t>
            </a:r>
            <a:r>
              <a:rPr lang="en-GB" sz="1266" spc="-37" noProof="0" dirty="0">
                <a:latin typeface="Helvetica Neue"/>
                <a:cs typeface="Helvetica Neue"/>
              </a:rPr>
              <a:t> </a:t>
            </a:r>
            <a:r>
              <a:rPr lang="en-GB" sz="1266" spc="-5" noProof="0" dirty="0">
                <a:latin typeface="Helvetica Neue"/>
                <a:cs typeface="Helvetica Neue"/>
              </a:rPr>
              <a:t>column.</a:t>
            </a:r>
            <a:endParaRPr lang="en-GB" sz="1266" noProof="0" dirty="0">
              <a:latin typeface="Helvetica Neue"/>
              <a:cs typeface="Helvetica Neue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60324" y="4947136"/>
            <a:ext cx="2426419" cy="104161"/>
          </a:xfrm>
          <a:prstGeom prst="rect">
            <a:avLst/>
          </a:prstGeom>
        </p:spPr>
        <p:txBody>
          <a:bodyPr vert="horz" wrap="square" lIns="0" tIns="6697" rIns="0" bIns="0" rtlCol="0">
            <a:spAutoFit/>
          </a:bodyPr>
          <a:lstStyle/>
          <a:p>
            <a:pPr marL="6697">
              <a:spcBef>
                <a:spcPts val="53"/>
              </a:spcBef>
            </a:pPr>
            <a:r>
              <a:rPr lang="en-GB" sz="633" u="sng" spc="-11" noProof="0" dirty="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http://www.webdesignstuff.co.uk/blog/category/uncategorized/page/8/</a:t>
            </a:r>
            <a:endParaRPr lang="en-GB" sz="633" noProof="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71600" y="846191"/>
            <a:ext cx="6476256" cy="2960472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057400" y="4095750"/>
            <a:ext cx="4915793" cy="201559"/>
          </a:xfrm>
          <a:prstGeom prst="rect">
            <a:avLst/>
          </a:prstGeom>
        </p:spPr>
        <p:txBody>
          <a:bodyPr vert="horz" wrap="square" lIns="0" tIns="6697" rIns="0" bIns="0" rtlCol="0">
            <a:spAutoFit/>
          </a:bodyPr>
          <a:lstStyle/>
          <a:p>
            <a:pPr marL="6697">
              <a:spcBef>
                <a:spcPts val="53"/>
              </a:spcBef>
            </a:pPr>
            <a:r>
              <a:rPr lang="en-GB" sz="1266" u="sng" spc="-63" noProof="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  <a:hlinkClick r:id="rId3"/>
              </a:rPr>
              <a:t>http://www.webstyleguide.com/wsg3/7-</a:t>
            </a:r>
            <a:r>
              <a:rPr lang="en-GB" sz="1266" u="sng" spc="-60" noProof="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  <a:hlinkClick r:id="rId3"/>
              </a:rPr>
              <a:t>page-design/7-design-</a:t>
            </a:r>
            <a:r>
              <a:rPr lang="en-GB" sz="1266" u="sng" spc="-18" noProof="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  <a:hlinkClick r:id="rId3"/>
              </a:rPr>
              <a:t>grids.html</a:t>
            </a:r>
            <a:endParaRPr lang="en-GB" sz="1266" noProof="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50615" y="310831"/>
            <a:ext cx="6476256" cy="3888353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065755" y="4326701"/>
            <a:ext cx="4915793" cy="201559"/>
          </a:xfrm>
          <a:prstGeom prst="rect">
            <a:avLst/>
          </a:prstGeom>
        </p:spPr>
        <p:txBody>
          <a:bodyPr vert="horz" wrap="square" lIns="0" tIns="6697" rIns="0" bIns="0" rtlCol="0">
            <a:spAutoFit/>
          </a:bodyPr>
          <a:lstStyle/>
          <a:p>
            <a:pPr marL="6697">
              <a:spcBef>
                <a:spcPts val="53"/>
              </a:spcBef>
            </a:pPr>
            <a:r>
              <a:rPr lang="en-GB" sz="1266" u="sng" spc="-63" noProof="0" dirty="0">
                <a:solidFill>
                  <a:srgbClr val="800080"/>
                </a:solidFill>
                <a:uFill>
                  <a:solidFill>
                    <a:srgbClr val="000000"/>
                  </a:solidFill>
                </a:uFill>
                <a:latin typeface="Trebuchet MS"/>
                <a:cs typeface="Trebuchet MS"/>
                <a:hlinkClick r:id="rId3"/>
              </a:rPr>
              <a:t>http://www.webstyleguide.com/wsg3/7-</a:t>
            </a:r>
            <a:r>
              <a:rPr lang="en-GB" sz="1266" u="sng" spc="-60" noProof="0" dirty="0">
                <a:solidFill>
                  <a:srgbClr val="800080"/>
                </a:solidFill>
                <a:uFill>
                  <a:solidFill>
                    <a:srgbClr val="000000"/>
                  </a:solidFill>
                </a:uFill>
                <a:latin typeface="Trebuchet MS"/>
                <a:cs typeface="Trebuchet MS"/>
                <a:hlinkClick r:id="rId3"/>
              </a:rPr>
              <a:t>page-design/7-design-</a:t>
            </a:r>
            <a:r>
              <a:rPr lang="en-GB" sz="1266" u="sng" spc="-18" noProof="0" dirty="0">
                <a:solidFill>
                  <a:srgbClr val="800080"/>
                </a:solidFill>
                <a:uFill>
                  <a:solidFill>
                    <a:srgbClr val="000000"/>
                  </a:solidFill>
                </a:uFill>
                <a:latin typeface="Trebuchet MS"/>
                <a:cs typeface="Trebuchet MS"/>
                <a:hlinkClick r:id="rId3"/>
              </a:rPr>
              <a:t>grids.html</a:t>
            </a:r>
            <a:endParaRPr lang="en-GB" sz="1266" noProof="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47800" y="1062535"/>
            <a:ext cx="6248400" cy="374663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81363" y="334326"/>
            <a:ext cx="6733674" cy="307037"/>
          </a:xfrm>
          <a:prstGeom prst="rect">
            <a:avLst/>
          </a:prstGeom>
        </p:spPr>
        <p:txBody>
          <a:bodyPr vert="horz" wrap="square" lIns="0" tIns="6697" rIns="0" bIns="0" rtlCol="0">
            <a:spAutoFit/>
          </a:bodyPr>
          <a:lstStyle/>
          <a:p>
            <a:pPr marL="6697" marR="2679" algn="ctr">
              <a:lnSpc>
                <a:spcPct val="151400"/>
              </a:lnSpc>
              <a:spcBef>
                <a:spcPts val="53"/>
              </a:spcBef>
            </a:pPr>
            <a:r>
              <a:rPr lang="en-GB" sz="1476" i="1" noProof="0" dirty="0">
                <a:solidFill>
                  <a:srgbClr val="B8332B"/>
                </a:solidFill>
              </a:rPr>
              <a:t>“Always</a:t>
            </a:r>
            <a:r>
              <a:rPr lang="en-GB" sz="1476" i="1" spc="-37" noProof="0" dirty="0">
                <a:solidFill>
                  <a:srgbClr val="B8332B"/>
                </a:solidFill>
              </a:rPr>
              <a:t> </a:t>
            </a:r>
            <a:r>
              <a:rPr lang="en-GB" sz="1476" i="1" noProof="0" dirty="0">
                <a:solidFill>
                  <a:srgbClr val="B8332B"/>
                </a:solidFill>
              </a:rPr>
              <a:t>start</a:t>
            </a:r>
            <a:r>
              <a:rPr lang="en-GB" sz="1476" i="1" spc="-40" noProof="0" dirty="0">
                <a:solidFill>
                  <a:srgbClr val="B8332B"/>
                </a:solidFill>
              </a:rPr>
              <a:t> </a:t>
            </a:r>
            <a:r>
              <a:rPr lang="en-GB" sz="1476" i="1" noProof="0" dirty="0">
                <a:solidFill>
                  <a:srgbClr val="B8332B"/>
                </a:solidFill>
              </a:rPr>
              <a:t>your</a:t>
            </a:r>
            <a:r>
              <a:rPr lang="en-GB" sz="1476" i="1" spc="-29" noProof="0" dirty="0">
                <a:solidFill>
                  <a:srgbClr val="B8332B"/>
                </a:solidFill>
              </a:rPr>
              <a:t> </a:t>
            </a:r>
            <a:r>
              <a:rPr lang="en-GB" sz="1476" i="1" noProof="0" dirty="0">
                <a:solidFill>
                  <a:srgbClr val="B8332B"/>
                </a:solidFill>
              </a:rPr>
              <a:t>design</a:t>
            </a:r>
            <a:r>
              <a:rPr lang="en-GB" sz="1476" i="1" spc="-29" noProof="0" dirty="0">
                <a:solidFill>
                  <a:srgbClr val="B8332B"/>
                </a:solidFill>
              </a:rPr>
              <a:t> </a:t>
            </a:r>
            <a:r>
              <a:rPr lang="en-GB" sz="1476" i="1" noProof="0" dirty="0">
                <a:solidFill>
                  <a:srgbClr val="B8332B"/>
                </a:solidFill>
              </a:rPr>
              <a:t>project</a:t>
            </a:r>
            <a:r>
              <a:rPr lang="en-GB" sz="1476" i="1" spc="-32" noProof="0" dirty="0">
                <a:solidFill>
                  <a:srgbClr val="B8332B"/>
                </a:solidFill>
              </a:rPr>
              <a:t> </a:t>
            </a:r>
            <a:r>
              <a:rPr lang="en-GB" sz="1476" i="1" spc="-5" noProof="0" dirty="0">
                <a:solidFill>
                  <a:srgbClr val="B8332B"/>
                </a:solidFill>
              </a:rPr>
              <a:t>with</a:t>
            </a:r>
            <a:r>
              <a:rPr lang="en-GB" sz="1476" i="1" spc="-95" noProof="0" dirty="0">
                <a:solidFill>
                  <a:srgbClr val="B8332B"/>
                </a:solidFill>
              </a:rPr>
              <a:t> </a:t>
            </a:r>
            <a:r>
              <a:rPr lang="en-GB" sz="1476" i="1" spc="-26" noProof="0" dirty="0">
                <a:solidFill>
                  <a:srgbClr val="B8332B"/>
                </a:solidFill>
              </a:rPr>
              <a:t>a </a:t>
            </a:r>
            <a:r>
              <a:rPr lang="en-GB" sz="1476" i="1" noProof="0" dirty="0">
                <a:solidFill>
                  <a:srgbClr val="B8332B"/>
                </a:solidFill>
              </a:rPr>
              <a:t>layout</a:t>
            </a:r>
            <a:r>
              <a:rPr lang="en-GB" sz="1476" i="1" spc="-29" noProof="0" dirty="0">
                <a:solidFill>
                  <a:srgbClr val="B8332B"/>
                </a:solidFill>
              </a:rPr>
              <a:t> </a:t>
            </a:r>
            <a:r>
              <a:rPr lang="en-GB" sz="1476" i="1" noProof="0" dirty="0">
                <a:solidFill>
                  <a:srgbClr val="B8332B"/>
                </a:solidFill>
              </a:rPr>
              <a:t>grid.</a:t>
            </a:r>
            <a:r>
              <a:rPr lang="en-GB" sz="1476" i="1" spc="-26" noProof="0" dirty="0">
                <a:solidFill>
                  <a:srgbClr val="B8332B"/>
                </a:solidFill>
              </a:rPr>
              <a:t> </a:t>
            </a:r>
            <a:r>
              <a:rPr lang="en-GB" sz="1476" i="1" noProof="0" dirty="0">
                <a:solidFill>
                  <a:srgbClr val="B8332B"/>
                </a:solidFill>
              </a:rPr>
              <a:t>No</a:t>
            </a:r>
            <a:r>
              <a:rPr lang="en-GB" sz="1476" i="1" spc="-47" noProof="0" dirty="0">
                <a:solidFill>
                  <a:srgbClr val="B8332B"/>
                </a:solidFill>
              </a:rPr>
              <a:t> </a:t>
            </a:r>
            <a:r>
              <a:rPr lang="en-GB" sz="1476" i="1" spc="-5" noProof="0" dirty="0">
                <a:solidFill>
                  <a:srgbClr val="B8332B"/>
                </a:solidFill>
              </a:rPr>
              <a:t>exceptions.”</a:t>
            </a:r>
            <a:endParaRPr lang="en-GB" sz="1476" noProof="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9924" y="141188"/>
            <a:ext cx="295529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noProof="0" dirty="0"/>
              <a:t>Brand</a:t>
            </a:r>
            <a:r>
              <a:rPr lang="en-GB" spc="-145" noProof="0" dirty="0"/>
              <a:t> </a:t>
            </a:r>
            <a:r>
              <a:rPr lang="en-GB" spc="-10" noProof="0" dirty="0"/>
              <a:t>Guidelines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9924" y="776442"/>
            <a:ext cx="4280535" cy="4254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88265" algn="just">
              <a:lnSpc>
                <a:spcPct val="100000"/>
              </a:lnSpc>
              <a:spcBef>
                <a:spcPts val="100"/>
              </a:spcBef>
            </a:pPr>
            <a:r>
              <a:rPr lang="en-GB" sz="1500" spc="5" noProof="0" dirty="0">
                <a:latin typeface="Arial"/>
                <a:cs typeface="Arial"/>
              </a:rPr>
              <a:t>When</a:t>
            </a:r>
            <a:r>
              <a:rPr lang="en-GB" sz="1500" spc="-130" noProof="0" dirty="0">
                <a:latin typeface="Arial"/>
                <a:cs typeface="Arial"/>
              </a:rPr>
              <a:t> </a:t>
            </a:r>
            <a:r>
              <a:rPr lang="en-GB" sz="1500" spc="20" noProof="0" dirty="0">
                <a:latin typeface="Arial"/>
                <a:cs typeface="Arial"/>
              </a:rPr>
              <a:t>working</a:t>
            </a:r>
            <a:r>
              <a:rPr lang="en-GB" sz="1500" spc="-130" noProof="0" dirty="0">
                <a:latin typeface="Arial"/>
                <a:cs typeface="Arial"/>
              </a:rPr>
              <a:t> </a:t>
            </a:r>
            <a:r>
              <a:rPr lang="en-GB" sz="1500" spc="60" noProof="0" dirty="0">
                <a:latin typeface="Arial"/>
                <a:cs typeface="Arial"/>
              </a:rPr>
              <a:t>with</a:t>
            </a:r>
            <a:r>
              <a:rPr lang="en-GB" sz="1500" spc="-130" noProof="0" dirty="0">
                <a:latin typeface="Arial"/>
                <a:cs typeface="Arial"/>
              </a:rPr>
              <a:t> </a:t>
            </a:r>
            <a:r>
              <a:rPr lang="en-GB" sz="1500" spc="-45" noProof="0" dirty="0">
                <a:latin typeface="Arial"/>
                <a:cs typeface="Arial"/>
              </a:rPr>
              <a:t>an</a:t>
            </a:r>
            <a:r>
              <a:rPr lang="en-GB" sz="1500" spc="-130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organisation</a:t>
            </a:r>
            <a:r>
              <a:rPr lang="en-GB" sz="1500" spc="-130" noProof="0" dirty="0">
                <a:latin typeface="Arial"/>
                <a:cs typeface="Arial"/>
              </a:rPr>
              <a:t> </a:t>
            </a:r>
            <a:r>
              <a:rPr lang="en-GB" sz="1500" spc="15" noProof="0" dirty="0">
                <a:latin typeface="Arial"/>
                <a:cs typeface="Arial"/>
              </a:rPr>
              <a:t>they</a:t>
            </a:r>
            <a:r>
              <a:rPr lang="en-GB" sz="1500" spc="-130" noProof="0" dirty="0">
                <a:latin typeface="Arial"/>
                <a:cs typeface="Arial"/>
              </a:rPr>
              <a:t> </a:t>
            </a:r>
            <a:r>
              <a:rPr lang="en-GB" sz="1500" spc="50" noProof="0" dirty="0">
                <a:latin typeface="Arial"/>
                <a:cs typeface="Arial"/>
              </a:rPr>
              <a:t>will</a:t>
            </a:r>
            <a:r>
              <a:rPr lang="en-GB" sz="1500" spc="-130" noProof="0" dirty="0">
                <a:latin typeface="Arial"/>
                <a:cs typeface="Arial"/>
              </a:rPr>
              <a:t> </a:t>
            </a:r>
            <a:r>
              <a:rPr lang="en-GB" sz="1500" spc="30" noProof="0" dirty="0">
                <a:latin typeface="Arial"/>
                <a:cs typeface="Arial"/>
              </a:rPr>
              <a:t>often</a:t>
            </a:r>
            <a:r>
              <a:rPr lang="en-GB" sz="1500" spc="20" noProof="0" dirty="0">
                <a:latin typeface="Arial"/>
                <a:cs typeface="Arial"/>
              </a:rPr>
              <a:t> </a:t>
            </a:r>
            <a:r>
              <a:rPr lang="en-GB" sz="1500" spc="-45" noProof="0" dirty="0">
                <a:latin typeface="Arial"/>
                <a:cs typeface="Arial"/>
              </a:rPr>
              <a:t>have</a:t>
            </a:r>
            <a:r>
              <a:rPr lang="en-GB" sz="1500" spc="-130" noProof="0" dirty="0">
                <a:latin typeface="Arial"/>
                <a:cs typeface="Arial"/>
              </a:rPr>
              <a:t> </a:t>
            </a:r>
            <a:r>
              <a:rPr lang="en-GB" sz="1500" spc="-80" noProof="0" dirty="0">
                <a:latin typeface="Arial"/>
                <a:cs typeface="Arial"/>
              </a:rPr>
              <a:t>a</a:t>
            </a:r>
            <a:r>
              <a:rPr lang="en-GB" sz="1500" spc="-130" noProof="0" dirty="0">
                <a:latin typeface="Arial"/>
                <a:cs typeface="Arial"/>
              </a:rPr>
              <a:t> </a:t>
            </a:r>
            <a:r>
              <a:rPr lang="en-GB" sz="1500" spc="-10" noProof="0" dirty="0">
                <a:latin typeface="Arial"/>
                <a:cs typeface="Arial"/>
              </a:rPr>
              <a:t>set</a:t>
            </a:r>
            <a:r>
              <a:rPr lang="en-GB" sz="1500" spc="-130" noProof="0" dirty="0">
                <a:latin typeface="Arial"/>
                <a:cs typeface="Arial"/>
              </a:rPr>
              <a:t> </a:t>
            </a:r>
            <a:r>
              <a:rPr lang="en-GB" sz="1500" spc="40" noProof="0" dirty="0">
                <a:latin typeface="Arial"/>
                <a:cs typeface="Arial"/>
              </a:rPr>
              <a:t>of</a:t>
            </a:r>
            <a:r>
              <a:rPr lang="en-GB" sz="1500" spc="-130" noProof="0" dirty="0">
                <a:latin typeface="Arial"/>
                <a:cs typeface="Arial"/>
              </a:rPr>
              <a:t> </a:t>
            </a:r>
            <a:r>
              <a:rPr lang="en-GB" sz="1500" spc="-15" noProof="0" dirty="0">
                <a:latin typeface="Arial"/>
                <a:cs typeface="Arial"/>
              </a:rPr>
              <a:t>standards</a:t>
            </a:r>
            <a:r>
              <a:rPr lang="en-GB" sz="1500" spc="-130" noProof="0" dirty="0">
                <a:latin typeface="Arial"/>
                <a:cs typeface="Arial"/>
              </a:rPr>
              <a:t> </a:t>
            </a:r>
            <a:r>
              <a:rPr lang="en-GB" sz="1500" spc="-25" noProof="0" dirty="0">
                <a:latin typeface="Arial"/>
                <a:cs typeface="Arial"/>
              </a:rPr>
              <a:t>and</a:t>
            </a:r>
            <a:r>
              <a:rPr lang="en-GB" sz="1500" spc="-130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rules</a:t>
            </a:r>
            <a:r>
              <a:rPr lang="en-GB" sz="1500" spc="-130" noProof="0" dirty="0">
                <a:latin typeface="Arial"/>
                <a:cs typeface="Arial"/>
              </a:rPr>
              <a:t> </a:t>
            </a:r>
            <a:r>
              <a:rPr lang="en-GB" sz="1500" spc="50" noProof="0" dirty="0">
                <a:latin typeface="Arial"/>
                <a:cs typeface="Arial"/>
              </a:rPr>
              <a:t>that</a:t>
            </a:r>
            <a:r>
              <a:rPr lang="en-GB" sz="1500" spc="-130" noProof="0" dirty="0">
                <a:latin typeface="Arial"/>
                <a:cs typeface="Arial"/>
              </a:rPr>
              <a:t> </a:t>
            </a:r>
            <a:r>
              <a:rPr lang="en-GB" sz="1500" spc="-10" noProof="0" dirty="0">
                <a:latin typeface="Arial"/>
                <a:cs typeface="Arial"/>
              </a:rPr>
              <a:t>help</a:t>
            </a:r>
            <a:r>
              <a:rPr lang="en-GB" sz="1500" spc="-130" noProof="0" dirty="0">
                <a:latin typeface="Arial"/>
                <a:cs typeface="Arial"/>
              </a:rPr>
              <a:t> </a:t>
            </a:r>
            <a:r>
              <a:rPr lang="en-GB" sz="1500" spc="-60" noProof="0" dirty="0">
                <a:latin typeface="Arial"/>
                <a:cs typeface="Arial"/>
              </a:rPr>
              <a:t>us</a:t>
            </a:r>
            <a:r>
              <a:rPr lang="en-GB" sz="1500" spc="-130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relay</a:t>
            </a:r>
            <a:r>
              <a:rPr lang="en-GB" sz="1500" spc="5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brand</a:t>
            </a:r>
            <a:r>
              <a:rPr lang="en-GB" sz="1500" spc="-130" noProof="0" dirty="0">
                <a:latin typeface="Arial"/>
                <a:cs typeface="Arial"/>
              </a:rPr>
              <a:t> </a:t>
            </a:r>
            <a:r>
              <a:rPr lang="en-GB" sz="1500" spc="40" noProof="0" dirty="0">
                <a:latin typeface="Arial"/>
                <a:cs typeface="Arial"/>
              </a:rPr>
              <a:t>identity</a:t>
            </a:r>
            <a:r>
              <a:rPr lang="en-GB" sz="1500" spc="-130" noProof="0" dirty="0">
                <a:latin typeface="Arial"/>
                <a:cs typeface="Arial"/>
              </a:rPr>
              <a:t> </a:t>
            </a:r>
            <a:r>
              <a:rPr lang="en-GB" sz="1500" spc="-40" noProof="0" dirty="0">
                <a:latin typeface="Arial"/>
                <a:cs typeface="Arial"/>
              </a:rPr>
              <a:t>across</a:t>
            </a:r>
            <a:r>
              <a:rPr lang="en-GB" sz="1500" spc="-130" noProof="0" dirty="0">
                <a:latin typeface="Arial"/>
                <a:cs typeface="Arial"/>
              </a:rPr>
              <a:t> </a:t>
            </a:r>
            <a:r>
              <a:rPr lang="en-GB" sz="1500" spc="-30" noProof="0" dirty="0">
                <a:latin typeface="Arial"/>
                <a:cs typeface="Arial"/>
              </a:rPr>
              <a:t>screen</a:t>
            </a:r>
            <a:r>
              <a:rPr lang="en-GB" sz="1500" spc="-130" noProof="0" dirty="0">
                <a:latin typeface="Arial"/>
                <a:cs typeface="Arial"/>
              </a:rPr>
              <a:t> </a:t>
            </a:r>
            <a:r>
              <a:rPr lang="en-GB" sz="1500" spc="-25" noProof="0" dirty="0">
                <a:latin typeface="Arial"/>
                <a:cs typeface="Arial"/>
              </a:rPr>
              <a:t>and</a:t>
            </a:r>
            <a:r>
              <a:rPr lang="en-GB" sz="1500" spc="-130" noProof="0" dirty="0">
                <a:latin typeface="Arial"/>
                <a:cs typeface="Arial"/>
              </a:rPr>
              <a:t> </a:t>
            </a:r>
            <a:r>
              <a:rPr lang="en-GB" sz="1500" spc="25" noProof="0" dirty="0">
                <a:latin typeface="Arial"/>
                <a:cs typeface="Arial"/>
              </a:rPr>
              <a:t>print.</a:t>
            </a:r>
            <a:endParaRPr lang="en-GB" sz="1500" noProof="0" dirty="0">
              <a:latin typeface="Arial"/>
              <a:cs typeface="Arial"/>
            </a:endParaRPr>
          </a:p>
          <a:p>
            <a:pPr marL="12700" marR="470534">
              <a:lnSpc>
                <a:spcPct val="100000"/>
              </a:lnSpc>
              <a:spcBef>
                <a:spcPts val="1575"/>
              </a:spcBef>
            </a:pPr>
            <a:r>
              <a:rPr lang="en-GB" sz="1500" spc="-60" noProof="0" dirty="0">
                <a:latin typeface="Arial"/>
                <a:cs typeface="Arial"/>
              </a:rPr>
              <a:t>These</a:t>
            </a:r>
            <a:r>
              <a:rPr lang="en-GB" sz="1500" spc="-90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“brand</a:t>
            </a:r>
            <a:r>
              <a:rPr lang="en-GB" sz="1500" spc="240" noProof="0" dirty="0">
                <a:latin typeface="Arial"/>
                <a:cs typeface="Arial"/>
              </a:rPr>
              <a:t> </a:t>
            </a:r>
            <a:r>
              <a:rPr lang="en-GB" sz="1500" spc="-10" noProof="0" dirty="0">
                <a:latin typeface="Arial"/>
                <a:cs typeface="Arial"/>
              </a:rPr>
              <a:t>guidelines”</a:t>
            </a:r>
            <a:r>
              <a:rPr lang="en-GB" sz="1500" spc="-90" noProof="0" dirty="0">
                <a:latin typeface="Arial"/>
                <a:cs typeface="Arial"/>
              </a:rPr>
              <a:t> </a:t>
            </a:r>
            <a:r>
              <a:rPr lang="en-GB" sz="1500" spc="-20" noProof="0" dirty="0">
                <a:latin typeface="Arial"/>
                <a:cs typeface="Arial"/>
              </a:rPr>
              <a:t>usually</a:t>
            </a:r>
            <a:r>
              <a:rPr lang="en-GB" sz="1500" spc="-90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provide</a:t>
            </a:r>
            <a:r>
              <a:rPr lang="en-GB" sz="1500" spc="-90" noProof="0" dirty="0">
                <a:latin typeface="Arial"/>
                <a:cs typeface="Arial"/>
              </a:rPr>
              <a:t> </a:t>
            </a:r>
            <a:r>
              <a:rPr lang="en-GB" sz="1500" spc="40" noProof="0" dirty="0">
                <a:latin typeface="Arial"/>
                <a:cs typeface="Arial"/>
              </a:rPr>
              <a:t>with </a:t>
            </a:r>
            <a:r>
              <a:rPr lang="en-GB" sz="1500" noProof="0" dirty="0">
                <a:latin typeface="Arial"/>
                <a:cs typeface="Arial"/>
              </a:rPr>
              <a:t>details</a:t>
            </a:r>
            <a:r>
              <a:rPr lang="en-GB" sz="1500" spc="-120" noProof="0" dirty="0">
                <a:latin typeface="Arial"/>
                <a:cs typeface="Arial"/>
              </a:rPr>
              <a:t> </a:t>
            </a:r>
            <a:r>
              <a:rPr lang="en-GB" sz="1500" spc="-45" noProof="0" dirty="0">
                <a:latin typeface="Arial"/>
                <a:cs typeface="Arial"/>
              </a:rPr>
              <a:t>such</a:t>
            </a:r>
            <a:r>
              <a:rPr lang="en-GB" sz="1500" spc="-120" noProof="0" dirty="0">
                <a:latin typeface="Arial"/>
                <a:cs typeface="Arial"/>
              </a:rPr>
              <a:t> </a:t>
            </a:r>
            <a:r>
              <a:rPr lang="en-GB" sz="1500" spc="-25" noProof="0" dirty="0">
                <a:latin typeface="Arial"/>
                <a:cs typeface="Arial"/>
              </a:rPr>
              <a:t>as:</a:t>
            </a:r>
            <a:endParaRPr lang="en-GB" sz="1500" noProof="0" dirty="0">
              <a:latin typeface="Arial"/>
              <a:cs typeface="Arial"/>
            </a:endParaRPr>
          </a:p>
          <a:p>
            <a:pPr marL="469265" indent="-343535">
              <a:lnSpc>
                <a:spcPct val="100000"/>
              </a:lnSpc>
              <a:spcBef>
                <a:spcPts val="1575"/>
              </a:spcBef>
              <a:buChar char="●"/>
              <a:tabLst>
                <a:tab pos="469265" algn="l"/>
              </a:tabLst>
            </a:pPr>
            <a:r>
              <a:rPr lang="en-GB" sz="1500" spc="-50" noProof="0" dirty="0">
                <a:latin typeface="Arial"/>
                <a:cs typeface="Arial"/>
              </a:rPr>
              <a:t>Logo</a:t>
            </a:r>
            <a:r>
              <a:rPr lang="en-GB" sz="1500" spc="-105" noProof="0" dirty="0">
                <a:latin typeface="Arial"/>
                <a:cs typeface="Arial"/>
              </a:rPr>
              <a:t> </a:t>
            </a:r>
            <a:r>
              <a:rPr lang="en-GB" sz="1500" spc="-10" noProof="0" dirty="0">
                <a:latin typeface="Arial"/>
                <a:cs typeface="Arial"/>
              </a:rPr>
              <a:t>variations</a:t>
            </a:r>
            <a:endParaRPr lang="en-GB" sz="1500" noProof="0" dirty="0">
              <a:latin typeface="Arial"/>
              <a:cs typeface="Arial"/>
            </a:endParaRPr>
          </a:p>
          <a:p>
            <a:pPr marL="469265" indent="-343535">
              <a:lnSpc>
                <a:spcPct val="100000"/>
              </a:lnSpc>
              <a:buChar char="●"/>
              <a:tabLst>
                <a:tab pos="469265" algn="l"/>
              </a:tabLst>
            </a:pPr>
            <a:r>
              <a:rPr lang="en-GB" sz="1500" noProof="0" dirty="0">
                <a:latin typeface="Arial"/>
                <a:cs typeface="Arial"/>
              </a:rPr>
              <a:t>Colour</a:t>
            </a:r>
            <a:r>
              <a:rPr lang="en-GB" sz="1500" spc="-45" noProof="0" dirty="0">
                <a:latin typeface="Arial"/>
                <a:cs typeface="Arial"/>
              </a:rPr>
              <a:t> </a:t>
            </a:r>
            <a:r>
              <a:rPr lang="en-GB" sz="1500" spc="-10" noProof="0" dirty="0">
                <a:latin typeface="Arial"/>
                <a:cs typeface="Arial"/>
              </a:rPr>
              <a:t>Palettes</a:t>
            </a:r>
            <a:endParaRPr lang="en-GB" sz="1500" noProof="0" dirty="0">
              <a:latin typeface="Arial"/>
              <a:cs typeface="Arial"/>
            </a:endParaRPr>
          </a:p>
          <a:p>
            <a:pPr marL="469265" indent="-343535">
              <a:lnSpc>
                <a:spcPct val="100000"/>
              </a:lnSpc>
              <a:buChar char="●"/>
              <a:tabLst>
                <a:tab pos="469265" algn="l"/>
              </a:tabLst>
            </a:pPr>
            <a:r>
              <a:rPr lang="en-GB" sz="1500" spc="-30" noProof="0" dirty="0">
                <a:latin typeface="Arial"/>
                <a:cs typeface="Arial"/>
              </a:rPr>
              <a:t>Typographic</a:t>
            </a:r>
            <a:r>
              <a:rPr lang="en-GB" sz="1500" spc="-75" noProof="0" dirty="0">
                <a:latin typeface="Arial"/>
                <a:cs typeface="Arial"/>
              </a:rPr>
              <a:t> </a:t>
            </a:r>
            <a:r>
              <a:rPr lang="en-GB" sz="1500" spc="-10" noProof="0" dirty="0">
                <a:latin typeface="Arial"/>
                <a:cs typeface="Arial"/>
              </a:rPr>
              <a:t>guidance</a:t>
            </a:r>
            <a:endParaRPr lang="en-GB" sz="1500" noProof="0" dirty="0">
              <a:latin typeface="Arial"/>
              <a:cs typeface="Arial"/>
            </a:endParaRPr>
          </a:p>
          <a:p>
            <a:pPr marL="469265" indent="-343535">
              <a:lnSpc>
                <a:spcPct val="100000"/>
              </a:lnSpc>
              <a:buChar char="●"/>
              <a:tabLst>
                <a:tab pos="469265" algn="l"/>
              </a:tabLst>
            </a:pPr>
            <a:r>
              <a:rPr lang="en-GB" sz="1500" spc="-10" noProof="0" dirty="0">
                <a:latin typeface="Arial"/>
                <a:cs typeface="Arial"/>
              </a:rPr>
              <a:t>Icon</a:t>
            </a:r>
            <a:r>
              <a:rPr lang="en-GB" sz="1500" spc="-120" noProof="0" dirty="0">
                <a:latin typeface="Arial"/>
                <a:cs typeface="Arial"/>
              </a:rPr>
              <a:t> </a:t>
            </a:r>
            <a:r>
              <a:rPr lang="en-GB" sz="1500" spc="-20" noProof="0" dirty="0">
                <a:latin typeface="Arial"/>
                <a:cs typeface="Arial"/>
              </a:rPr>
              <a:t>sets</a:t>
            </a:r>
            <a:endParaRPr lang="en-GB" sz="1500" noProof="0" dirty="0">
              <a:latin typeface="Arial"/>
              <a:cs typeface="Arial"/>
            </a:endParaRPr>
          </a:p>
          <a:p>
            <a:pPr marL="469265" indent="-343535">
              <a:lnSpc>
                <a:spcPct val="100000"/>
              </a:lnSpc>
              <a:buChar char="●"/>
              <a:tabLst>
                <a:tab pos="469265" algn="l"/>
              </a:tabLst>
            </a:pPr>
            <a:r>
              <a:rPr lang="en-GB" sz="1500" spc="-20" noProof="0" dirty="0">
                <a:latin typeface="Arial"/>
                <a:cs typeface="Arial"/>
              </a:rPr>
              <a:t>etc.</a:t>
            </a:r>
            <a:endParaRPr lang="en-GB" sz="1500" noProof="0" dirty="0">
              <a:latin typeface="Arial"/>
              <a:cs typeface="Arial"/>
            </a:endParaRPr>
          </a:p>
          <a:p>
            <a:pPr marL="12700" marR="222250">
              <a:lnSpc>
                <a:spcPct val="100000"/>
              </a:lnSpc>
              <a:spcBef>
                <a:spcPts val="1575"/>
              </a:spcBef>
            </a:pPr>
            <a:r>
              <a:rPr lang="en-GB" sz="1500" spc="-10" noProof="0" dirty="0">
                <a:latin typeface="Arial"/>
                <a:cs typeface="Arial"/>
              </a:rPr>
              <a:t>They’ll</a:t>
            </a:r>
            <a:r>
              <a:rPr lang="en-GB" sz="1500" spc="-65" noProof="0" dirty="0">
                <a:latin typeface="Arial"/>
                <a:cs typeface="Arial"/>
              </a:rPr>
              <a:t> </a:t>
            </a:r>
            <a:r>
              <a:rPr lang="en-GB" sz="1500" spc="-40" noProof="0" dirty="0">
                <a:latin typeface="Arial"/>
                <a:cs typeface="Arial"/>
              </a:rPr>
              <a:t>also</a:t>
            </a:r>
            <a:r>
              <a:rPr lang="en-GB" sz="1500" spc="-65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often</a:t>
            </a:r>
            <a:r>
              <a:rPr lang="en-GB" sz="1500" spc="-65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detail</a:t>
            </a:r>
            <a:r>
              <a:rPr lang="en-GB" sz="1500" spc="-65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communication</a:t>
            </a:r>
            <a:r>
              <a:rPr lang="en-GB" sz="1500" spc="-60" noProof="0" dirty="0">
                <a:latin typeface="Arial"/>
                <a:cs typeface="Arial"/>
              </a:rPr>
              <a:t> </a:t>
            </a:r>
            <a:r>
              <a:rPr lang="en-GB" sz="1500" spc="-10" noProof="0" dirty="0">
                <a:latin typeface="Arial"/>
                <a:cs typeface="Arial"/>
              </a:rPr>
              <a:t>elements </a:t>
            </a:r>
            <a:r>
              <a:rPr lang="en-GB" sz="1500" spc="-45" noProof="0" dirty="0">
                <a:latin typeface="Arial"/>
                <a:cs typeface="Arial"/>
              </a:rPr>
              <a:t>such</a:t>
            </a:r>
            <a:r>
              <a:rPr lang="en-GB" sz="1500" spc="-80" noProof="0" dirty="0">
                <a:latin typeface="Arial"/>
                <a:cs typeface="Arial"/>
              </a:rPr>
              <a:t> </a:t>
            </a:r>
            <a:r>
              <a:rPr lang="en-GB" sz="1500" spc="-95" noProof="0" dirty="0">
                <a:latin typeface="Arial"/>
                <a:cs typeface="Arial"/>
              </a:rPr>
              <a:t>as</a:t>
            </a:r>
            <a:r>
              <a:rPr lang="en-GB" sz="1500" spc="-80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tone</a:t>
            </a:r>
            <a:r>
              <a:rPr lang="en-GB" sz="1500" spc="-75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of</a:t>
            </a:r>
            <a:r>
              <a:rPr lang="en-GB" sz="1500" spc="-80" noProof="0" dirty="0">
                <a:latin typeface="Arial"/>
                <a:cs typeface="Arial"/>
              </a:rPr>
              <a:t> </a:t>
            </a:r>
            <a:r>
              <a:rPr lang="en-GB" sz="1500" spc="-35" noProof="0" dirty="0">
                <a:latin typeface="Arial"/>
                <a:cs typeface="Arial"/>
              </a:rPr>
              <a:t>voice,</a:t>
            </a:r>
            <a:r>
              <a:rPr lang="en-GB" sz="1500" spc="-75" noProof="0" dirty="0">
                <a:latin typeface="Arial"/>
                <a:cs typeface="Arial"/>
              </a:rPr>
              <a:t> </a:t>
            </a:r>
            <a:r>
              <a:rPr lang="en-GB" sz="1500" spc="-40" noProof="0" dirty="0">
                <a:latin typeface="Arial"/>
                <a:cs typeface="Arial"/>
              </a:rPr>
              <a:t>image</a:t>
            </a:r>
            <a:r>
              <a:rPr lang="en-GB" sz="1500" spc="-80" noProof="0" dirty="0">
                <a:latin typeface="Arial"/>
                <a:cs typeface="Arial"/>
              </a:rPr>
              <a:t> </a:t>
            </a:r>
            <a:r>
              <a:rPr lang="en-GB" sz="1500" spc="-20" noProof="0" dirty="0">
                <a:latin typeface="Arial"/>
                <a:cs typeface="Arial"/>
              </a:rPr>
              <a:t>adjustments,</a:t>
            </a:r>
            <a:r>
              <a:rPr lang="en-GB" sz="1500" spc="-75" noProof="0" dirty="0">
                <a:latin typeface="Arial"/>
                <a:cs typeface="Arial"/>
              </a:rPr>
              <a:t> </a:t>
            </a:r>
            <a:r>
              <a:rPr lang="en-GB" sz="1500" spc="-20" noProof="0" dirty="0">
                <a:latin typeface="Arial"/>
                <a:cs typeface="Arial"/>
              </a:rPr>
              <a:t>etc.</a:t>
            </a:r>
            <a:endParaRPr lang="en-GB" sz="1500" noProof="0" dirty="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1575"/>
              </a:spcBef>
            </a:pPr>
            <a:r>
              <a:rPr lang="en-GB" sz="1500" spc="-60" noProof="0" dirty="0">
                <a:latin typeface="Arial"/>
                <a:cs typeface="Arial"/>
              </a:rPr>
              <a:t>These</a:t>
            </a:r>
            <a:r>
              <a:rPr lang="en-GB" sz="1500" spc="-45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relatively</a:t>
            </a:r>
            <a:r>
              <a:rPr lang="en-GB" sz="1500" spc="-35" noProof="0" dirty="0">
                <a:latin typeface="Arial"/>
                <a:cs typeface="Arial"/>
              </a:rPr>
              <a:t> </a:t>
            </a:r>
            <a:r>
              <a:rPr lang="en-GB" sz="1500" spc="-45" noProof="0" dirty="0">
                <a:latin typeface="Arial"/>
                <a:cs typeface="Arial"/>
              </a:rPr>
              <a:t>basic</a:t>
            </a:r>
            <a:r>
              <a:rPr lang="en-GB" sz="1500" spc="-30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but</a:t>
            </a:r>
            <a:r>
              <a:rPr lang="en-GB" sz="1500" spc="-35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fundamental</a:t>
            </a:r>
            <a:r>
              <a:rPr lang="en-GB" sz="1500" spc="-30" noProof="0" dirty="0">
                <a:latin typeface="Arial"/>
                <a:cs typeface="Arial"/>
              </a:rPr>
              <a:t> </a:t>
            </a:r>
            <a:r>
              <a:rPr lang="en-GB" sz="1500" spc="-10" noProof="0" dirty="0">
                <a:latin typeface="Arial"/>
                <a:cs typeface="Arial"/>
              </a:rPr>
              <a:t>guidelines </a:t>
            </a:r>
            <a:r>
              <a:rPr lang="en-GB" sz="1500" spc="-55" noProof="0" dirty="0">
                <a:latin typeface="Arial"/>
                <a:cs typeface="Arial"/>
              </a:rPr>
              <a:t>can</a:t>
            </a:r>
            <a:r>
              <a:rPr lang="en-GB" sz="1500" spc="-105" noProof="0" dirty="0">
                <a:latin typeface="Arial"/>
                <a:cs typeface="Arial"/>
              </a:rPr>
              <a:t> </a:t>
            </a:r>
            <a:r>
              <a:rPr lang="en-GB" sz="1500" spc="-10" noProof="0" dirty="0">
                <a:latin typeface="Arial"/>
                <a:cs typeface="Arial"/>
              </a:rPr>
              <a:t>help</a:t>
            </a:r>
            <a:r>
              <a:rPr lang="en-GB" sz="1500" spc="-105" noProof="0" dirty="0">
                <a:latin typeface="Arial"/>
                <a:cs typeface="Arial"/>
              </a:rPr>
              <a:t> </a:t>
            </a:r>
            <a:r>
              <a:rPr lang="en-GB" sz="1500" spc="-25" noProof="0" dirty="0">
                <a:latin typeface="Arial"/>
                <a:cs typeface="Arial"/>
              </a:rPr>
              <a:t>ensure</a:t>
            </a:r>
            <a:r>
              <a:rPr lang="en-GB" sz="1500" spc="-105" noProof="0" dirty="0">
                <a:latin typeface="Arial"/>
                <a:cs typeface="Arial"/>
              </a:rPr>
              <a:t> </a:t>
            </a:r>
            <a:r>
              <a:rPr lang="en-GB" sz="1500" spc="50" noProof="0" dirty="0">
                <a:latin typeface="Arial"/>
                <a:cs typeface="Arial"/>
              </a:rPr>
              <a:t>that</a:t>
            </a:r>
            <a:r>
              <a:rPr lang="en-GB" sz="1500" spc="-105" noProof="0" dirty="0">
                <a:latin typeface="Arial"/>
                <a:cs typeface="Arial"/>
              </a:rPr>
              <a:t> </a:t>
            </a:r>
            <a:r>
              <a:rPr lang="en-GB" sz="1500" spc="-85" noProof="0" dirty="0">
                <a:latin typeface="Arial"/>
                <a:cs typeface="Arial"/>
              </a:rPr>
              <a:t>a</a:t>
            </a:r>
            <a:r>
              <a:rPr lang="en-GB" sz="1500" spc="-105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team</a:t>
            </a:r>
            <a:r>
              <a:rPr lang="en-GB" sz="1500" spc="-105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(or</a:t>
            </a:r>
            <a:r>
              <a:rPr lang="en-GB" sz="1500" spc="-105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external</a:t>
            </a:r>
            <a:r>
              <a:rPr lang="en-GB" sz="1500" spc="-105" noProof="0" dirty="0">
                <a:latin typeface="Arial"/>
                <a:cs typeface="Arial"/>
              </a:rPr>
              <a:t> </a:t>
            </a:r>
            <a:r>
              <a:rPr lang="en-GB" sz="1500" spc="-30" noProof="0" dirty="0">
                <a:latin typeface="Arial"/>
                <a:cs typeface="Arial"/>
              </a:rPr>
              <a:t>companies) </a:t>
            </a:r>
            <a:r>
              <a:rPr lang="en-GB" sz="1500" spc="-55" noProof="0" dirty="0">
                <a:latin typeface="Arial"/>
                <a:cs typeface="Arial"/>
              </a:rPr>
              <a:t>can</a:t>
            </a:r>
            <a:r>
              <a:rPr lang="en-GB" sz="1500" spc="-110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create</a:t>
            </a:r>
            <a:r>
              <a:rPr lang="en-GB" sz="1500" spc="-110" noProof="0" dirty="0">
                <a:latin typeface="Arial"/>
                <a:cs typeface="Arial"/>
              </a:rPr>
              <a:t> </a:t>
            </a:r>
            <a:r>
              <a:rPr lang="en-GB" sz="1500" spc="-85" noProof="0" dirty="0">
                <a:latin typeface="Arial"/>
                <a:cs typeface="Arial"/>
              </a:rPr>
              <a:t>a</a:t>
            </a:r>
            <a:r>
              <a:rPr lang="en-GB" sz="1500" spc="-105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consistent</a:t>
            </a:r>
            <a:r>
              <a:rPr lang="en-GB" sz="1500" spc="-110" noProof="0" dirty="0">
                <a:latin typeface="Arial"/>
                <a:cs typeface="Arial"/>
              </a:rPr>
              <a:t> </a:t>
            </a:r>
            <a:r>
              <a:rPr lang="en-GB" sz="1500" spc="-25" noProof="0" dirty="0">
                <a:latin typeface="Arial"/>
                <a:cs typeface="Arial"/>
              </a:rPr>
              <a:t>experience</a:t>
            </a:r>
            <a:r>
              <a:rPr lang="en-GB" sz="1500" spc="-105" noProof="0" dirty="0">
                <a:latin typeface="Arial"/>
                <a:cs typeface="Arial"/>
              </a:rPr>
              <a:t> </a:t>
            </a:r>
            <a:r>
              <a:rPr lang="en-GB" sz="1500" spc="60" noProof="0" dirty="0">
                <a:latin typeface="Arial"/>
                <a:cs typeface="Arial"/>
              </a:rPr>
              <a:t>for</a:t>
            </a:r>
            <a:r>
              <a:rPr lang="en-GB" sz="1500" spc="-110" noProof="0" dirty="0">
                <a:latin typeface="Arial"/>
                <a:cs typeface="Arial"/>
              </a:rPr>
              <a:t> </a:t>
            </a:r>
            <a:r>
              <a:rPr lang="en-GB" sz="1500" spc="-10" noProof="0" dirty="0">
                <a:latin typeface="Arial"/>
                <a:cs typeface="Arial"/>
              </a:rPr>
              <a:t>users.</a:t>
            </a:r>
            <a:endParaRPr lang="en-GB" sz="1500" noProof="0" dirty="0">
              <a:latin typeface="Arial"/>
              <a:cs typeface="Arial"/>
            </a:endParaRPr>
          </a:p>
        </p:txBody>
      </p:sp>
      <p:grpSp>
        <p:nvGrpSpPr>
          <p:cNvPr id="4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086100" y="0"/>
            <a:ext cx="4058285" cy="5143500"/>
            <a:chOff x="5086100" y="0"/>
            <a:chExt cx="4058285" cy="5143500"/>
          </a:xfrm>
        </p:grpSpPr>
        <p:sp>
          <p:nvSpPr>
            <p:cNvPr id="5" name="object 5"/>
            <p:cNvSpPr/>
            <p:nvPr/>
          </p:nvSpPr>
          <p:spPr>
            <a:xfrm>
              <a:off x="5086100" y="0"/>
              <a:ext cx="4058285" cy="5143500"/>
            </a:xfrm>
            <a:custGeom>
              <a:avLst/>
              <a:gdLst/>
              <a:ahLst/>
              <a:cxnLst/>
              <a:rect l="l" t="t" r="r" b="b"/>
              <a:pathLst>
                <a:path w="4058284" h="5143500">
                  <a:moveTo>
                    <a:pt x="4057799" y="5143499"/>
                  </a:moveTo>
                  <a:lnTo>
                    <a:pt x="0" y="5143499"/>
                  </a:lnTo>
                  <a:lnTo>
                    <a:pt x="0" y="0"/>
                  </a:lnTo>
                  <a:lnTo>
                    <a:pt x="4057799" y="0"/>
                  </a:lnTo>
                  <a:lnTo>
                    <a:pt x="4057799" y="5143499"/>
                  </a:lnTo>
                  <a:close/>
                </a:path>
              </a:pathLst>
            </a:custGeom>
            <a:solidFill>
              <a:srgbClr val="F7CE47"/>
            </a:solidFill>
          </p:spPr>
          <p:txBody>
            <a:bodyPr wrap="square" lIns="0" tIns="0" rIns="0" bIns="0" rtlCol="0"/>
            <a:lstStyle/>
            <a:p>
              <a:endParaRPr lang="en-GB" noProof="0" dirty="0"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81796" y="4732099"/>
              <a:ext cx="1070833" cy="35399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86100" y="1256709"/>
              <a:ext cx="4057799" cy="288058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9924" y="255488"/>
            <a:ext cx="430974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noProof="0" dirty="0"/>
              <a:t>Style</a:t>
            </a:r>
            <a:r>
              <a:rPr lang="en-GB" spc="15" noProof="0" dirty="0"/>
              <a:t> </a:t>
            </a:r>
            <a:r>
              <a:rPr lang="en-GB" spc="-10" noProof="0" dirty="0"/>
              <a:t>Guides/Cookbooks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9924" y="891758"/>
            <a:ext cx="4380230" cy="402399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220345">
              <a:lnSpc>
                <a:spcPct val="101000"/>
              </a:lnSpc>
              <a:spcBef>
                <a:spcPts val="85"/>
              </a:spcBef>
            </a:pPr>
            <a:r>
              <a:rPr lang="en-GB" sz="1300" noProof="0" dirty="0">
                <a:latin typeface="Arial"/>
                <a:cs typeface="Arial"/>
              </a:rPr>
              <a:t>A</a:t>
            </a:r>
            <a:r>
              <a:rPr lang="en-GB" sz="1300" spc="-70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software</a:t>
            </a:r>
            <a:r>
              <a:rPr lang="en-GB" sz="1300" spc="-65" noProof="0" dirty="0">
                <a:latin typeface="Arial"/>
                <a:cs typeface="Arial"/>
              </a:rPr>
              <a:t> </a:t>
            </a:r>
            <a:r>
              <a:rPr lang="en-GB" sz="1300" spc="-20" noProof="0" dirty="0">
                <a:latin typeface="Arial"/>
                <a:cs typeface="Arial"/>
              </a:rPr>
              <a:t>speciﬁc</a:t>
            </a:r>
            <a:r>
              <a:rPr lang="en-GB" sz="1300" spc="-65" noProof="0" dirty="0">
                <a:latin typeface="Arial"/>
                <a:cs typeface="Arial"/>
              </a:rPr>
              <a:t> </a:t>
            </a:r>
            <a:r>
              <a:rPr lang="en-GB" sz="1300" spc="-10" noProof="0" dirty="0">
                <a:latin typeface="Arial"/>
                <a:cs typeface="Arial"/>
              </a:rPr>
              <a:t>extension</a:t>
            </a:r>
            <a:r>
              <a:rPr lang="en-GB" sz="1300" spc="-70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of</a:t>
            </a:r>
            <a:r>
              <a:rPr lang="en-GB" sz="1300" spc="-65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brand</a:t>
            </a:r>
            <a:r>
              <a:rPr lang="en-GB" sz="1300" spc="-65" noProof="0" dirty="0">
                <a:latin typeface="Arial"/>
                <a:cs typeface="Arial"/>
              </a:rPr>
              <a:t> </a:t>
            </a:r>
            <a:r>
              <a:rPr lang="en-GB" sz="1300" spc="-20" noProof="0" dirty="0">
                <a:latin typeface="Arial"/>
                <a:cs typeface="Arial"/>
              </a:rPr>
              <a:t>guidelines</a:t>
            </a:r>
            <a:r>
              <a:rPr lang="en-GB" sz="1300" spc="-70" noProof="0" dirty="0">
                <a:latin typeface="Arial"/>
                <a:cs typeface="Arial"/>
              </a:rPr>
              <a:t> </a:t>
            </a:r>
            <a:r>
              <a:rPr lang="en-GB" sz="1300" spc="-10" noProof="0" dirty="0">
                <a:latin typeface="Arial"/>
                <a:cs typeface="Arial"/>
              </a:rPr>
              <a:t>are</a:t>
            </a:r>
            <a:r>
              <a:rPr lang="en-GB" sz="1300" spc="-65" noProof="0" dirty="0">
                <a:latin typeface="Arial"/>
                <a:cs typeface="Arial"/>
              </a:rPr>
              <a:t> </a:t>
            </a:r>
            <a:r>
              <a:rPr lang="en-GB" sz="1300" spc="-10" noProof="0" dirty="0">
                <a:latin typeface="Arial"/>
                <a:cs typeface="Arial"/>
              </a:rPr>
              <a:t>style </a:t>
            </a:r>
            <a:r>
              <a:rPr lang="en-GB" sz="1300" spc="-45" noProof="0" dirty="0">
                <a:latin typeface="Arial"/>
                <a:cs typeface="Arial"/>
              </a:rPr>
              <a:t>guides, </a:t>
            </a:r>
            <a:r>
              <a:rPr lang="en-GB" sz="1300" spc="-20" noProof="0" dirty="0">
                <a:latin typeface="Arial"/>
                <a:cs typeface="Arial"/>
              </a:rPr>
              <a:t>sometimes</a:t>
            </a:r>
            <a:r>
              <a:rPr lang="en-GB" sz="1300" spc="-40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referred</a:t>
            </a:r>
            <a:r>
              <a:rPr lang="en-GB" sz="1300" spc="-40" noProof="0" dirty="0">
                <a:latin typeface="Arial"/>
                <a:cs typeface="Arial"/>
              </a:rPr>
              <a:t> </a:t>
            </a:r>
            <a:r>
              <a:rPr lang="en-GB" sz="1300" spc="55" noProof="0" dirty="0">
                <a:latin typeface="Arial"/>
                <a:cs typeface="Arial"/>
              </a:rPr>
              <a:t>to</a:t>
            </a:r>
            <a:r>
              <a:rPr lang="en-GB" sz="1300" spc="-40" noProof="0" dirty="0">
                <a:latin typeface="Arial"/>
                <a:cs typeface="Arial"/>
              </a:rPr>
              <a:t> </a:t>
            </a:r>
            <a:r>
              <a:rPr lang="en-GB" sz="1300" spc="-85" noProof="0" dirty="0">
                <a:latin typeface="Arial"/>
                <a:cs typeface="Arial"/>
              </a:rPr>
              <a:t>as</a:t>
            </a:r>
            <a:r>
              <a:rPr lang="en-GB" sz="1300" spc="-40" noProof="0" dirty="0">
                <a:latin typeface="Arial"/>
                <a:cs typeface="Arial"/>
              </a:rPr>
              <a:t> </a:t>
            </a:r>
            <a:r>
              <a:rPr lang="en-GB" sz="1300" spc="-20" noProof="0" dirty="0">
                <a:latin typeface="Arial"/>
                <a:cs typeface="Arial"/>
              </a:rPr>
              <a:t>cookbooks</a:t>
            </a:r>
            <a:r>
              <a:rPr lang="en-GB" sz="1300" spc="-40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or</a:t>
            </a:r>
            <a:r>
              <a:rPr lang="en-GB" sz="1300" spc="-40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100</a:t>
            </a:r>
            <a:r>
              <a:rPr lang="en-GB" sz="1300" spc="-40" noProof="0" dirty="0">
                <a:latin typeface="Arial"/>
                <a:cs typeface="Arial"/>
              </a:rPr>
              <a:t> </a:t>
            </a:r>
            <a:r>
              <a:rPr lang="en-GB" sz="1300" spc="-10" noProof="0" dirty="0">
                <a:latin typeface="Arial"/>
                <a:cs typeface="Arial"/>
              </a:rPr>
              <a:t>other names.</a:t>
            </a:r>
            <a:endParaRPr lang="en-GB" sz="1300" noProof="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lang="en-GB" sz="1350" noProof="0" dirty="0">
              <a:latin typeface="Arial"/>
              <a:cs typeface="Arial"/>
            </a:endParaRPr>
          </a:p>
          <a:p>
            <a:pPr marL="12700" marR="189865">
              <a:lnSpc>
                <a:spcPct val="101000"/>
              </a:lnSpc>
            </a:pPr>
            <a:r>
              <a:rPr lang="en-GB" sz="1300" spc="-25" noProof="0" dirty="0">
                <a:latin typeface="Arial"/>
                <a:cs typeface="Arial"/>
              </a:rPr>
              <a:t>This</a:t>
            </a:r>
            <a:r>
              <a:rPr lang="en-GB" sz="1300" spc="-90" noProof="0" dirty="0">
                <a:latin typeface="Arial"/>
                <a:cs typeface="Arial"/>
              </a:rPr>
              <a:t> </a:t>
            </a:r>
            <a:r>
              <a:rPr lang="en-GB" sz="1300" spc="-10" noProof="0" dirty="0">
                <a:latin typeface="Arial"/>
                <a:cs typeface="Arial"/>
              </a:rPr>
              <a:t>extension</a:t>
            </a:r>
            <a:r>
              <a:rPr lang="en-GB" sz="1300" spc="-85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most</a:t>
            </a:r>
            <a:r>
              <a:rPr lang="en-GB" sz="1300" spc="-90" noProof="0" dirty="0">
                <a:latin typeface="Arial"/>
                <a:cs typeface="Arial"/>
              </a:rPr>
              <a:t> </a:t>
            </a:r>
            <a:r>
              <a:rPr lang="en-GB" sz="1300" spc="-10" noProof="0" dirty="0">
                <a:latin typeface="Arial"/>
                <a:cs typeface="Arial"/>
              </a:rPr>
              <a:t>commonly</a:t>
            </a:r>
            <a:r>
              <a:rPr lang="en-GB" sz="1300" spc="-85" noProof="0" dirty="0">
                <a:latin typeface="Arial"/>
                <a:cs typeface="Arial"/>
              </a:rPr>
              <a:t> </a:t>
            </a:r>
            <a:r>
              <a:rPr lang="en-GB" sz="1300" spc="-10" noProof="0" dirty="0">
                <a:latin typeface="Arial"/>
                <a:cs typeface="Arial"/>
              </a:rPr>
              <a:t>contains</a:t>
            </a:r>
            <a:r>
              <a:rPr lang="en-GB" sz="1300" spc="-90" noProof="0" dirty="0">
                <a:latin typeface="Arial"/>
                <a:cs typeface="Arial"/>
              </a:rPr>
              <a:t> </a:t>
            </a:r>
            <a:r>
              <a:rPr lang="en-GB" sz="1300" spc="-20" noProof="0" dirty="0">
                <a:latin typeface="Arial"/>
                <a:cs typeface="Arial"/>
              </a:rPr>
              <a:t>visual</a:t>
            </a:r>
            <a:r>
              <a:rPr lang="en-GB" sz="1300" spc="-85" noProof="0" dirty="0">
                <a:latin typeface="Arial"/>
                <a:cs typeface="Arial"/>
              </a:rPr>
              <a:t> </a:t>
            </a:r>
            <a:r>
              <a:rPr lang="en-GB" sz="1300" spc="-35" noProof="0" dirty="0">
                <a:latin typeface="Arial"/>
                <a:cs typeface="Arial"/>
              </a:rPr>
              <a:t>guides</a:t>
            </a:r>
            <a:r>
              <a:rPr lang="en-GB" sz="1300" spc="-85" noProof="0" dirty="0">
                <a:latin typeface="Arial"/>
                <a:cs typeface="Arial"/>
              </a:rPr>
              <a:t> </a:t>
            </a:r>
            <a:r>
              <a:rPr lang="en-GB" sz="1300" spc="30" noProof="0" dirty="0">
                <a:latin typeface="Arial"/>
                <a:cs typeface="Arial"/>
              </a:rPr>
              <a:t>to </a:t>
            </a:r>
            <a:r>
              <a:rPr lang="en-GB" sz="1300" spc="-20" noProof="0" dirty="0">
                <a:latin typeface="Arial"/>
                <a:cs typeface="Arial"/>
              </a:rPr>
              <a:t>speciﬁc</a:t>
            </a:r>
            <a:r>
              <a:rPr lang="en-GB" sz="1300" spc="-60" noProof="0" dirty="0">
                <a:latin typeface="Arial"/>
                <a:cs typeface="Arial"/>
              </a:rPr>
              <a:t> </a:t>
            </a:r>
            <a:r>
              <a:rPr lang="en-GB" sz="1300" spc="-20" noProof="0" dirty="0">
                <a:latin typeface="Arial"/>
                <a:cs typeface="Arial"/>
              </a:rPr>
              <a:t>elements</a:t>
            </a:r>
            <a:r>
              <a:rPr lang="en-GB" sz="1300" spc="-55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that</a:t>
            </a:r>
            <a:r>
              <a:rPr lang="en-GB" sz="1300" spc="-55" noProof="0" dirty="0">
                <a:latin typeface="Arial"/>
                <a:cs typeface="Arial"/>
              </a:rPr>
              <a:t> </a:t>
            </a:r>
            <a:r>
              <a:rPr lang="en-GB" sz="1300" spc="-50" noProof="0" dirty="0">
                <a:latin typeface="Arial"/>
                <a:cs typeface="Arial"/>
              </a:rPr>
              <a:t>can</a:t>
            </a:r>
            <a:r>
              <a:rPr lang="en-GB" sz="1300" spc="-55" noProof="0" dirty="0">
                <a:latin typeface="Arial"/>
                <a:cs typeface="Arial"/>
              </a:rPr>
              <a:t> </a:t>
            </a:r>
            <a:r>
              <a:rPr lang="en-GB" sz="1300" spc="-30" noProof="0" dirty="0">
                <a:latin typeface="Arial"/>
                <a:cs typeface="Arial"/>
              </a:rPr>
              <a:t>be</a:t>
            </a:r>
            <a:r>
              <a:rPr lang="en-GB" sz="1300" spc="-60" noProof="0" dirty="0">
                <a:latin typeface="Arial"/>
                <a:cs typeface="Arial"/>
              </a:rPr>
              <a:t> </a:t>
            </a:r>
            <a:r>
              <a:rPr lang="en-GB" sz="1300" spc="-45" noProof="0" dirty="0">
                <a:latin typeface="Arial"/>
                <a:cs typeface="Arial"/>
              </a:rPr>
              <a:t>used</a:t>
            </a:r>
            <a:r>
              <a:rPr lang="en-GB" sz="1300" spc="-55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in</a:t>
            </a:r>
            <a:r>
              <a:rPr lang="en-GB" sz="1300" spc="-55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web</a:t>
            </a:r>
            <a:r>
              <a:rPr lang="en-GB" sz="1300" spc="-55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or</a:t>
            </a:r>
            <a:r>
              <a:rPr lang="en-GB" sz="1300" spc="-60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software</a:t>
            </a:r>
            <a:r>
              <a:rPr lang="en-GB" sz="1300" spc="-55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-</a:t>
            </a:r>
            <a:r>
              <a:rPr lang="en-GB" sz="1300" spc="-55" noProof="0" dirty="0">
                <a:latin typeface="Arial"/>
                <a:cs typeface="Arial"/>
              </a:rPr>
              <a:t> </a:t>
            </a:r>
            <a:r>
              <a:rPr lang="en-GB" sz="1300" spc="-25" noProof="0" dirty="0">
                <a:latin typeface="Arial"/>
                <a:cs typeface="Arial"/>
              </a:rPr>
              <a:t>but </a:t>
            </a:r>
            <a:r>
              <a:rPr lang="en-GB" sz="1300" noProof="0" dirty="0">
                <a:latin typeface="Arial"/>
                <a:cs typeface="Arial"/>
              </a:rPr>
              <a:t>this</a:t>
            </a:r>
            <a:r>
              <a:rPr lang="en-GB" sz="1300" spc="-80" noProof="0" dirty="0">
                <a:latin typeface="Arial"/>
                <a:cs typeface="Arial"/>
              </a:rPr>
              <a:t> </a:t>
            </a:r>
            <a:r>
              <a:rPr lang="en-GB" sz="1300" spc="-50" noProof="0" dirty="0">
                <a:latin typeface="Arial"/>
                <a:cs typeface="Arial"/>
              </a:rPr>
              <a:t>can</a:t>
            </a:r>
            <a:r>
              <a:rPr lang="en-GB" sz="1300" spc="-80" noProof="0" dirty="0">
                <a:latin typeface="Arial"/>
                <a:cs typeface="Arial"/>
              </a:rPr>
              <a:t> </a:t>
            </a:r>
            <a:r>
              <a:rPr lang="en-GB" sz="1300" spc="-10" noProof="0" dirty="0">
                <a:latin typeface="Arial"/>
                <a:cs typeface="Arial"/>
              </a:rPr>
              <a:t>extend</a:t>
            </a:r>
            <a:r>
              <a:rPr lang="en-GB" sz="1300" spc="-75" noProof="0" dirty="0">
                <a:latin typeface="Arial"/>
                <a:cs typeface="Arial"/>
              </a:rPr>
              <a:t> </a:t>
            </a:r>
            <a:r>
              <a:rPr lang="en-GB" sz="1300" spc="55" noProof="0" dirty="0">
                <a:latin typeface="Arial"/>
                <a:cs typeface="Arial"/>
              </a:rPr>
              <a:t>to</a:t>
            </a:r>
            <a:r>
              <a:rPr lang="en-GB" sz="1300" spc="-80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details</a:t>
            </a:r>
            <a:r>
              <a:rPr lang="en-GB" sz="1300" spc="-75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of</a:t>
            </a:r>
            <a:r>
              <a:rPr lang="en-GB" sz="1300" spc="-80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breakpoints</a:t>
            </a:r>
            <a:r>
              <a:rPr lang="en-GB" sz="1300" spc="-75" noProof="0" dirty="0">
                <a:latin typeface="Arial"/>
                <a:cs typeface="Arial"/>
              </a:rPr>
              <a:t> </a:t>
            </a:r>
            <a:r>
              <a:rPr lang="en-GB" sz="1300" spc="55" noProof="0" dirty="0">
                <a:latin typeface="Arial"/>
                <a:cs typeface="Arial"/>
              </a:rPr>
              <a:t>for</a:t>
            </a:r>
            <a:r>
              <a:rPr lang="en-GB" sz="1300" spc="-80" noProof="0" dirty="0">
                <a:latin typeface="Arial"/>
                <a:cs typeface="Arial"/>
              </a:rPr>
              <a:t> </a:t>
            </a:r>
            <a:r>
              <a:rPr lang="en-GB" sz="1300" spc="-10" noProof="0" dirty="0">
                <a:latin typeface="Arial"/>
                <a:cs typeface="Arial"/>
              </a:rPr>
              <a:t>responsive </a:t>
            </a:r>
            <a:r>
              <a:rPr lang="en-GB" sz="1300" spc="-45" noProof="0" dirty="0">
                <a:latin typeface="Arial"/>
                <a:cs typeface="Arial"/>
              </a:rPr>
              <a:t>design,</a:t>
            </a:r>
            <a:r>
              <a:rPr lang="en-GB" sz="1300" spc="-40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or</a:t>
            </a:r>
            <a:r>
              <a:rPr lang="en-GB" sz="1300" spc="-35" noProof="0" dirty="0">
                <a:latin typeface="Arial"/>
                <a:cs typeface="Arial"/>
              </a:rPr>
              <a:t> </a:t>
            </a:r>
            <a:r>
              <a:rPr lang="en-GB" sz="1300" spc="-40" noProof="0" dirty="0">
                <a:latin typeface="Arial"/>
                <a:cs typeface="Arial"/>
              </a:rPr>
              <a:t>maybe</a:t>
            </a:r>
            <a:r>
              <a:rPr lang="en-GB" sz="1300" spc="-35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the</a:t>
            </a:r>
            <a:r>
              <a:rPr lang="en-GB" sz="1300" spc="-35" noProof="0" dirty="0">
                <a:latin typeface="Arial"/>
                <a:cs typeface="Arial"/>
              </a:rPr>
              <a:t> </a:t>
            </a:r>
            <a:r>
              <a:rPr lang="en-GB" sz="1300" spc="-20" noProof="0" dirty="0">
                <a:latin typeface="Arial"/>
                <a:cs typeface="Arial"/>
              </a:rPr>
              <a:t>speciﬁc</a:t>
            </a:r>
            <a:r>
              <a:rPr lang="en-GB" sz="1300" spc="-40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transition</a:t>
            </a:r>
            <a:r>
              <a:rPr lang="en-GB" sz="1300" spc="-35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details</a:t>
            </a:r>
            <a:r>
              <a:rPr lang="en-GB" sz="1300" spc="-35" noProof="0" dirty="0">
                <a:latin typeface="Arial"/>
                <a:cs typeface="Arial"/>
              </a:rPr>
              <a:t> </a:t>
            </a:r>
            <a:r>
              <a:rPr lang="en-GB" sz="1300" spc="30" noProof="0" dirty="0">
                <a:latin typeface="Arial"/>
                <a:cs typeface="Arial"/>
              </a:rPr>
              <a:t>for </a:t>
            </a:r>
            <a:r>
              <a:rPr lang="en-GB" sz="1300" spc="-10" noProof="0" dirty="0">
                <a:latin typeface="Arial"/>
                <a:cs typeface="Arial"/>
              </a:rPr>
              <a:t>animations.</a:t>
            </a:r>
            <a:endParaRPr lang="en-GB" sz="1300" noProof="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lang="en-GB" sz="1350" noProof="0" dirty="0">
              <a:latin typeface="Arial"/>
              <a:cs typeface="Arial"/>
            </a:endParaRPr>
          </a:p>
          <a:p>
            <a:pPr marL="12700" marR="55880">
              <a:lnSpc>
                <a:spcPct val="101000"/>
              </a:lnSpc>
            </a:pPr>
            <a:r>
              <a:rPr lang="en-GB" sz="1300" spc="-50" noProof="0" dirty="0">
                <a:latin typeface="Arial"/>
                <a:cs typeface="Arial"/>
              </a:rPr>
              <a:t>These</a:t>
            </a:r>
            <a:r>
              <a:rPr lang="en-GB" sz="1300" spc="-60" noProof="0" dirty="0">
                <a:latin typeface="Arial"/>
                <a:cs typeface="Arial"/>
              </a:rPr>
              <a:t> </a:t>
            </a:r>
            <a:r>
              <a:rPr lang="en-GB" sz="1300" spc="-35" noProof="0" dirty="0">
                <a:latin typeface="Arial"/>
                <a:cs typeface="Arial"/>
              </a:rPr>
              <a:t>guides</a:t>
            </a:r>
            <a:r>
              <a:rPr lang="en-GB" sz="1300" spc="-60" noProof="0" dirty="0">
                <a:latin typeface="Arial"/>
                <a:cs typeface="Arial"/>
              </a:rPr>
              <a:t> </a:t>
            </a:r>
            <a:r>
              <a:rPr lang="en-GB" sz="1300" spc="-30" noProof="0" dirty="0">
                <a:latin typeface="Arial"/>
                <a:cs typeface="Arial"/>
              </a:rPr>
              <a:t>become</a:t>
            </a:r>
            <a:r>
              <a:rPr lang="en-GB" sz="1300" spc="-60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very</a:t>
            </a:r>
            <a:r>
              <a:rPr lang="en-GB" sz="1300" spc="-55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powerful</a:t>
            </a:r>
            <a:r>
              <a:rPr lang="en-GB" sz="1300" spc="-60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when</a:t>
            </a:r>
            <a:r>
              <a:rPr lang="en-GB" sz="1300" spc="-60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they</a:t>
            </a:r>
            <a:r>
              <a:rPr lang="en-GB" sz="1300" spc="-55" noProof="0" dirty="0">
                <a:latin typeface="Arial"/>
                <a:cs typeface="Arial"/>
              </a:rPr>
              <a:t> </a:t>
            </a:r>
            <a:r>
              <a:rPr lang="en-GB" sz="1300" spc="-10" noProof="0" dirty="0">
                <a:latin typeface="Arial"/>
                <a:cs typeface="Arial"/>
              </a:rPr>
              <a:t>are</a:t>
            </a:r>
            <a:r>
              <a:rPr lang="en-GB" sz="1300" spc="-60" noProof="0" dirty="0">
                <a:latin typeface="Arial"/>
                <a:cs typeface="Arial"/>
              </a:rPr>
              <a:t> </a:t>
            </a:r>
            <a:r>
              <a:rPr lang="en-GB" sz="1300" spc="-10" noProof="0" dirty="0">
                <a:latin typeface="Arial"/>
                <a:cs typeface="Arial"/>
              </a:rPr>
              <a:t>created </a:t>
            </a:r>
            <a:r>
              <a:rPr lang="en-GB" sz="1300" spc="55" noProof="0" dirty="0">
                <a:latin typeface="Arial"/>
                <a:cs typeface="Arial"/>
              </a:rPr>
              <a:t>for</a:t>
            </a:r>
            <a:r>
              <a:rPr lang="en-GB" sz="1300" spc="-65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the</a:t>
            </a:r>
            <a:r>
              <a:rPr lang="en-GB" sz="1300" spc="-65" noProof="0" dirty="0">
                <a:latin typeface="Arial"/>
                <a:cs typeface="Arial"/>
              </a:rPr>
              <a:t> </a:t>
            </a:r>
            <a:r>
              <a:rPr lang="en-GB" sz="1300" spc="-30" noProof="0" dirty="0">
                <a:latin typeface="Arial"/>
                <a:cs typeface="Arial"/>
              </a:rPr>
              <a:t>web,</a:t>
            </a:r>
            <a:r>
              <a:rPr lang="en-GB" sz="1300" spc="-65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they</a:t>
            </a:r>
            <a:r>
              <a:rPr lang="en-GB" sz="1300" spc="-65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then</a:t>
            </a:r>
            <a:r>
              <a:rPr lang="en-GB" sz="1300" spc="-65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act</a:t>
            </a:r>
            <a:r>
              <a:rPr lang="en-GB" sz="1300" spc="-65" noProof="0" dirty="0">
                <a:latin typeface="Arial"/>
                <a:cs typeface="Arial"/>
              </a:rPr>
              <a:t> </a:t>
            </a:r>
            <a:r>
              <a:rPr lang="en-GB" sz="1300" spc="-85" noProof="0" dirty="0">
                <a:latin typeface="Arial"/>
                <a:cs typeface="Arial"/>
              </a:rPr>
              <a:t>as</a:t>
            </a:r>
            <a:r>
              <a:rPr lang="en-GB" sz="1300" spc="-60" noProof="0" dirty="0">
                <a:latin typeface="Arial"/>
                <a:cs typeface="Arial"/>
              </a:rPr>
              <a:t> </a:t>
            </a:r>
            <a:r>
              <a:rPr lang="en-GB" sz="1300" spc="-75" noProof="0" dirty="0">
                <a:latin typeface="Arial"/>
                <a:cs typeface="Arial"/>
              </a:rPr>
              <a:t>a</a:t>
            </a:r>
            <a:r>
              <a:rPr lang="en-GB" sz="1300" spc="-65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sort</a:t>
            </a:r>
            <a:r>
              <a:rPr lang="en-GB" sz="1300" spc="-65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of</a:t>
            </a:r>
            <a:r>
              <a:rPr lang="en-GB" sz="1300" spc="-65" noProof="0" dirty="0">
                <a:latin typeface="Arial"/>
                <a:cs typeface="Arial"/>
              </a:rPr>
              <a:t> </a:t>
            </a:r>
            <a:r>
              <a:rPr lang="en-GB" sz="1300" spc="-25" noProof="0" dirty="0">
                <a:latin typeface="Arial"/>
                <a:cs typeface="Arial"/>
              </a:rPr>
              <a:t>copy/paste</a:t>
            </a:r>
            <a:r>
              <a:rPr lang="en-GB" sz="1300" spc="-65" noProof="0" dirty="0">
                <a:latin typeface="Arial"/>
                <a:cs typeface="Arial"/>
              </a:rPr>
              <a:t> </a:t>
            </a:r>
            <a:r>
              <a:rPr lang="en-GB" sz="1300" spc="-10" noProof="0" dirty="0">
                <a:latin typeface="Arial"/>
                <a:cs typeface="Arial"/>
              </a:rPr>
              <a:t>component </a:t>
            </a:r>
            <a:r>
              <a:rPr lang="en-GB" sz="1300" noProof="0" dirty="0">
                <a:latin typeface="Arial"/>
                <a:cs typeface="Arial"/>
              </a:rPr>
              <a:t>hub</a:t>
            </a:r>
            <a:r>
              <a:rPr lang="en-GB" sz="1300" spc="-80" noProof="0" dirty="0">
                <a:latin typeface="Arial"/>
                <a:cs typeface="Arial"/>
              </a:rPr>
              <a:t> </a:t>
            </a:r>
            <a:r>
              <a:rPr lang="en-GB" sz="1300" spc="55" noProof="0" dirty="0">
                <a:latin typeface="Arial"/>
                <a:cs typeface="Arial"/>
              </a:rPr>
              <a:t>for</a:t>
            </a:r>
            <a:r>
              <a:rPr lang="en-GB" sz="1300" spc="-75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crafting</a:t>
            </a:r>
            <a:r>
              <a:rPr lang="en-GB" sz="1300" spc="-75" noProof="0" dirty="0">
                <a:latin typeface="Arial"/>
                <a:cs typeface="Arial"/>
              </a:rPr>
              <a:t> </a:t>
            </a:r>
            <a:r>
              <a:rPr lang="en-GB" sz="1300" spc="-10" noProof="0" dirty="0">
                <a:latin typeface="Arial"/>
                <a:cs typeface="Arial"/>
              </a:rPr>
              <a:t>websites.</a:t>
            </a:r>
            <a:endParaRPr lang="en-GB" sz="1300" noProof="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lang="en-GB" sz="1350" noProof="0" dirty="0">
              <a:latin typeface="Arial"/>
              <a:cs typeface="Arial"/>
            </a:endParaRPr>
          </a:p>
          <a:p>
            <a:pPr marL="12700" marR="5080">
              <a:lnSpc>
                <a:spcPct val="101000"/>
              </a:lnSpc>
            </a:pPr>
            <a:r>
              <a:rPr lang="en-GB" sz="1300" spc="-45" noProof="0" dirty="0">
                <a:latin typeface="Arial"/>
                <a:cs typeface="Arial"/>
              </a:rPr>
              <a:t>As</a:t>
            </a:r>
            <a:r>
              <a:rPr lang="en-GB" sz="1300" spc="-80" noProof="0" dirty="0">
                <a:latin typeface="Arial"/>
                <a:cs typeface="Arial"/>
              </a:rPr>
              <a:t> </a:t>
            </a:r>
            <a:r>
              <a:rPr lang="en-GB" sz="1300" spc="-40" noProof="0" dirty="0">
                <a:latin typeface="Arial"/>
                <a:cs typeface="Arial"/>
              </a:rPr>
              <a:t>such</a:t>
            </a:r>
            <a:r>
              <a:rPr lang="en-GB" sz="1300" spc="-80" noProof="0" dirty="0">
                <a:latin typeface="Arial"/>
                <a:cs typeface="Arial"/>
              </a:rPr>
              <a:t> </a:t>
            </a:r>
            <a:r>
              <a:rPr lang="en-GB" sz="1300" spc="-20" noProof="0" dirty="0">
                <a:latin typeface="Arial"/>
                <a:cs typeface="Arial"/>
              </a:rPr>
              <a:t>these</a:t>
            </a:r>
            <a:r>
              <a:rPr lang="en-GB" sz="1300" spc="-80" noProof="0" dirty="0">
                <a:latin typeface="Arial"/>
                <a:cs typeface="Arial"/>
              </a:rPr>
              <a:t> </a:t>
            </a:r>
            <a:r>
              <a:rPr lang="en-GB" sz="1300" spc="-10" noProof="0" dirty="0">
                <a:latin typeface="Arial"/>
                <a:cs typeface="Arial"/>
              </a:rPr>
              <a:t>are</a:t>
            </a:r>
            <a:r>
              <a:rPr lang="en-GB" sz="1300" spc="-80" noProof="0" dirty="0">
                <a:latin typeface="Arial"/>
                <a:cs typeface="Arial"/>
              </a:rPr>
              <a:t> </a:t>
            </a:r>
            <a:r>
              <a:rPr lang="en-GB" sz="1300" spc="-20" noProof="0" dirty="0">
                <a:latin typeface="Arial"/>
                <a:cs typeface="Arial"/>
              </a:rPr>
              <a:t>becoming</a:t>
            </a:r>
            <a:r>
              <a:rPr lang="en-GB" sz="1300" spc="-75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more</a:t>
            </a:r>
            <a:r>
              <a:rPr lang="en-GB" sz="1300" spc="-80" noProof="0" dirty="0">
                <a:latin typeface="Arial"/>
                <a:cs typeface="Arial"/>
              </a:rPr>
              <a:t> </a:t>
            </a:r>
            <a:r>
              <a:rPr lang="en-GB" sz="1300" spc="-30" noProof="0" dirty="0">
                <a:latin typeface="Arial"/>
                <a:cs typeface="Arial"/>
              </a:rPr>
              <a:t>commonplace</a:t>
            </a:r>
            <a:r>
              <a:rPr lang="en-GB" sz="1300" spc="-80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in</a:t>
            </a:r>
            <a:r>
              <a:rPr lang="en-GB" sz="1300" spc="-80" noProof="0" dirty="0">
                <a:latin typeface="Arial"/>
                <a:cs typeface="Arial"/>
              </a:rPr>
              <a:t> </a:t>
            </a:r>
            <a:r>
              <a:rPr lang="en-GB" sz="1300" spc="-10" noProof="0" dirty="0">
                <a:latin typeface="Arial"/>
                <a:cs typeface="Arial"/>
              </a:rPr>
              <a:t>large organisations</a:t>
            </a:r>
            <a:r>
              <a:rPr lang="en-GB" sz="1300" spc="-75" noProof="0" dirty="0">
                <a:latin typeface="Arial"/>
                <a:cs typeface="Arial"/>
              </a:rPr>
              <a:t> </a:t>
            </a:r>
            <a:r>
              <a:rPr lang="en-GB" sz="1300" spc="55" noProof="0" dirty="0">
                <a:latin typeface="Arial"/>
                <a:cs typeface="Arial"/>
              </a:rPr>
              <a:t>to</a:t>
            </a:r>
            <a:r>
              <a:rPr lang="en-GB" sz="1300" spc="-70" noProof="0" dirty="0">
                <a:latin typeface="Arial"/>
                <a:cs typeface="Arial"/>
              </a:rPr>
              <a:t> </a:t>
            </a:r>
            <a:r>
              <a:rPr lang="en-GB" sz="1300" spc="-10" noProof="0" dirty="0">
                <a:latin typeface="Arial"/>
                <a:cs typeface="Arial"/>
              </a:rPr>
              <a:t>help</a:t>
            </a:r>
            <a:r>
              <a:rPr lang="en-GB" sz="1300" spc="-70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maintain</a:t>
            </a:r>
            <a:r>
              <a:rPr lang="en-GB" sz="1300" spc="-70" noProof="0" dirty="0">
                <a:latin typeface="Arial"/>
                <a:cs typeface="Arial"/>
              </a:rPr>
              <a:t> </a:t>
            </a:r>
            <a:r>
              <a:rPr lang="en-GB" sz="1300" spc="-20" noProof="0" dirty="0">
                <a:latin typeface="Arial"/>
                <a:cs typeface="Arial"/>
              </a:rPr>
              <a:t>consistency</a:t>
            </a:r>
            <a:r>
              <a:rPr lang="en-GB" sz="1300" spc="-75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between</a:t>
            </a:r>
            <a:r>
              <a:rPr lang="en-GB" sz="1300" spc="-70" noProof="0" dirty="0">
                <a:latin typeface="Arial"/>
                <a:cs typeface="Arial"/>
              </a:rPr>
              <a:t> </a:t>
            </a:r>
            <a:r>
              <a:rPr lang="en-GB" sz="1300" spc="-20" noProof="0" dirty="0">
                <a:latin typeface="Arial"/>
                <a:cs typeface="Arial"/>
              </a:rPr>
              <a:t>sites</a:t>
            </a:r>
            <a:r>
              <a:rPr lang="en-GB" sz="1300" spc="-70" noProof="0" dirty="0">
                <a:latin typeface="Arial"/>
                <a:cs typeface="Arial"/>
              </a:rPr>
              <a:t> </a:t>
            </a:r>
            <a:r>
              <a:rPr lang="en-GB" sz="1300" spc="-25" noProof="0" dirty="0">
                <a:latin typeface="Arial"/>
                <a:cs typeface="Arial"/>
              </a:rPr>
              <a:t>but </a:t>
            </a:r>
            <a:r>
              <a:rPr lang="en-GB" sz="1300" spc="-35" noProof="0" dirty="0">
                <a:latin typeface="Arial"/>
                <a:cs typeface="Arial"/>
              </a:rPr>
              <a:t>also</a:t>
            </a:r>
            <a:r>
              <a:rPr lang="en-GB" sz="1300" spc="-90" noProof="0" dirty="0">
                <a:latin typeface="Arial"/>
                <a:cs typeface="Arial"/>
              </a:rPr>
              <a:t> </a:t>
            </a:r>
            <a:r>
              <a:rPr lang="en-GB" sz="1300" spc="-25" noProof="0" dirty="0">
                <a:latin typeface="Arial"/>
                <a:cs typeface="Arial"/>
              </a:rPr>
              <a:t>enable</a:t>
            </a:r>
            <a:r>
              <a:rPr lang="en-GB" sz="1300" spc="-85" noProof="0" dirty="0">
                <a:latin typeface="Arial"/>
                <a:cs typeface="Arial"/>
              </a:rPr>
              <a:t> </a:t>
            </a:r>
            <a:r>
              <a:rPr lang="en-GB" sz="1300" spc="-75" noProof="0" dirty="0">
                <a:latin typeface="Arial"/>
                <a:cs typeface="Arial"/>
              </a:rPr>
              <a:t>a</a:t>
            </a:r>
            <a:r>
              <a:rPr lang="en-GB" sz="1300" spc="-90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core</a:t>
            </a:r>
            <a:r>
              <a:rPr lang="en-GB" sz="1300" spc="-85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team</a:t>
            </a:r>
            <a:r>
              <a:rPr lang="en-GB" sz="1300" spc="-85" noProof="0" dirty="0">
                <a:latin typeface="Arial"/>
                <a:cs typeface="Arial"/>
              </a:rPr>
              <a:t> </a:t>
            </a:r>
            <a:r>
              <a:rPr lang="en-GB" sz="1300" spc="55" noProof="0" dirty="0">
                <a:latin typeface="Arial"/>
                <a:cs typeface="Arial"/>
              </a:rPr>
              <a:t>to</a:t>
            </a:r>
            <a:r>
              <a:rPr lang="en-GB" sz="1300" spc="-90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maintain</a:t>
            </a:r>
            <a:r>
              <a:rPr lang="en-GB" sz="1300" spc="-85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the</a:t>
            </a:r>
            <a:r>
              <a:rPr lang="en-GB" sz="1300" spc="-85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online</a:t>
            </a:r>
            <a:r>
              <a:rPr lang="en-GB" sz="1300" spc="-90" noProof="0" dirty="0">
                <a:latin typeface="Arial"/>
                <a:cs typeface="Arial"/>
              </a:rPr>
              <a:t> </a:t>
            </a:r>
            <a:r>
              <a:rPr lang="en-GB" sz="1300" spc="-20" noProof="0" dirty="0">
                <a:latin typeface="Arial"/>
                <a:cs typeface="Arial"/>
              </a:rPr>
              <a:t>visual</a:t>
            </a:r>
            <a:r>
              <a:rPr lang="en-GB" sz="1300" spc="-85" noProof="0" dirty="0">
                <a:latin typeface="Arial"/>
                <a:cs typeface="Arial"/>
              </a:rPr>
              <a:t> </a:t>
            </a:r>
            <a:r>
              <a:rPr lang="en-GB" sz="1300" spc="-10" noProof="0" dirty="0">
                <a:latin typeface="Arial"/>
                <a:cs typeface="Arial"/>
              </a:rPr>
              <a:t>identify.</a:t>
            </a:r>
            <a:endParaRPr lang="en-GB" sz="1300" noProof="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lang="en-GB" sz="1350" noProof="0" dirty="0">
              <a:latin typeface="Arial"/>
              <a:cs typeface="Arial"/>
            </a:endParaRPr>
          </a:p>
          <a:p>
            <a:pPr marL="12700" marR="243840">
              <a:lnSpc>
                <a:spcPct val="101000"/>
              </a:lnSpc>
            </a:pPr>
            <a:r>
              <a:rPr lang="en-GB" sz="1300" spc="-45" noProof="0" dirty="0">
                <a:latin typeface="Arial"/>
                <a:cs typeface="Arial"/>
              </a:rPr>
              <a:t>As</a:t>
            </a:r>
            <a:r>
              <a:rPr lang="en-GB" sz="1300" spc="-80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well</a:t>
            </a:r>
            <a:r>
              <a:rPr lang="en-GB" sz="1300" spc="-80" noProof="0" dirty="0">
                <a:latin typeface="Arial"/>
                <a:cs typeface="Arial"/>
              </a:rPr>
              <a:t> </a:t>
            </a:r>
            <a:r>
              <a:rPr lang="en-GB" sz="1300" spc="-85" noProof="0" dirty="0">
                <a:latin typeface="Arial"/>
                <a:cs typeface="Arial"/>
              </a:rPr>
              <a:t>as</a:t>
            </a:r>
            <a:r>
              <a:rPr lang="en-GB" sz="1300" spc="-75" noProof="0" dirty="0">
                <a:latin typeface="Arial"/>
                <a:cs typeface="Arial"/>
              </a:rPr>
              <a:t> </a:t>
            </a:r>
            <a:r>
              <a:rPr lang="en-GB" sz="1300" spc="-20" noProof="0" dirty="0">
                <a:latin typeface="Arial"/>
                <a:cs typeface="Arial"/>
              </a:rPr>
              <a:t>being</a:t>
            </a:r>
            <a:r>
              <a:rPr lang="en-GB" sz="1300" spc="-80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crafted</a:t>
            </a:r>
            <a:r>
              <a:rPr lang="en-GB" sz="1300" spc="-80" noProof="0" dirty="0">
                <a:latin typeface="Arial"/>
                <a:cs typeface="Arial"/>
              </a:rPr>
              <a:t> </a:t>
            </a:r>
            <a:r>
              <a:rPr lang="en-GB" sz="1300" spc="55" noProof="0" dirty="0">
                <a:latin typeface="Arial"/>
                <a:cs typeface="Arial"/>
              </a:rPr>
              <a:t>for</a:t>
            </a:r>
            <a:r>
              <a:rPr lang="en-GB" sz="1300" spc="-75" noProof="0" dirty="0">
                <a:latin typeface="Arial"/>
                <a:cs typeface="Arial"/>
              </a:rPr>
              <a:t> a</a:t>
            </a:r>
            <a:r>
              <a:rPr lang="en-GB" sz="1300" spc="-80" noProof="0" dirty="0">
                <a:latin typeface="Arial"/>
                <a:cs typeface="Arial"/>
              </a:rPr>
              <a:t> </a:t>
            </a:r>
            <a:r>
              <a:rPr lang="en-GB" sz="1300" spc="-20" noProof="0" dirty="0">
                <a:latin typeface="Arial"/>
                <a:cs typeface="Arial"/>
              </a:rPr>
              <a:t>speciﬁc</a:t>
            </a:r>
            <a:r>
              <a:rPr lang="en-GB" sz="1300" spc="-80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brand</a:t>
            </a:r>
            <a:r>
              <a:rPr lang="en-GB" sz="1300" spc="-75" noProof="0" dirty="0">
                <a:latin typeface="Arial"/>
                <a:cs typeface="Arial"/>
              </a:rPr>
              <a:t> </a:t>
            </a:r>
            <a:r>
              <a:rPr lang="en-GB" sz="1300" spc="-20" noProof="0" dirty="0">
                <a:latin typeface="Arial"/>
                <a:cs typeface="Arial"/>
              </a:rPr>
              <a:t>these</a:t>
            </a:r>
            <a:r>
              <a:rPr lang="en-GB" sz="1300" spc="-80" noProof="0" dirty="0">
                <a:latin typeface="Arial"/>
                <a:cs typeface="Arial"/>
              </a:rPr>
              <a:t> </a:t>
            </a:r>
            <a:r>
              <a:rPr lang="en-GB" sz="1300" spc="-20" noProof="0" dirty="0">
                <a:latin typeface="Arial"/>
                <a:cs typeface="Arial"/>
              </a:rPr>
              <a:t>systems </a:t>
            </a:r>
            <a:r>
              <a:rPr lang="en-GB" sz="1300" spc="-35" noProof="0" dirty="0">
                <a:latin typeface="Arial"/>
                <a:cs typeface="Arial"/>
              </a:rPr>
              <a:t>also</a:t>
            </a:r>
            <a:r>
              <a:rPr lang="en-GB" sz="1300" spc="-70" noProof="0" dirty="0">
                <a:latin typeface="Arial"/>
                <a:cs typeface="Arial"/>
              </a:rPr>
              <a:t> </a:t>
            </a:r>
            <a:r>
              <a:rPr lang="en-GB" sz="1300" spc="-10" noProof="0" dirty="0">
                <a:latin typeface="Arial"/>
                <a:cs typeface="Arial"/>
              </a:rPr>
              <a:t>exist</a:t>
            </a:r>
            <a:r>
              <a:rPr lang="en-GB" sz="1300" spc="-70" noProof="0" dirty="0">
                <a:latin typeface="Arial"/>
                <a:cs typeface="Arial"/>
              </a:rPr>
              <a:t> </a:t>
            </a:r>
            <a:r>
              <a:rPr lang="en-GB" sz="1300" spc="-85" noProof="0" dirty="0">
                <a:latin typeface="Arial"/>
                <a:cs typeface="Arial"/>
              </a:rPr>
              <a:t>as</a:t>
            </a:r>
            <a:r>
              <a:rPr lang="en-GB" sz="1300" spc="-70" noProof="0" dirty="0">
                <a:latin typeface="Arial"/>
                <a:cs typeface="Arial"/>
              </a:rPr>
              <a:t> </a:t>
            </a:r>
            <a:r>
              <a:rPr lang="en-GB" sz="1300" spc="-20" noProof="0" dirty="0">
                <a:latin typeface="Arial"/>
                <a:cs typeface="Arial"/>
              </a:rPr>
              <a:t>standalone</a:t>
            </a:r>
            <a:r>
              <a:rPr lang="en-GB" sz="1300" spc="-70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tools</a:t>
            </a:r>
            <a:r>
              <a:rPr lang="en-GB" sz="1300" spc="-70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known</a:t>
            </a:r>
            <a:r>
              <a:rPr lang="en-GB" sz="1300" spc="-70" noProof="0" dirty="0">
                <a:latin typeface="Arial"/>
                <a:cs typeface="Arial"/>
              </a:rPr>
              <a:t> </a:t>
            </a:r>
            <a:r>
              <a:rPr lang="en-GB" sz="1300" spc="-85" noProof="0" dirty="0">
                <a:latin typeface="Arial"/>
                <a:cs typeface="Arial"/>
              </a:rPr>
              <a:t>as</a:t>
            </a:r>
            <a:r>
              <a:rPr lang="en-GB" sz="1300" spc="-70" noProof="0" dirty="0">
                <a:latin typeface="Arial"/>
                <a:cs typeface="Arial"/>
              </a:rPr>
              <a:t> </a:t>
            </a:r>
            <a:r>
              <a:rPr lang="en-GB" sz="1300" spc="-30" noProof="0" dirty="0">
                <a:latin typeface="Arial"/>
                <a:cs typeface="Arial"/>
              </a:rPr>
              <a:t>Design</a:t>
            </a:r>
            <a:r>
              <a:rPr lang="en-GB" sz="1300" spc="-70" noProof="0" dirty="0">
                <a:latin typeface="Arial"/>
                <a:cs typeface="Arial"/>
              </a:rPr>
              <a:t> </a:t>
            </a:r>
            <a:r>
              <a:rPr lang="en-GB" sz="1300" spc="-10" noProof="0" dirty="0">
                <a:latin typeface="Arial"/>
                <a:cs typeface="Arial"/>
              </a:rPr>
              <a:t>Systems…</a:t>
            </a:r>
            <a:endParaRPr lang="en-GB" sz="1300" noProof="0" dirty="0">
              <a:latin typeface="Arial"/>
              <a:cs typeface="Arial"/>
            </a:endParaRPr>
          </a:p>
        </p:txBody>
      </p:sp>
      <p:grpSp>
        <p:nvGrpSpPr>
          <p:cNvPr id="4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086100" y="0"/>
            <a:ext cx="4058285" cy="5143500"/>
            <a:chOff x="5086100" y="0"/>
            <a:chExt cx="4058285" cy="5143500"/>
          </a:xfrm>
        </p:grpSpPr>
        <p:sp>
          <p:nvSpPr>
            <p:cNvPr id="5" name="object 5"/>
            <p:cNvSpPr/>
            <p:nvPr/>
          </p:nvSpPr>
          <p:spPr>
            <a:xfrm>
              <a:off x="5086100" y="0"/>
              <a:ext cx="4058285" cy="5143500"/>
            </a:xfrm>
            <a:custGeom>
              <a:avLst/>
              <a:gdLst/>
              <a:ahLst/>
              <a:cxnLst/>
              <a:rect l="l" t="t" r="r" b="b"/>
              <a:pathLst>
                <a:path w="4058284" h="5143500">
                  <a:moveTo>
                    <a:pt x="4057799" y="5143499"/>
                  </a:moveTo>
                  <a:lnTo>
                    <a:pt x="0" y="5143499"/>
                  </a:lnTo>
                  <a:lnTo>
                    <a:pt x="0" y="0"/>
                  </a:lnTo>
                  <a:lnTo>
                    <a:pt x="4057799" y="0"/>
                  </a:lnTo>
                  <a:lnTo>
                    <a:pt x="4057799" y="5143499"/>
                  </a:lnTo>
                  <a:close/>
                </a:path>
              </a:pathLst>
            </a:custGeom>
            <a:solidFill>
              <a:srgbClr val="F7CE47"/>
            </a:solidFill>
          </p:spPr>
          <p:txBody>
            <a:bodyPr wrap="square" lIns="0" tIns="0" rIns="0" bIns="0" rtlCol="0"/>
            <a:lstStyle/>
            <a:p>
              <a:endParaRPr lang="en-GB" noProof="0" dirty="0"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81796" y="4732099"/>
              <a:ext cx="1070833" cy="35399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14500" y="461687"/>
              <a:ext cx="3800999" cy="2326893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14500" y="2112337"/>
              <a:ext cx="3800999" cy="256947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9924" y="126901"/>
            <a:ext cx="271716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pc="-10" noProof="0" dirty="0"/>
              <a:t>Design</a:t>
            </a:r>
            <a:r>
              <a:rPr lang="en-GB" spc="-145" noProof="0" dirty="0"/>
              <a:t> </a:t>
            </a:r>
            <a:r>
              <a:rPr lang="en-GB" spc="-35" noProof="0" dirty="0"/>
              <a:t>Systems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15306" y="1259157"/>
            <a:ext cx="4294505" cy="273151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85090">
              <a:lnSpc>
                <a:spcPct val="100000"/>
              </a:lnSpc>
              <a:spcBef>
                <a:spcPts val="100"/>
              </a:spcBef>
            </a:pPr>
            <a:r>
              <a:rPr lang="en-GB" sz="1500" noProof="0" dirty="0">
                <a:latin typeface="Arial"/>
                <a:cs typeface="Arial"/>
              </a:rPr>
              <a:t>A</a:t>
            </a:r>
            <a:r>
              <a:rPr lang="en-GB" sz="1500" spc="-100" noProof="0" dirty="0">
                <a:latin typeface="Arial"/>
                <a:cs typeface="Arial"/>
              </a:rPr>
              <a:t> </a:t>
            </a:r>
            <a:r>
              <a:rPr lang="en-GB" sz="1500" spc="-35" noProof="0" dirty="0">
                <a:latin typeface="Arial"/>
                <a:cs typeface="Arial"/>
              </a:rPr>
              <a:t>design</a:t>
            </a:r>
            <a:r>
              <a:rPr lang="en-GB" sz="1500" spc="-100" noProof="0" dirty="0">
                <a:latin typeface="Arial"/>
                <a:cs typeface="Arial"/>
              </a:rPr>
              <a:t> </a:t>
            </a:r>
            <a:r>
              <a:rPr lang="en-GB" sz="1500" spc="-30" noProof="0" dirty="0">
                <a:latin typeface="Arial"/>
                <a:cs typeface="Arial"/>
              </a:rPr>
              <a:t>system</a:t>
            </a:r>
            <a:r>
              <a:rPr lang="en-GB" sz="1500" spc="-100" noProof="0" dirty="0">
                <a:latin typeface="Arial"/>
                <a:cs typeface="Arial"/>
              </a:rPr>
              <a:t> </a:t>
            </a:r>
            <a:r>
              <a:rPr lang="en-GB" sz="1500" spc="-35" noProof="0" dirty="0">
                <a:latin typeface="Arial"/>
                <a:cs typeface="Arial"/>
              </a:rPr>
              <a:t>is</a:t>
            </a:r>
            <a:r>
              <a:rPr lang="en-GB" sz="1500" spc="-95" noProof="0" dirty="0">
                <a:latin typeface="Arial"/>
                <a:cs typeface="Arial"/>
              </a:rPr>
              <a:t> </a:t>
            </a:r>
            <a:r>
              <a:rPr lang="en-GB" sz="1500" spc="-85" noProof="0" dirty="0">
                <a:latin typeface="Arial"/>
                <a:cs typeface="Arial"/>
              </a:rPr>
              <a:t>a</a:t>
            </a:r>
            <a:r>
              <a:rPr lang="en-GB" sz="1500" spc="-100" noProof="0" dirty="0">
                <a:latin typeface="Arial"/>
                <a:cs typeface="Arial"/>
              </a:rPr>
              <a:t> </a:t>
            </a:r>
            <a:r>
              <a:rPr lang="en-GB" sz="1500" spc="-10" noProof="0" dirty="0">
                <a:latin typeface="Arial"/>
                <a:cs typeface="Arial"/>
              </a:rPr>
              <a:t>set</a:t>
            </a:r>
            <a:r>
              <a:rPr lang="en-GB" sz="1500" spc="-100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of</a:t>
            </a:r>
            <a:r>
              <a:rPr lang="en-GB" sz="1500" spc="-100" noProof="0" dirty="0">
                <a:latin typeface="Arial"/>
                <a:cs typeface="Arial"/>
              </a:rPr>
              <a:t> </a:t>
            </a:r>
            <a:r>
              <a:rPr lang="en-GB" sz="1500" spc="-20" noProof="0" dirty="0">
                <a:latin typeface="Arial"/>
                <a:cs typeface="Arial"/>
              </a:rPr>
              <a:t>standards</a:t>
            </a:r>
            <a:r>
              <a:rPr lang="en-GB" sz="1500" spc="-95" noProof="0" dirty="0">
                <a:latin typeface="Arial"/>
                <a:cs typeface="Arial"/>
              </a:rPr>
              <a:t> </a:t>
            </a:r>
            <a:r>
              <a:rPr lang="en-GB" sz="1500" spc="-35" noProof="0" dirty="0">
                <a:latin typeface="Arial"/>
                <a:cs typeface="Arial"/>
              </a:rPr>
              <a:t>and</a:t>
            </a:r>
            <a:r>
              <a:rPr lang="en-GB" sz="1500" spc="-100" noProof="0" dirty="0">
                <a:latin typeface="Arial"/>
                <a:cs typeface="Arial"/>
              </a:rPr>
              <a:t> </a:t>
            </a:r>
            <a:r>
              <a:rPr lang="en-GB" sz="1500" spc="-10" noProof="0" dirty="0">
                <a:latin typeface="Arial"/>
                <a:cs typeface="Arial"/>
              </a:rPr>
              <a:t>principles </a:t>
            </a:r>
            <a:r>
              <a:rPr lang="en-GB" sz="1500" spc="50" noProof="0" dirty="0">
                <a:latin typeface="Arial"/>
                <a:cs typeface="Arial"/>
              </a:rPr>
              <a:t>that</a:t>
            </a:r>
            <a:r>
              <a:rPr lang="en-GB" sz="1500" spc="-95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aren’t</a:t>
            </a:r>
            <a:r>
              <a:rPr lang="en-GB" sz="1500" spc="-95" noProof="0" dirty="0">
                <a:latin typeface="Arial"/>
                <a:cs typeface="Arial"/>
              </a:rPr>
              <a:t> </a:t>
            </a:r>
            <a:r>
              <a:rPr lang="en-GB" sz="1500" spc="-30" noProof="0" dirty="0">
                <a:latin typeface="Arial"/>
                <a:cs typeface="Arial"/>
              </a:rPr>
              <a:t>necessarily</a:t>
            </a:r>
            <a:r>
              <a:rPr lang="en-GB" sz="1500" spc="-90" noProof="0" dirty="0">
                <a:latin typeface="Arial"/>
                <a:cs typeface="Arial"/>
              </a:rPr>
              <a:t> </a:t>
            </a:r>
            <a:r>
              <a:rPr lang="en-GB" sz="1500" spc="-35" noProof="0" dirty="0">
                <a:latin typeface="Arial"/>
                <a:cs typeface="Arial"/>
              </a:rPr>
              <a:t>associated</a:t>
            </a:r>
            <a:r>
              <a:rPr lang="en-GB" sz="1500" spc="-95" noProof="0" dirty="0">
                <a:latin typeface="Arial"/>
                <a:cs typeface="Arial"/>
              </a:rPr>
              <a:t> </a:t>
            </a:r>
            <a:r>
              <a:rPr lang="en-GB" sz="1500" spc="60" noProof="0" dirty="0">
                <a:latin typeface="Arial"/>
                <a:cs typeface="Arial"/>
              </a:rPr>
              <a:t>with</a:t>
            </a:r>
            <a:r>
              <a:rPr lang="en-GB" sz="1500" spc="-95" noProof="0" dirty="0">
                <a:latin typeface="Arial"/>
                <a:cs typeface="Arial"/>
              </a:rPr>
              <a:t> </a:t>
            </a:r>
            <a:r>
              <a:rPr lang="en-GB" sz="1500" spc="-85" noProof="0" dirty="0">
                <a:latin typeface="Arial"/>
                <a:cs typeface="Arial"/>
              </a:rPr>
              <a:t>a</a:t>
            </a:r>
            <a:r>
              <a:rPr lang="en-GB" sz="1500" spc="-90" noProof="0" dirty="0">
                <a:latin typeface="Arial"/>
                <a:cs typeface="Arial"/>
              </a:rPr>
              <a:t> </a:t>
            </a:r>
            <a:r>
              <a:rPr lang="en-GB" sz="1500" spc="-10" noProof="0" dirty="0">
                <a:latin typeface="Arial"/>
                <a:cs typeface="Arial"/>
              </a:rPr>
              <a:t>single </a:t>
            </a:r>
            <a:r>
              <a:rPr lang="en-GB" sz="1500" noProof="0" dirty="0">
                <a:latin typeface="Arial"/>
                <a:cs typeface="Arial"/>
              </a:rPr>
              <a:t>brand</a:t>
            </a:r>
            <a:r>
              <a:rPr lang="en-GB" sz="1500" spc="-50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but</a:t>
            </a:r>
            <a:r>
              <a:rPr lang="en-GB" sz="1500" spc="-45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built</a:t>
            </a:r>
            <a:r>
              <a:rPr lang="en-GB" sz="1500" spc="-45" noProof="0" dirty="0">
                <a:latin typeface="Arial"/>
                <a:cs typeface="Arial"/>
              </a:rPr>
              <a:t> </a:t>
            </a:r>
            <a:r>
              <a:rPr lang="en-GB" sz="1500" spc="65" noProof="0" dirty="0">
                <a:latin typeface="Arial"/>
                <a:cs typeface="Arial"/>
              </a:rPr>
              <a:t>to</a:t>
            </a:r>
            <a:r>
              <a:rPr lang="en-GB" sz="1500" spc="-45" noProof="0" dirty="0">
                <a:latin typeface="Arial"/>
                <a:cs typeface="Arial"/>
              </a:rPr>
              <a:t> </a:t>
            </a:r>
            <a:r>
              <a:rPr lang="en-GB" sz="1500" spc="-35" noProof="0" dirty="0">
                <a:latin typeface="Arial"/>
                <a:cs typeface="Arial"/>
              </a:rPr>
              <a:t>be</a:t>
            </a:r>
            <a:r>
              <a:rPr lang="en-GB" sz="1500" spc="-45" noProof="0" dirty="0">
                <a:latin typeface="Arial"/>
                <a:cs typeface="Arial"/>
              </a:rPr>
              <a:t> </a:t>
            </a:r>
            <a:r>
              <a:rPr lang="en-GB" sz="1500" spc="-10" noProof="0" dirty="0">
                <a:latin typeface="Arial"/>
                <a:cs typeface="Arial"/>
              </a:rPr>
              <a:t>customised/extended.</a:t>
            </a:r>
            <a:endParaRPr lang="en-GB" sz="1500" noProof="0" dirty="0">
              <a:latin typeface="Arial"/>
              <a:cs typeface="Arial"/>
            </a:endParaRPr>
          </a:p>
          <a:p>
            <a:pPr marL="12700" marR="59690">
              <a:lnSpc>
                <a:spcPct val="100000"/>
              </a:lnSpc>
              <a:spcBef>
                <a:spcPts val="1575"/>
              </a:spcBef>
            </a:pPr>
            <a:r>
              <a:rPr lang="en-GB" sz="1500" noProof="0" dirty="0">
                <a:latin typeface="Arial"/>
                <a:cs typeface="Arial"/>
              </a:rPr>
              <a:t>A</a:t>
            </a:r>
            <a:r>
              <a:rPr lang="en-GB" sz="1500" spc="-50" noProof="0" dirty="0">
                <a:latin typeface="Arial"/>
                <a:cs typeface="Arial"/>
              </a:rPr>
              <a:t> </a:t>
            </a:r>
            <a:r>
              <a:rPr lang="en-GB" sz="1500" spc="60" noProof="0" dirty="0">
                <a:latin typeface="Arial"/>
                <a:cs typeface="Arial"/>
              </a:rPr>
              <a:t>lot</a:t>
            </a:r>
            <a:r>
              <a:rPr lang="en-GB" sz="1500" spc="-50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of</a:t>
            </a:r>
            <a:r>
              <a:rPr lang="en-GB" sz="1500" spc="-50" noProof="0" dirty="0">
                <a:latin typeface="Arial"/>
                <a:cs typeface="Arial"/>
              </a:rPr>
              <a:t> </a:t>
            </a:r>
            <a:r>
              <a:rPr lang="en-GB" sz="1500" spc="-25" noProof="0" dirty="0">
                <a:latin typeface="Arial"/>
                <a:cs typeface="Arial"/>
              </a:rPr>
              <a:t>brands</a:t>
            </a:r>
            <a:r>
              <a:rPr lang="en-GB" sz="1500" spc="-50" noProof="0" dirty="0">
                <a:latin typeface="Arial"/>
                <a:cs typeface="Arial"/>
              </a:rPr>
              <a:t> </a:t>
            </a:r>
            <a:r>
              <a:rPr lang="en-GB" sz="1500" spc="-45" noProof="0" dirty="0">
                <a:latin typeface="Arial"/>
                <a:cs typeface="Arial"/>
              </a:rPr>
              <a:t>may</a:t>
            </a:r>
            <a:r>
              <a:rPr lang="en-GB" sz="1500" spc="-50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craft</a:t>
            </a:r>
            <a:r>
              <a:rPr lang="en-GB" sz="1500" spc="-50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their</a:t>
            </a:r>
            <a:r>
              <a:rPr lang="en-GB" sz="1500" spc="-50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style</a:t>
            </a:r>
            <a:r>
              <a:rPr lang="en-GB" sz="1500" spc="-50" noProof="0" dirty="0">
                <a:latin typeface="Arial"/>
                <a:cs typeface="Arial"/>
              </a:rPr>
              <a:t> </a:t>
            </a:r>
            <a:r>
              <a:rPr lang="en-GB" sz="1500" spc="-20" noProof="0" dirty="0">
                <a:latin typeface="Arial"/>
                <a:cs typeface="Arial"/>
              </a:rPr>
              <a:t>guide</a:t>
            </a:r>
            <a:r>
              <a:rPr lang="en-GB" sz="1500" spc="-50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from</a:t>
            </a:r>
            <a:r>
              <a:rPr lang="en-GB" sz="1500" spc="-50" noProof="0" dirty="0">
                <a:latin typeface="Arial"/>
                <a:cs typeface="Arial"/>
              </a:rPr>
              <a:t> </a:t>
            </a:r>
            <a:r>
              <a:rPr lang="en-GB" sz="1500" spc="-25" noProof="0" dirty="0">
                <a:latin typeface="Arial"/>
                <a:cs typeface="Arial"/>
              </a:rPr>
              <a:t>an </a:t>
            </a:r>
            <a:r>
              <a:rPr lang="en-GB" sz="1500" spc="-10" noProof="0" dirty="0">
                <a:latin typeface="Arial"/>
                <a:cs typeface="Arial"/>
              </a:rPr>
              <a:t>existing</a:t>
            </a:r>
            <a:r>
              <a:rPr lang="en-GB" sz="1500" spc="-90" noProof="0" dirty="0">
                <a:latin typeface="Arial"/>
                <a:cs typeface="Arial"/>
              </a:rPr>
              <a:t> </a:t>
            </a:r>
            <a:r>
              <a:rPr lang="en-GB" sz="1500" spc="-35" noProof="0" dirty="0">
                <a:latin typeface="Arial"/>
                <a:cs typeface="Arial"/>
              </a:rPr>
              <a:t>design</a:t>
            </a:r>
            <a:r>
              <a:rPr lang="en-GB" sz="1500" spc="-90" noProof="0" dirty="0">
                <a:latin typeface="Arial"/>
                <a:cs typeface="Arial"/>
              </a:rPr>
              <a:t> </a:t>
            </a:r>
            <a:r>
              <a:rPr lang="en-GB" sz="1500" spc="-35" noProof="0" dirty="0">
                <a:latin typeface="Arial"/>
                <a:cs typeface="Arial"/>
              </a:rPr>
              <a:t>system,</a:t>
            </a:r>
            <a:r>
              <a:rPr lang="en-GB" sz="1500" spc="-90" noProof="0" dirty="0">
                <a:latin typeface="Arial"/>
                <a:cs typeface="Arial"/>
              </a:rPr>
              <a:t> </a:t>
            </a:r>
            <a:r>
              <a:rPr lang="en-GB" sz="1500" spc="-10" noProof="0" dirty="0">
                <a:latin typeface="Arial"/>
                <a:cs typeface="Arial"/>
              </a:rPr>
              <a:t>layering</a:t>
            </a:r>
            <a:r>
              <a:rPr lang="en-GB" sz="1500" spc="-85" noProof="0" dirty="0">
                <a:latin typeface="Arial"/>
                <a:cs typeface="Arial"/>
              </a:rPr>
              <a:t> </a:t>
            </a:r>
            <a:r>
              <a:rPr lang="en-GB" sz="1500" spc="-10" noProof="0" dirty="0">
                <a:latin typeface="Arial"/>
                <a:cs typeface="Arial"/>
              </a:rPr>
              <a:t>upon</a:t>
            </a:r>
            <a:r>
              <a:rPr lang="en-GB" sz="1500" spc="-90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the</a:t>
            </a:r>
            <a:r>
              <a:rPr lang="en-GB" sz="1500" spc="-90" noProof="0" dirty="0">
                <a:latin typeface="Arial"/>
                <a:cs typeface="Arial"/>
              </a:rPr>
              <a:t> </a:t>
            </a:r>
            <a:r>
              <a:rPr lang="en-GB" sz="1500" spc="-10" noProof="0" dirty="0">
                <a:latin typeface="Arial"/>
                <a:cs typeface="Arial"/>
              </a:rPr>
              <a:t>principles </a:t>
            </a:r>
            <a:r>
              <a:rPr lang="en-GB" sz="1500" spc="60" noProof="0" dirty="0">
                <a:latin typeface="Arial"/>
                <a:cs typeface="Arial"/>
              </a:rPr>
              <a:t>with</a:t>
            </a:r>
            <a:r>
              <a:rPr lang="en-GB" sz="1500" spc="-70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their</a:t>
            </a:r>
            <a:r>
              <a:rPr lang="en-GB" sz="1500" spc="-65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own</a:t>
            </a:r>
            <a:r>
              <a:rPr lang="en-GB" sz="1500" spc="-65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colours</a:t>
            </a:r>
            <a:r>
              <a:rPr lang="en-GB" sz="1500" spc="-70" noProof="0" dirty="0">
                <a:latin typeface="Arial"/>
                <a:cs typeface="Arial"/>
              </a:rPr>
              <a:t> </a:t>
            </a:r>
            <a:r>
              <a:rPr lang="en-GB" sz="1500" spc="-35" noProof="0" dirty="0">
                <a:latin typeface="Arial"/>
                <a:cs typeface="Arial"/>
              </a:rPr>
              <a:t>and</a:t>
            </a:r>
            <a:r>
              <a:rPr lang="en-GB" sz="1500" spc="-65" noProof="0" dirty="0">
                <a:latin typeface="Arial"/>
                <a:cs typeface="Arial"/>
              </a:rPr>
              <a:t> </a:t>
            </a:r>
            <a:r>
              <a:rPr lang="en-GB" sz="1500" spc="-10" noProof="0" dirty="0">
                <a:latin typeface="Arial"/>
                <a:cs typeface="Arial"/>
              </a:rPr>
              <a:t>fonts.</a:t>
            </a:r>
            <a:endParaRPr lang="en-GB" sz="1500" noProof="0" dirty="0">
              <a:latin typeface="Arial"/>
              <a:cs typeface="Arial"/>
            </a:endParaRPr>
          </a:p>
          <a:p>
            <a:pPr marL="12700" marR="36195">
              <a:lnSpc>
                <a:spcPct val="100000"/>
              </a:lnSpc>
              <a:spcBef>
                <a:spcPts val="1575"/>
              </a:spcBef>
            </a:pPr>
            <a:r>
              <a:rPr lang="en-GB" sz="1500" spc="-40" noProof="0" dirty="0">
                <a:latin typeface="Arial"/>
                <a:cs typeface="Arial"/>
              </a:rPr>
              <a:t>The</a:t>
            </a:r>
            <a:r>
              <a:rPr lang="en-GB" sz="1500" spc="-80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primary</a:t>
            </a:r>
            <a:r>
              <a:rPr lang="en-GB" sz="1500" spc="-75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beneﬁt</a:t>
            </a:r>
            <a:r>
              <a:rPr lang="en-GB" sz="1500" spc="-75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of</a:t>
            </a:r>
            <a:r>
              <a:rPr lang="en-GB" sz="1500" spc="-75" noProof="0" dirty="0">
                <a:latin typeface="Arial"/>
                <a:cs typeface="Arial"/>
              </a:rPr>
              <a:t> </a:t>
            </a:r>
            <a:r>
              <a:rPr lang="en-GB" sz="1500" spc="-85" noProof="0" dirty="0">
                <a:latin typeface="Arial"/>
                <a:cs typeface="Arial"/>
              </a:rPr>
              <a:t>a</a:t>
            </a:r>
            <a:r>
              <a:rPr lang="en-GB" sz="1500" spc="-80" noProof="0" dirty="0">
                <a:latin typeface="Arial"/>
                <a:cs typeface="Arial"/>
              </a:rPr>
              <a:t> </a:t>
            </a:r>
            <a:r>
              <a:rPr lang="en-GB" sz="1500" spc="-35" noProof="0" dirty="0">
                <a:latin typeface="Arial"/>
                <a:cs typeface="Arial"/>
              </a:rPr>
              <a:t>design</a:t>
            </a:r>
            <a:r>
              <a:rPr lang="en-GB" sz="1500" spc="-75" noProof="0" dirty="0">
                <a:latin typeface="Arial"/>
                <a:cs typeface="Arial"/>
              </a:rPr>
              <a:t> </a:t>
            </a:r>
            <a:r>
              <a:rPr lang="en-GB" sz="1500" spc="-30" noProof="0" dirty="0">
                <a:latin typeface="Arial"/>
                <a:cs typeface="Arial"/>
              </a:rPr>
              <a:t>system</a:t>
            </a:r>
            <a:r>
              <a:rPr lang="en-GB" sz="1500" spc="-75" noProof="0" dirty="0">
                <a:latin typeface="Arial"/>
                <a:cs typeface="Arial"/>
              </a:rPr>
              <a:t> </a:t>
            </a:r>
            <a:r>
              <a:rPr lang="en-GB" sz="1500" spc="-35" noProof="0" dirty="0">
                <a:latin typeface="Arial"/>
                <a:cs typeface="Arial"/>
              </a:rPr>
              <a:t>is</a:t>
            </a:r>
            <a:r>
              <a:rPr lang="en-GB" sz="1500" spc="-75" noProof="0" dirty="0">
                <a:latin typeface="Arial"/>
                <a:cs typeface="Arial"/>
              </a:rPr>
              <a:t> </a:t>
            </a:r>
            <a:r>
              <a:rPr lang="en-GB" sz="1500" spc="50" noProof="0" dirty="0">
                <a:latin typeface="Arial"/>
                <a:cs typeface="Arial"/>
              </a:rPr>
              <a:t>that</a:t>
            </a:r>
            <a:r>
              <a:rPr lang="en-GB" sz="1500" spc="-75" noProof="0" dirty="0">
                <a:latin typeface="Arial"/>
                <a:cs typeface="Arial"/>
              </a:rPr>
              <a:t> </a:t>
            </a:r>
            <a:r>
              <a:rPr lang="en-GB" sz="1500" spc="-25" noProof="0" dirty="0">
                <a:latin typeface="Arial"/>
                <a:cs typeface="Arial"/>
              </a:rPr>
              <a:t>not </a:t>
            </a:r>
            <a:r>
              <a:rPr lang="en-GB" sz="1500" noProof="0" dirty="0">
                <a:latin typeface="Arial"/>
                <a:cs typeface="Arial"/>
              </a:rPr>
              <a:t>only</a:t>
            </a:r>
            <a:r>
              <a:rPr lang="en-GB" sz="1500" spc="-95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do</a:t>
            </a:r>
            <a:r>
              <a:rPr lang="en-GB" sz="1500" spc="-90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we</a:t>
            </a:r>
            <a:r>
              <a:rPr lang="en-GB" sz="1500" spc="-90" noProof="0" dirty="0">
                <a:latin typeface="Arial"/>
                <a:cs typeface="Arial"/>
              </a:rPr>
              <a:t> </a:t>
            </a:r>
            <a:r>
              <a:rPr lang="en-GB" sz="1500" spc="-25" noProof="0" dirty="0">
                <a:latin typeface="Arial"/>
                <a:cs typeface="Arial"/>
              </a:rPr>
              <a:t>ensure</a:t>
            </a:r>
            <a:r>
              <a:rPr lang="en-GB" sz="1500" spc="-95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UI</a:t>
            </a:r>
            <a:r>
              <a:rPr lang="en-GB" sz="1500" spc="-90" noProof="0" dirty="0">
                <a:latin typeface="Arial"/>
                <a:cs typeface="Arial"/>
              </a:rPr>
              <a:t> </a:t>
            </a:r>
            <a:r>
              <a:rPr lang="en-GB" sz="1500" spc="-20" noProof="0" dirty="0">
                <a:latin typeface="Arial"/>
                <a:cs typeface="Arial"/>
              </a:rPr>
              <a:t>consistency</a:t>
            </a:r>
            <a:r>
              <a:rPr lang="en-GB" sz="1500" spc="-90" noProof="0" dirty="0">
                <a:latin typeface="Arial"/>
                <a:cs typeface="Arial"/>
              </a:rPr>
              <a:t> </a:t>
            </a:r>
            <a:r>
              <a:rPr lang="en-GB" sz="1500" spc="-45" noProof="0" dirty="0">
                <a:latin typeface="Arial"/>
                <a:cs typeface="Arial"/>
              </a:rPr>
              <a:t>across</a:t>
            </a:r>
            <a:r>
              <a:rPr lang="en-GB" sz="1500" spc="-90" noProof="0" dirty="0">
                <a:latin typeface="Arial"/>
                <a:cs typeface="Arial"/>
              </a:rPr>
              <a:t> </a:t>
            </a:r>
            <a:r>
              <a:rPr lang="en-GB" sz="1500" spc="-25" noProof="0" dirty="0">
                <a:latin typeface="Arial"/>
                <a:cs typeface="Arial"/>
              </a:rPr>
              <a:t>our </a:t>
            </a:r>
            <a:r>
              <a:rPr lang="en-GB" sz="1500" noProof="0" dirty="0">
                <a:latin typeface="Arial"/>
                <a:cs typeface="Arial"/>
              </a:rPr>
              <a:t>platforms</a:t>
            </a:r>
            <a:r>
              <a:rPr lang="en-GB" sz="1500" spc="-70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but</a:t>
            </a:r>
            <a:r>
              <a:rPr lang="en-GB" sz="1500" spc="-65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we</a:t>
            </a:r>
            <a:r>
              <a:rPr lang="en-GB" sz="1500" spc="-70" noProof="0" dirty="0">
                <a:latin typeface="Arial"/>
                <a:cs typeface="Arial"/>
              </a:rPr>
              <a:t> </a:t>
            </a:r>
            <a:r>
              <a:rPr lang="en-GB" sz="1500" spc="-40" noProof="0" dirty="0">
                <a:latin typeface="Arial"/>
                <a:cs typeface="Arial"/>
              </a:rPr>
              <a:t>also</a:t>
            </a:r>
            <a:r>
              <a:rPr lang="en-GB" sz="1500" spc="-65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implement</a:t>
            </a:r>
            <a:r>
              <a:rPr lang="en-GB" sz="1500" spc="-65" noProof="0" dirty="0">
                <a:latin typeface="Arial"/>
                <a:cs typeface="Arial"/>
              </a:rPr>
              <a:t> </a:t>
            </a:r>
            <a:r>
              <a:rPr lang="en-GB" sz="1500" spc="-30" noProof="0" dirty="0">
                <a:latin typeface="Arial"/>
                <a:cs typeface="Arial"/>
              </a:rPr>
              <a:t>UX</a:t>
            </a:r>
            <a:r>
              <a:rPr lang="en-GB" sz="1500" spc="-70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principles</a:t>
            </a:r>
            <a:r>
              <a:rPr lang="en-GB" sz="1500" spc="-65" noProof="0" dirty="0">
                <a:latin typeface="Arial"/>
                <a:cs typeface="Arial"/>
              </a:rPr>
              <a:t> </a:t>
            </a:r>
            <a:r>
              <a:rPr lang="en-GB" sz="1500" spc="30" noProof="0" dirty="0">
                <a:latin typeface="Arial"/>
                <a:cs typeface="Arial"/>
              </a:rPr>
              <a:t>that </a:t>
            </a:r>
            <a:r>
              <a:rPr lang="en-GB" sz="1500" noProof="0" dirty="0">
                <a:latin typeface="Arial"/>
                <a:cs typeface="Arial"/>
              </a:rPr>
              <a:t>determines</a:t>
            </a:r>
            <a:r>
              <a:rPr lang="en-GB" sz="1500" spc="15" noProof="0" dirty="0">
                <a:latin typeface="Arial"/>
                <a:cs typeface="Arial"/>
              </a:rPr>
              <a:t> </a:t>
            </a:r>
            <a:r>
              <a:rPr lang="en-GB" sz="1500" noProof="0" dirty="0">
                <a:latin typeface="Arial"/>
                <a:cs typeface="Arial"/>
              </a:rPr>
              <a:t>functionality</a:t>
            </a:r>
            <a:r>
              <a:rPr lang="en-GB" sz="1500" spc="20" noProof="0" dirty="0">
                <a:latin typeface="Arial"/>
                <a:cs typeface="Arial"/>
              </a:rPr>
              <a:t> </a:t>
            </a:r>
            <a:r>
              <a:rPr lang="en-GB" sz="1500" spc="-45" noProof="0" dirty="0">
                <a:latin typeface="Arial"/>
                <a:cs typeface="Arial"/>
              </a:rPr>
              <a:t>across</a:t>
            </a:r>
            <a:r>
              <a:rPr lang="en-GB" sz="1500" spc="20" noProof="0" dirty="0">
                <a:latin typeface="Arial"/>
                <a:cs typeface="Arial"/>
              </a:rPr>
              <a:t> </a:t>
            </a:r>
            <a:r>
              <a:rPr lang="en-GB" sz="1500" spc="-10" noProof="0" dirty="0">
                <a:latin typeface="Arial"/>
                <a:cs typeface="Arial"/>
              </a:rPr>
              <a:t>them.</a:t>
            </a:r>
            <a:endParaRPr lang="en-GB" sz="1500" noProof="0" dirty="0">
              <a:latin typeface="Arial"/>
              <a:cs typeface="Arial"/>
            </a:endParaRPr>
          </a:p>
        </p:txBody>
      </p:sp>
      <p:pic>
        <p:nvPicPr>
          <p:cNvPr id="4" name="object 4" descr="A black background with white text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87071" y="4746575"/>
            <a:ext cx="1053690" cy="326364"/>
          </a:xfrm>
          <a:prstGeom prst="rect">
            <a:avLst/>
          </a:prstGeom>
        </p:spPr>
      </p:pic>
      <p:pic>
        <p:nvPicPr>
          <p:cNvPr id="5" name="object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41525" y="1152825"/>
            <a:ext cx="3946949" cy="2837849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lang="en-GB" spc="-114" noProof="0" dirty="0"/>
              <a:t>GOV.UK</a:t>
            </a:r>
          </a:p>
        </p:txBody>
      </p:sp>
      <p:pic>
        <p:nvPicPr>
          <p:cNvPr id="3" name="object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81796" y="4736048"/>
            <a:ext cx="1069515" cy="336892"/>
          </a:xfrm>
          <a:prstGeom prst="rect">
            <a:avLst/>
          </a:prstGeom>
        </p:spPr>
      </p:pic>
      <p:pic>
        <p:nvPicPr>
          <p:cNvPr id="4" name="object 4">
            <a:hlinkClick r:id="rId3"/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34825" y="1020750"/>
            <a:ext cx="8274359" cy="315619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E0A88CC-E824-D620-A9B0-24118AC04ADE}"/>
              </a:ext>
            </a:extLst>
          </p:cNvPr>
          <p:cNvSpPr txBox="1"/>
          <p:nvPr/>
        </p:nvSpPr>
        <p:spPr>
          <a:xfrm>
            <a:off x="366898" y="4565940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noProof="0" dirty="0">
                <a:hlinkClick r:id="rId3"/>
              </a:rPr>
              <a:t>https://design-system.service.gov.uk/</a:t>
            </a:r>
            <a:endParaRPr lang="en-GB" sz="1600" noProof="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9924" y="2288"/>
            <a:ext cx="229044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noProof="0" dirty="0"/>
              <a:t>UX</a:t>
            </a:r>
            <a:r>
              <a:rPr lang="en-GB" spc="-125" noProof="0" dirty="0"/>
              <a:t> </a:t>
            </a:r>
            <a:r>
              <a:rPr lang="en-GB" noProof="0" dirty="0"/>
              <a:t>&amp;</a:t>
            </a:r>
            <a:r>
              <a:rPr lang="en-GB" spc="-90" noProof="0" dirty="0"/>
              <a:t> </a:t>
            </a:r>
            <a:r>
              <a:rPr lang="en-GB" noProof="0" dirty="0"/>
              <a:t>UI</a:t>
            </a:r>
            <a:r>
              <a:rPr lang="en-GB" spc="-180" noProof="0" dirty="0"/>
              <a:t> </a:t>
            </a:r>
            <a:r>
              <a:rPr lang="en-GB" spc="-55" noProof="0" dirty="0"/>
              <a:t>Tools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9924" y="638558"/>
            <a:ext cx="4221480" cy="442404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165735">
              <a:lnSpc>
                <a:spcPct val="101000"/>
              </a:lnSpc>
              <a:spcBef>
                <a:spcPts val="85"/>
              </a:spcBef>
            </a:pPr>
            <a:r>
              <a:rPr lang="en-GB" sz="1300" spc="-10" noProof="0" dirty="0">
                <a:latin typeface="Arial"/>
                <a:cs typeface="Arial"/>
              </a:rPr>
              <a:t>There</a:t>
            </a:r>
            <a:r>
              <a:rPr lang="en-GB" sz="1300" spc="-80" noProof="0" dirty="0">
                <a:latin typeface="Arial"/>
                <a:cs typeface="Arial"/>
              </a:rPr>
              <a:t> </a:t>
            </a:r>
            <a:r>
              <a:rPr lang="en-GB" sz="1300" spc="-10" noProof="0" dirty="0">
                <a:latin typeface="Arial"/>
                <a:cs typeface="Arial"/>
              </a:rPr>
              <a:t>are</a:t>
            </a:r>
            <a:r>
              <a:rPr lang="en-GB" sz="1300" spc="-75" noProof="0" dirty="0">
                <a:latin typeface="Arial"/>
                <a:cs typeface="Arial"/>
              </a:rPr>
              <a:t> a </a:t>
            </a:r>
            <a:r>
              <a:rPr lang="en-GB" sz="1300" noProof="0" dirty="0">
                <a:latin typeface="Arial"/>
                <a:cs typeface="Arial"/>
              </a:rPr>
              <a:t>variety</a:t>
            </a:r>
            <a:r>
              <a:rPr lang="en-GB" sz="1300" spc="-75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of</a:t>
            </a:r>
            <a:r>
              <a:rPr lang="en-GB" sz="1300" spc="-80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tools</a:t>
            </a:r>
            <a:r>
              <a:rPr lang="en-GB" sz="1300" spc="-75" noProof="0" dirty="0">
                <a:latin typeface="Arial"/>
                <a:cs typeface="Arial"/>
              </a:rPr>
              <a:t> </a:t>
            </a:r>
            <a:r>
              <a:rPr lang="en-GB" sz="1300" spc="-30" noProof="0" dirty="0">
                <a:latin typeface="Arial"/>
                <a:cs typeface="Arial"/>
              </a:rPr>
              <a:t>and</a:t>
            </a:r>
            <a:r>
              <a:rPr lang="en-GB" sz="1300" spc="-75" noProof="0" dirty="0">
                <a:latin typeface="Arial"/>
                <a:cs typeface="Arial"/>
              </a:rPr>
              <a:t> </a:t>
            </a:r>
            <a:r>
              <a:rPr lang="en-GB" sz="1300" spc="-30" noProof="0" dirty="0">
                <a:latin typeface="Arial"/>
                <a:cs typeface="Arial"/>
              </a:rPr>
              <a:t>services</a:t>
            </a:r>
            <a:r>
              <a:rPr lang="en-GB" sz="1300" spc="-75" noProof="0" dirty="0">
                <a:latin typeface="Arial"/>
                <a:cs typeface="Arial"/>
              </a:rPr>
              <a:t> </a:t>
            </a:r>
            <a:r>
              <a:rPr lang="en-GB" sz="1300" spc="55" noProof="0" dirty="0">
                <a:latin typeface="Arial"/>
                <a:cs typeface="Arial"/>
              </a:rPr>
              <a:t>to</a:t>
            </a:r>
            <a:r>
              <a:rPr lang="en-GB" sz="1300" spc="-75" noProof="0" dirty="0">
                <a:latin typeface="Arial"/>
                <a:cs typeface="Arial"/>
              </a:rPr>
              <a:t> </a:t>
            </a:r>
            <a:r>
              <a:rPr lang="en-GB" sz="1300" spc="-10" noProof="0" dirty="0">
                <a:latin typeface="Arial"/>
                <a:cs typeface="Arial"/>
              </a:rPr>
              <a:t>help</a:t>
            </a:r>
            <a:r>
              <a:rPr lang="en-GB" sz="1300" spc="-80" noProof="0" dirty="0">
                <a:latin typeface="Arial"/>
                <a:cs typeface="Arial"/>
              </a:rPr>
              <a:t> </a:t>
            </a:r>
            <a:r>
              <a:rPr lang="en-GB" sz="1300" spc="-10" noProof="0" dirty="0">
                <a:latin typeface="Arial"/>
                <a:cs typeface="Arial"/>
              </a:rPr>
              <a:t>you</a:t>
            </a:r>
            <a:r>
              <a:rPr lang="en-GB" sz="1300" spc="-75" noProof="0" dirty="0">
                <a:latin typeface="Arial"/>
                <a:cs typeface="Arial"/>
              </a:rPr>
              <a:t> </a:t>
            </a:r>
            <a:r>
              <a:rPr lang="en-GB" sz="1300" spc="-25" noProof="0" dirty="0">
                <a:latin typeface="Arial"/>
                <a:cs typeface="Arial"/>
              </a:rPr>
              <a:t>in </a:t>
            </a:r>
            <a:r>
              <a:rPr lang="en-GB" sz="1300" noProof="0" dirty="0">
                <a:latin typeface="Arial"/>
                <a:cs typeface="Arial"/>
              </a:rPr>
              <a:t>crafting</a:t>
            </a:r>
            <a:r>
              <a:rPr lang="en-GB" sz="1300" spc="-55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your</a:t>
            </a:r>
            <a:r>
              <a:rPr lang="en-GB" sz="1300" spc="-55" noProof="0" dirty="0">
                <a:latin typeface="Arial"/>
                <a:cs typeface="Arial"/>
              </a:rPr>
              <a:t> </a:t>
            </a:r>
            <a:r>
              <a:rPr lang="en-GB" sz="1300" spc="-25" noProof="0" dirty="0">
                <a:latin typeface="Arial"/>
                <a:cs typeface="Arial"/>
              </a:rPr>
              <a:t>UX</a:t>
            </a:r>
            <a:r>
              <a:rPr lang="en-GB" sz="1300" spc="-55" noProof="0" dirty="0">
                <a:latin typeface="Arial"/>
                <a:cs typeface="Arial"/>
              </a:rPr>
              <a:t> </a:t>
            </a:r>
            <a:r>
              <a:rPr lang="en-GB" sz="1300" spc="-30" noProof="0" dirty="0">
                <a:latin typeface="Arial"/>
                <a:cs typeface="Arial"/>
              </a:rPr>
              <a:t>and</a:t>
            </a:r>
            <a:r>
              <a:rPr lang="en-GB" sz="1300" spc="-55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UI</a:t>
            </a:r>
            <a:r>
              <a:rPr lang="en-GB" sz="1300" spc="-50" noProof="0" dirty="0">
                <a:latin typeface="Arial"/>
                <a:cs typeface="Arial"/>
              </a:rPr>
              <a:t> </a:t>
            </a:r>
            <a:r>
              <a:rPr lang="en-GB" sz="1300" spc="-25" noProof="0" dirty="0">
                <a:latin typeface="Arial"/>
                <a:cs typeface="Arial"/>
              </a:rPr>
              <a:t>elements.</a:t>
            </a:r>
            <a:r>
              <a:rPr lang="en-GB" sz="1300" spc="-55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More</a:t>
            </a:r>
            <a:r>
              <a:rPr lang="en-GB" sz="1300" spc="-55" noProof="0" dirty="0">
                <a:latin typeface="Arial"/>
                <a:cs typeface="Arial"/>
              </a:rPr>
              <a:t> </a:t>
            </a:r>
            <a:r>
              <a:rPr lang="en-GB" sz="1300" spc="-30" noProof="0" dirty="0">
                <a:latin typeface="Arial"/>
                <a:cs typeface="Arial"/>
              </a:rPr>
              <a:t>and</a:t>
            </a:r>
            <a:r>
              <a:rPr lang="en-GB" sz="1300" spc="-55" noProof="0" dirty="0">
                <a:latin typeface="Arial"/>
                <a:cs typeface="Arial"/>
              </a:rPr>
              <a:t> </a:t>
            </a:r>
            <a:r>
              <a:rPr lang="en-GB" sz="1300" spc="-20" noProof="0" dirty="0">
                <a:latin typeface="Arial"/>
                <a:cs typeface="Arial"/>
              </a:rPr>
              <a:t>more </a:t>
            </a:r>
            <a:r>
              <a:rPr lang="en-GB" sz="1300" spc="-10" noProof="0" dirty="0">
                <a:latin typeface="Arial"/>
                <a:cs typeface="Arial"/>
              </a:rPr>
              <a:t>commonly</a:t>
            </a:r>
            <a:r>
              <a:rPr lang="en-GB" sz="1300" spc="-75" noProof="0" dirty="0">
                <a:latin typeface="Arial"/>
                <a:cs typeface="Arial"/>
              </a:rPr>
              <a:t> </a:t>
            </a:r>
            <a:r>
              <a:rPr lang="en-GB" sz="1300" spc="-20" noProof="0" dirty="0">
                <a:latin typeface="Arial"/>
                <a:cs typeface="Arial"/>
              </a:rPr>
              <a:t>these</a:t>
            </a:r>
            <a:r>
              <a:rPr lang="en-GB" sz="1300" spc="-70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tools</a:t>
            </a:r>
            <a:r>
              <a:rPr lang="en-GB" sz="1300" spc="-75" noProof="0" dirty="0">
                <a:latin typeface="Arial"/>
                <a:cs typeface="Arial"/>
              </a:rPr>
              <a:t> </a:t>
            </a:r>
            <a:r>
              <a:rPr lang="en-GB" sz="1300" spc="-10" noProof="0" dirty="0">
                <a:latin typeface="Arial"/>
                <a:cs typeface="Arial"/>
              </a:rPr>
              <a:t>are</a:t>
            </a:r>
            <a:r>
              <a:rPr lang="en-GB" sz="1300" spc="-70" noProof="0" dirty="0">
                <a:latin typeface="Arial"/>
                <a:cs typeface="Arial"/>
              </a:rPr>
              <a:t> </a:t>
            </a:r>
            <a:r>
              <a:rPr lang="en-GB" sz="1300" spc="-10" noProof="0" dirty="0">
                <a:latin typeface="Arial"/>
                <a:cs typeface="Arial"/>
              </a:rPr>
              <a:t>merging</a:t>
            </a:r>
            <a:r>
              <a:rPr lang="en-GB" sz="1300" spc="-70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into</a:t>
            </a:r>
            <a:r>
              <a:rPr lang="en-GB" sz="1300" spc="-75" noProof="0" dirty="0">
                <a:latin typeface="Arial"/>
                <a:cs typeface="Arial"/>
              </a:rPr>
              <a:t> </a:t>
            </a:r>
            <a:r>
              <a:rPr lang="en-GB" sz="1300" spc="-45" noProof="0" dirty="0">
                <a:latin typeface="Arial"/>
                <a:cs typeface="Arial"/>
              </a:rPr>
              <a:t>one,</a:t>
            </a:r>
            <a:r>
              <a:rPr lang="en-GB" sz="1300" spc="-70" noProof="0" dirty="0">
                <a:latin typeface="Arial"/>
                <a:cs typeface="Arial"/>
              </a:rPr>
              <a:t> </a:t>
            </a:r>
            <a:r>
              <a:rPr lang="en-GB" sz="1300" spc="-30" noProof="0" dirty="0">
                <a:latin typeface="Arial"/>
                <a:cs typeface="Arial"/>
              </a:rPr>
              <a:t>and</a:t>
            </a:r>
            <a:r>
              <a:rPr lang="en-GB" sz="1300" spc="-70" noProof="0" dirty="0">
                <a:latin typeface="Arial"/>
                <a:cs typeface="Arial"/>
              </a:rPr>
              <a:t> </a:t>
            </a:r>
            <a:r>
              <a:rPr lang="en-GB" sz="1300" spc="-50" noProof="0" dirty="0">
                <a:latin typeface="Arial"/>
                <a:cs typeface="Arial"/>
              </a:rPr>
              <a:t>a </a:t>
            </a:r>
            <a:r>
              <a:rPr lang="en-GB" sz="1300" noProof="0" dirty="0">
                <a:latin typeface="Arial"/>
                <a:cs typeface="Arial"/>
              </a:rPr>
              <a:t>signiﬁcant</a:t>
            </a:r>
            <a:r>
              <a:rPr lang="en-GB" sz="1300" spc="-95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amount</a:t>
            </a:r>
            <a:r>
              <a:rPr lang="en-GB" sz="1300" spc="-95" noProof="0" dirty="0">
                <a:latin typeface="Arial"/>
                <a:cs typeface="Arial"/>
              </a:rPr>
              <a:t> </a:t>
            </a:r>
            <a:r>
              <a:rPr lang="en-GB" sz="1300" spc="-10" noProof="0" dirty="0">
                <a:latin typeface="Arial"/>
                <a:cs typeface="Arial"/>
              </a:rPr>
              <a:t>are</a:t>
            </a:r>
            <a:r>
              <a:rPr lang="en-GB" sz="1300" spc="-95" noProof="0" dirty="0">
                <a:latin typeface="Arial"/>
                <a:cs typeface="Arial"/>
              </a:rPr>
              <a:t> </a:t>
            </a:r>
            <a:r>
              <a:rPr lang="en-GB" sz="1300" spc="-10" noProof="0" dirty="0">
                <a:latin typeface="Arial"/>
                <a:cs typeface="Arial"/>
              </a:rPr>
              <a:t>moving</a:t>
            </a:r>
            <a:r>
              <a:rPr lang="en-GB" sz="1300" spc="-95" noProof="0" dirty="0">
                <a:latin typeface="Arial"/>
                <a:cs typeface="Arial"/>
              </a:rPr>
              <a:t> </a:t>
            </a:r>
            <a:r>
              <a:rPr lang="en-GB" sz="1300" spc="55" noProof="0" dirty="0">
                <a:latin typeface="Arial"/>
                <a:cs typeface="Arial"/>
              </a:rPr>
              <a:t>to</a:t>
            </a:r>
            <a:r>
              <a:rPr lang="en-GB" sz="1300" spc="-90" noProof="0" dirty="0">
                <a:latin typeface="Arial"/>
                <a:cs typeface="Arial"/>
              </a:rPr>
              <a:t> </a:t>
            </a:r>
            <a:r>
              <a:rPr lang="en-GB" sz="1300" spc="-30" noProof="0" dirty="0">
                <a:latin typeface="Arial"/>
                <a:cs typeface="Arial"/>
              </a:rPr>
              <a:t>become</a:t>
            </a:r>
            <a:r>
              <a:rPr lang="en-GB" sz="1300" spc="-95" noProof="0" dirty="0">
                <a:latin typeface="Arial"/>
                <a:cs typeface="Arial"/>
              </a:rPr>
              <a:t> </a:t>
            </a:r>
            <a:r>
              <a:rPr lang="en-GB" sz="1300" spc="-10" noProof="0" dirty="0">
                <a:latin typeface="Arial"/>
                <a:cs typeface="Arial"/>
              </a:rPr>
              <a:t>cloud/browser based.</a:t>
            </a:r>
            <a:endParaRPr lang="en-GB" sz="1300" noProof="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lang="en-GB" sz="1350" noProof="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lang="en-GB" sz="1300" b="1" spc="-75" noProof="0" dirty="0">
                <a:latin typeface="Arial"/>
                <a:cs typeface="Arial"/>
              </a:rPr>
              <a:t>Low</a:t>
            </a:r>
            <a:r>
              <a:rPr lang="en-GB" sz="1300" b="1" spc="-60" noProof="0" dirty="0">
                <a:latin typeface="Arial"/>
                <a:cs typeface="Arial"/>
              </a:rPr>
              <a:t> </a:t>
            </a:r>
            <a:r>
              <a:rPr lang="en-GB" sz="1300" b="1" spc="-30" noProof="0" dirty="0">
                <a:latin typeface="Arial"/>
                <a:cs typeface="Arial"/>
              </a:rPr>
              <a:t>Fidelity</a:t>
            </a:r>
            <a:r>
              <a:rPr lang="en-GB" sz="1300" b="1" spc="-60" noProof="0" dirty="0">
                <a:latin typeface="Arial"/>
                <a:cs typeface="Arial"/>
              </a:rPr>
              <a:t> </a:t>
            </a:r>
            <a:r>
              <a:rPr lang="en-GB" sz="1300" b="1" noProof="0" dirty="0">
                <a:latin typeface="Arial"/>
                <a:cs typeface="Arial"/>
              </a:rPr>
              <a:t>-</a:t>
            </a:r>
            <a:r>
              <a:rPr lang="en-GB" sz="1300" b="1" spc="-60" noProof="0" dirty="0">
                <a:latin typeface="Arial"/>
                <a:cs typeface="Arial"/>
              </a:rPr>
              <a:t> </a:t>
            </a:r>
            <a:r>
              <a:rPr lang="en-GB" sz="1300" b="1" spc="-30" noProof="0" dirty="0">
                <a:latin typeface="Arial"/>
                <a:cs typeface="Arial"/>
              </a:rPr>
              <a:t>Wireframing</a:t>
            </a:r>
            <a:r>
              <a:rPr lang="en-GB" sz="1300" b="1" spc="-55" noProof="0" dirty="0">
                <a:latin typeface="Arial"/>
                <a:cs typeface="Arial"/>
              </a:rPr>
              <a:t> </a:t>
            </a:r>
            <a:r>
              <a:rPr lang="en-GB" sz="1300" b="1" spc="-20" noProof="0" dirty="0">
                <a:latin typeface="Arial"/>
                <a:cs typeface="Arial"/>
              </a:rPr>
              <a:t>(UX)</a:t>
            </a:r>
            <a:endParaRPr lang="en-GB" sz="1300" noProof="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lang="en-GB" sz="1350" noProof="0" dirty="0">
              <a:latin typeface="Arial"/>
              <a:cs typeface="Arial"/>
            </a:endParaRPr>
          </a:p>
          <a:p>
            <a:pPr marL="469900" marR="92075" indent="-328295">
              <a:lnSpc>
                <a:spcPct val="101000"/>
              </a:lnSpc>
              <a:spcBef>
                <a:spcPts val="5"/>
              </a:spcBef>
              <a:buChar char="●"/>
              <a:tabLst>
                <a:tab pos="469900" algn="l"/>
              </a:tabLst>
            </a:pPr>
            <a:r>
              <a:rPr lang="en-GB" sz="1300" spc="-35" noProof="0" dirty="0">
                <a:latin typeface="Arial"/>
                <a:cs typeface="Arial"/>
              </a:rPr>
              <a:t>Balsamiq</a:t>
            </a:r>
            <a:r>
              <a:rPr lang="en-GB" sz="1300" spc="-50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-</a:t>
            </a:r>
            <a:r>
              <a:rPr lang="en-GB" sz="1300" spc="-45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rapid</a:t>
            </a:r>
            <a:r>
              <a:rPr lang="en-GB" sz="1300" spc="-50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wireframing</a:t>
            </a:r>
            <a:r>
              <a:rPr lang="en-GB" sz="1300" spc="-45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tool,</a:t>
            </a:r>
            <a:r>
              <a:rPr lang="en-GB" sz="1300" spc="-45" noProof="0" dirty="0">
                <a:latin typeface="Arial"/>
                <a:cs typeface="Arial"/>
              </a:rPr>
              <a:t> </a:t>
            </a:r>
            <a:r>
              <a:rPr lang="en-GB" sz="1300" spc="-20" noProof="0" dirty="0">
                <a:latin typeface="Arial"/>
                <a:cs typeface="Arial"/>
              </a:rPr>
              <a:t>sketch</a:t>
            </a:r>
            <a:r>
              <a:rPr lang="en-GB" sz="1300" spc="-50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style</a:t>
            </a:r>
            <a:r>
              <a:rPr lang="en-GB" sz="1300" spc="-45" noProof="0" dirty="0">
                <a:latin typeface="Arial"/>
                <a:cs typeface="Arial"/>
              </a:rPr>
              <a:t> </a:t>
            </a:r>
            <a:r>
              <a:rPr lang="en-GB" sz="1300" spc="30" noProof="0" dirty="0">
                <a:latin typeface="Arial"/>
                <a:cs typeface="Arial"/>
              </a:rPr>
              <a:t>with </a:t>
            </a:r>
            <a:r>
              <a:rPr lang="en-GB" sz="1300" noProof="0" dirty="0">
                <a:latin typeface="Arial"/>
                <a:cs typeface="Arial"/>
              </a:rPr>
              <a:t>built</a:t>
            </a:r>
            <a:r>
              <a:rPr lang="en-GB" sz="1300" spc="10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in</a:t>
            </a:r>
            <a:r>
              <a:rPr lang="en-GB" sz="1300" spc="15" noProof="0" dirty="0">
                <a:latin typeface="Arial"/>
                <a:cs typeface="Arial"/>
              </a:rPr>
              <a:t> </a:t>
            </a:r>
            <a:r>
              <a:rPr lang="en-GB" sz="1300" spc="-10" noProof="0" dirty="0">
                <a:latin typeface="Arial"/>
                <a:cs typeface="Arial"/>
              </a:rPr>
              <a:t>components</a:t>
            </a:r>
            <a:endParaRPr lang="en-GB" sz="1300" noProof="0" dirty="0">
              <a:latin typeface="Arial"/>
              <a:cs typeface="Arial"/>
            </a:endParaRPr>
          </a:p>
          <a:p>
            <a:pPr marL="469900" marR="433705" indent="-328295">
              <a:lnSpc>
                <a:spcPct val="101000"/>
              </a:lnSpc>
              <a:buChar char="●"/>
              <a:tabLst>
                <a:tab pos="469900" algn="l"/>
              </a:tabLst>
            </a:pPr>
            <a:r>
              <a:rPr lang="en-GB" sz="1300" spc="-10" noProof="0" dirty="0">
                <a:latin typeface="Arial"/>
                <a:cs typeface="Arial"/>
              </a:rPr>
              <a:t>Adobe</a:t>
            </a:r>
            <a:r>
              <a:rPr lang="en-GB" sz="1300" spc="-65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XD</a:t>
            </a:r>
            <a:r>
              <a:rPr lang="en-GB" sz="1300" spc="-65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-</a:t>
            </a:r>
            <a:r>
              <a:rPr lang="en-GB" sz="1300" spc="-70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vector</a:t>
            </a:r>
            <a:r>
              <a:rPr lang="en-GB" sz="1300" spc="-65" noProof="0" dirty="0">
                <a:latin typeface="Arial"/>
                <a:cs typeface="Arial"/>
              </a:rPr>
              <a:t> </a:t>
            </a:r>
            <a:r>
              <a:rPr lang="en-GB" sz="1300" spc="-35" noProof="0" dirty="0">
                <a:latin typeface="Arial"/>
                <a:cs typeface="Arial"/>
              </a:rPr>
              <a:t>design</a:t>
            </a:r>
            <a:r>
              <a:rPr lang="en-GB" sz="1300" spc="-65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tool</a:t>
            </a:r>
            <a:r>
              <a:rPr lang="en-GB" sz="1300" spc="-65" noProof="0" dirty="0">
                <a:latin typeface="Arial"/>
                <a:cs typeface="Arial"/>
              </a:rPr>
              <a:t> </a:t>
            </a:r>
            <a:r>
              <a:rPr lang="en-GB" sz="1300" spc="50" noProof="0" dirty="0">
                <a:latin typeface="Arial"/>
                <a:cs typeface="Arial"/>
              </a:rPr>
              <a:t>with</a:t>
            </a:r>
            <a:r>
              <a:rPr lang="en-GB" sz="1300" spc="-65" noProof="0" dirty="0">
                <a:latin typeface="Arial"/>
                <a:cs typeface="Arial"/>
              </a:rPr>
              <a:t> </a:t>
            </a:r>
            <a:r>
              <a:rPr lang="en-GB" sz="1300" spc="-10" noProof="0" dirty="0">
                <a:latin typeface="Arial"/>
                <a:cs typeface="Arial"/>
              </a:rPr>
              <a:t>interactive </a:t>
            </a:r>
            <a:r>
              <a:rPr lang="en-GB" sz="1300" noProof="0" dirty="0">
                <a:latin typeface="Arial"/>
                <a:cs typeface="Arial"/>
              </a:rPr>
              <a:t>functionality</a:t>
            </a:r>
            <a:r>
              <a:rPr lang="en-GB" sz="1300" spc="5" noProof="0" dirty="0">
                <a:latin typeface="Arial"/>
                <a:cs typeface="Arial"/>
              </a:rPr>
              <a:t> </a:t>
            </a:r>
            <a:r>
              <a:rPr lang="en-GB" sz="1300" spc="-30" noProof="0" dirty="0">
                <a:latin typeface="Arial"/>
                <a:cs typeface="Arial"/>
              </a:rPr>
              <a:t>and</a:t>
            </a:r>
            <a:r>
              <a:rPr lang="en-GB" sz="1300" spc="10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component</a:t>
            </a:r>
            <a:r>
              <a:rPr lang="en-GB" sz="1300" spc="5" noProof="0" dirty="0">
                <a:latin typeface="Arial"/>
                <a:cs typeface="Arial"/>
              </a:rPr>
              <a:t> </a:t>
            </a:r>
            <a:r>
              <a:rPr lang="en-GB" sz="1300" spc="-20" noProof="0" dirty="0">
                <a:latin typeface="Arial"/>
                <a:cs typeface="Arial"/>
              </a:rPr>
              <a:t>kits</a:t>
            </a:r>
            <a:endParaRPr lang="en-GB" sz="1300" noProof="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Arial"/>
              <a:buChar char="●"/>
            </a:pPr>
            <a:endParaRPr lang="en-GB" sz="1350" noProof="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lang="en-GB" sz="1300" b="1" spc="-45" noProof="0" dirty="0">
                <a:latin typeface="Arial"/>
                <a:cs typeface="Arial"/>
              </a:rPr>
              <a:t>High</a:t>
            </a:r>
            <a:r>
              <a:rPr lang="en-GB" sz="1300" b="1" spc="-70" noProof="0" dirty="0">
                <a:latin typeface="Arial"/>
                <a:cs typeface="Arial"/>
              </a:rPr>
              <a:t> </a:t>
            </a:r>
            <a:r>
              <a:rPr lang="en-GB" sz="1300" b="1" spc="-30" noProof="0" dirty="0">
                <a:latin typeface="Arial"/>
                <a:cs typeface="Arial"/>
              </a:rPr>
              <a:t>Fidelity</a:t>
            </a:r>
            <a:r>
              <a:rPr lang="en-GB" sz="1300" b="1" spc="-65" noProof="0" dirty="0">
                <a:latin typeface="Arial"/>
                <a:cs typeface="Arial"/>
              </a:rPr>
              <a:t> </a:t>
            </a:r>
            <a:r>
              <a:rPr lang="en-GB" sz="1300" b="1" noProof="0" dirty="0">
                <a:latin typeface="Arial"/>
                <a:cs typeface="Arial"/>
              </a:rPr>
              <a:t>-</a:t>
            </a:r>
            <a:r>
              <a:rPr lang="en-GB" sz="1300" b="1" spc="-65" noProof="0" dirty="0">
                <a:latin typeface="Arial"/>
                <a:cs typeface="Arial"/>
              </a:rPr>
              <a:t> </a:t>
            </a:r>
            <a:r>
              <a:rPr lang="en-GB" sz="1300" b="1" spc="-25" noProof="0" dirty="0">
                <a:latin typeface="Arial"/>
                <a:cs typeface="Arial"/>
              </a:rPr>
              <a:t>Interface</a:t>
            </a:r>
            <a:r>
              <a:rPr lang="en-GB" sz="1300" b="1" spc="-65" noProof="0" dirty="0">
                <a:latin typeface="Arial"/>
                <a:cs typeface="Arial"/>
              </a:rPr>
              <a:t> </a:t>
            </a:r>
            <a:r>
              <a:rPr lang="en-GB" sz="1300" b="1" spc="-70" noProof="0" dirty="0">
                <a:latin typeface="Arial"/>
                <a:cs typeface="Arial"/>
              </a:rPr>
              <a:t>Design </a:t>
            </a:r>
            <a:r>
              <a:rPr lang="en-GB" sz="1300" b="1" spc="-20" noProof="0" dirty="0">
                <a:latin typeface="Arial"/>
                <a:cs typeface="Arial"/>
              </a:rPr>
              <a:t>(UI)</a:t>
            </a:r>
            <a:endParaRPr lang="en-GB" sz="1300" noProof="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lang="en-GB" sz="1350" noProof="0" dirty="0">
              <a:latin typeface="Arial"/>
              <a:cs typeface="Arial"/>
            </a:endParaRPr>
          </a:p>
          <a:p>
            <a:pPr marL="469265" indent="-327660">
              <a:lnSpc>
                <a:spcPct val="100000"/>
              </a:lnSpc>
              <a:buChar char="●"/>
              <a:tabLst>
                <a:tab pos="469265" algn="l"/>
              </a:tabLst>
            </a:pPr>
            <a:r>
              <a:rPr lang="en-GB" sz="1300" spc="-45" noProof="0" dirty="0">
                <a:latin typeface="Arial"/>
                <a:cs typeface="Arial"/>
              </a:rPr>
              <a:t>Figma</a:t>
            </a:r>
            <a:r>
              <a:rPr lang="en-GB" sz="1300" spc="-65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-</a:t>
            </a:r>
            <a:r>
              <a:rPr lang="en-GB" sz="1300" spc="-65" noProof="0" dirty="0">
                <a:latin typeface="Arial"/>
                <a:cs typeface="Arial"/>
              </a:rPr>
              <a:t> </a:t>
            </a:r>
            <a:r>
              <a:rPr lang="en-GB" sz="1300" spc="-75" noProof="0" dirty="0">
                <a:latin typeface="Arial"/>
                <a:cs typeface="Arial"/>
              </a:rPr>
              <a:t>a</a:t>
            </a:r>
            <a:r>
              <a:rPr lang="en-GB" sz="1300" spc="-65" noProof="0" dirty="0">
                <a:latin typeface="Arial"/>
                <a:cs typeface="Arial"/>
              </a:rPr>
              <a:t> </a:t>
            </a:r>
            <a:r>
              <a:rPr lang="en-GB" sz="1300" spc="-30" noProof="0" dirty="0">
                <a:latin typeface="Arial"/>
                <a:cs typeface="Arial"/>
              </a:rPr>
              <a:t>web-based</a:t>
            </a:r>
            <a:r>
              <a:rPr lang="en-GB" sz="1300" spc="-65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interface</a:t>
            </a:r>
            <a:r>
              <a:rPr lang="en-GB" sz="1300" spc="-60" noProof="0" dirty="0">
                <a:latin typeface="Arial"/>
                <a:cs typeface="Arial"/>
              </a:rPr>
              <a:t> </a:t>
            </a:r>
            <a:r>
              <a:rPr lang="en-GB" sz="1300" spc="-35" noProof="0" dirty="0">
                <a:latin typeface="Arial"/>
                <a:cs typeface="Arial"/>
              </a:rPr>
              <a:t>design</a:t>
            </a:r>
            <a:r>
              <a:rPr lang="en-GB" sz="1300" spc="-65" noProof="0" dirty="0">
                <a:latin typeface="Arial"/>
                <a:cs typeface="Arial"/>
              </a:rPr>
              <a:t> </a:t>
            </a:r>
            <a:r>
              <a:rPr lang="en-GB" sz="1300" spc="-20" noProof="0" dirty="0">
                <a:latin typeface="Arial"/>
                <a:cs typeface="Arial"/>
              </a:rPr>
              <a:t>tool</a:t>
            </a:r>
            <a:endParaRPr lang="en-GB" sz="1300" noProof="0" dirty="0">
              <a:latin typeface="Arial"/>
              <a:cs typeface="Arial"/>
            </a:endParaRPr>
          </a:p>
          <a:p>
            <a:pPr marL="469900" marR="31115" indent="-328295">
              <a:lnSpc>
                <a:spcPct val="101000"/>
              </a:lnSpc>
              <a:buChar char="●"/>
              <a:tabLst>
                <a:tab pos="469900" algn="l"/>
              </a:tabLst>
            </a:pPr>
            <a:r>
              <a:rPr lang="en-GB" sz="1300" spc="-10" noProof="0" dirty="0">
                <a:latin typeface="Arial"/>
                <a:cs typeface="Arial"/>
              </a:rPr>
              <a:t>Adobe</a:t>
            </a:r>
            <a:r>
              <a:rPr lang="en-GB" sz="1300" spc="-80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XD</a:t>
            </a:r>
            <a:r>
              <a:rPr lang="en-GB" sz="1300" spc="-80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-</a:t>
            </a:r>
            <a:r>
              <a:rPr lang="en-GB" sz="1300" spc="-80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supports</a:t>
            </a:r>
            <a:r>
              <a:rPr lang="en-GB" sz="1300" spc="-80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non-vector</a:t>
            </a:r>
            <a:r>
              <a:rPr lang="en-GB" sz="1300" spc="-80" noProof="0" dirty="0">
                <a:latin typeface="Arial"/>
                <a:cs typeface="Arial"/>
              </a:rPr>
              <a:t> </a:t>
            </a:r>
            <a:r>
              <a:rPr lang="en-GB" sz="1300" spc="-20" noProof="0" dirty="0">
                <a:latin typeface="Arial"/>
                <a:cs typeface="Arial"/>
              </a:rPr>
              <a:t>graphical</a:t>
            </a:r>
            <a:r>
              <a:rPr lang="en-GB" sz="1300" spc="-80" noProof="0" dirty="0">
                <a:latin typeface="Arial"/>
                <a:cs typeface="Arial"/>
              </a:rPr>
              <a:t> </a:t>
            </a:r>
            <a:r>
              <a:rPr lang="en-GB" sz="1300" spc="-10" noProof="0" dirty="0">
                <a:latin typeface="Arial"/>
                <a:cs typeface="Arial"/>
              </a:rPr>
              <a:t>elements </a:t>
            </a:r>
            <a:r>
              <a:rPr lang="en-GB" sz="1300" spc="55" noProof="0" dirty="0">
                <a:latin typeface="Arial"/>
                <a:cs typeface="Arial"/>
              </a:rPr>
              <a:t>to</a:t>
            </a:r>
            <a:r>
              <a:rPr lang="en-GB" sz="1300" spc="-55" noProof="0" dirty="0">
                <a:latin typeface="Arial"/>
                <a:cs typeface="Arial"/>
              </a:rPr>
              <a:t> </a:t>
            </a:r>
            <a:r>
              <a:rPr lang="en-GB" sz="1300" spc="-35" noProof="0" dirty="0">
                <a:latin typeface="Arial"/>
                <a:cs typeface="Arial"/>
              </a:rPr>
              <a:t>design</a:t>
            </a:r>
            <a:r>
              <a:rPr lang="en-GB" sz="1300" spc="-50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on-top</a:t>
            </a:r>
            <a:r>
              <a:rPr lang="en-GB" sz="1300" spc="-50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of</a:t>
            </a:r>
            <a:r>
              <a:rPr lang="en-GB" sz="1300" spc="-50" noProof="0" dirty="0">
                <a:latin typeface="Arial"/>
                <a:cs typeface="Arial"/>
              </a:rPr>
              <a:t> </a:t>
            </a:r>
            <a:r>
              <a:rPr lang="en-GB" sz="1300" noProof="0" dirty="0">
                <a:latin typeface="Arial"/>
                <a:cs typeface="Arial"/>
              </a:rPr>
              <a:t>your</a:t>
            </a:r>
            <a:r>
              <a:rPr lang="en-GB" sz="1300" spc="-50" noProof="0" dirty="0">
                <a:latin typeface="Arial"/>
                <a:cs typeface="Arial"/>
              </a:rPr>
              <a:t> </a:t>
            </a:r>
            <a:r>
              <a:rPr lang="en-GB" sz="1300" spc="-10" noProof="0" dirty="0">
                <a:latin typeface="Arial"/>
                <a:cs typeface="Arial"/>
              </a:rPr>
              <a:t>wireframe</a:t>
            </a:r>
            <a:endParaRPr lang="en-GB" sz="1300" noProof="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lang="en-GB" sz="1350" noProof="0" dirty="0">
              <a:latin typeface="Arial"/>
              <a:cs typeface="Arial"/>
            </a:endParaRPr>
          </a:p>
          <a:p>
            <a:pPr marL="12700" marR="5080">
              <a:lnSpc>
                <a:spcPct val="101000"/>
              </a:lnSpc>
            </a:pPr>
            <a:r>
              <a:rPr lang="en-GB" sz="1300" i="1" spc="-80" noProof="0" dirty="0">
                <a:latin typeface="Arial"/>
                <a:cs typeface="Arial"/>
              </a:rPr>
              <a:t>Something</a:t>
            </a:r>
            <a:r>
              <a:rPr lang="en-GB" sz="1300" i="1" spc="-85" noProof="0" dirty="0">
                <a:latin typeface="Arial"/>
                <a:cs typeface="Arial"/>
              </a:rPr>
              <a:t> </a:t>
            </a:r>
            <a:r>
              <a:rPr lang="en-GB" sz="1300" i="1" noProof="0" dirty="0">
                <a:latin typeface="Arial"/>
                <a:cs typeface="Arial"/>
              </a:rPr>
              <a:t>to</a:t>
            </a:r>
            <a:r>
              <a:rPr lang="en-GB" sz="1300" i="1" spc="-80" noProof="0" dirty="0">
                <a:latin typeface="Arial"/>
                <a:cs typeface="Arial"/>
              </a:rPr>
              <a:t> </a:t>
            </a:r>
            <a:r>
              <a:rPr lang="en-GB" sz="1300" i="1" spc="-70" noProof="0" dirty="0">
                <a:latin typeface="Arial"/>
                <a:cs typeface="Arial"/>
              </a:rPr>
              <a:t>consider</a:t>
            </a:r>
            <a:r>
              <a:rPr lang="en-GB" sz="1300" i="1" spc="-80" noProof="0" dirty="0">
                <a:latin typeface="Arial"/>
                <a:cs typeface="Arial"/>
              </a:rPr>
              <a:t> </a:t>
            </a:r>
            <a:r>
              <a:rPr lang="en-GB" sz="1300" i="1" spc="-70" noProof="0" dirty="0">
                <a:latin typeface="Arial"/>
                <a:cs typeface="Arial"/>
              </a:rPr>
              <a:t>is</a:t>
            </a:r>
            <a:r>
              <a:rPr lang="en-GB" sz="1300" i="1" spc="-80" noProof="0" dirty="0">
                <a:latin typeface="Arial"/>
                <a:cs typeface="Arial"/>
              </a:rPr>
              <a:t> </a:t>
            </a:r>
            <a:r>
              <a:rPr lang="en-GB" sz="1300" i="1" noProof="0" dirty="0">
                <a:latin typeface="Arial"/>
                <a:cs typeface="Arial"/>
              </a:rPr>
              <a:t>that</a:t>
            </a:r>
            <a:r>
              <a:rPr lang="en-GB" sz="1300" i="1" spc="-80" noProof="0" dirty="0">
                <a:latin typeface="Arial"/>
                <a:cs typeface="Arial"/>
              </a:rPr>
              <a:t> </a:t>
            </a:r>
            <a:r>
              <a:rPr lang="en-GB" sz="1300" i="1" spc="-25" noProof="0" dirty="0">
                <a:latin typeface="Arial"/>
                <a:cs typeface="Arial"/>
              </a:rPr>
              <a:t>it’s</a:t>
            </a:r>
            <a:r>
              <a:rPr lang="en-GB" sz="1300" i="1" spc="-80" noProof="0" dirty="0">
                <a:latin typeface="Arial"/>
                <a:cs typeface="Arial"/>
              </a:rPr>
              <a:t> </a:t>
            </a:r>
            <a:r>
              <a:rPr lang="en-GB" sz="1300" i="1" spc="-25" noProof="0" dirty="0">
                <a:latin typeface="Arial"/>
                <a:cs typeface="Arial"/>
              </a:rPr>
              <a:t>not</a:t>
            </a:r>
            <a:r>
              <a:rPr lang="en-GB" sz="1300" i="1" spc="-80" noProof="0" dirty="0">
                <a:latin typeface="Arial"/>
                <a:cs typeface="Arial"/>
              </a:rPr>
              <a:t> </a:t>
            </a:r>
            <a:r>
              <a:rPr lang="en-GB" sz="1300" i="1" spc="-60" noProof="0" dirty="0">
                <a:latin typeface="Arial"/>
                <a:cs typeface="Arial"/>
              </a:rPr>
              <a:t>always</a:t>
            </a:r>
            <a:r>
              <a:rPr lang="en-GB" sz="1300" i="1" spc="-80" noProof="0" dirty="0">
                <a:latin typeface="Arial"/>
                <a:cs typeface="Arial"/>
              </a:rPr>
              <a:t> </a:t>
            </a:r>
            <a:r>
              <a:rPr lang="en-GB" sz="1300" i="1" spc="-10" noProof="0" dirty="0">
                <a:latin typeface="Arial"/>
                <a:cs typeface="Arial"/>
              </a:rPr>
              <a:t>worth</a:t>
            </a:r>
            <a:r>
              <a:rPr lang="en-GB" sz="1300" i="1" spc="-80" noProof="0" dirty="0">
                <a:latin typeface="Arial"/>
                <a:cs typeface="Arial"/>
              </a:rPr>
              <a:t> </a:t>
            </a:r>
            <a:r>
              <a:rPr lang="en-GB" sz="1300" i="1" spc="-10" noProof="0" dirty="0">
                <a:latin typeface="Arial"/>
                <a:cs typeface="Arial"/>
              </a:rPr>
              <a:t>reinventing </a:t>
            </a:r>
            <a:r>
              <a:rPr lang="en-GB" sz="1300" i="1" spc="-40" noProof="0" dirty="0">
                <a:latin typeface="Arial"/>
                <a:cs typeface="Arial"/>
              </a:rPr>
              <a:t>the</a:t>
            </a:r>
            <a:r>
              <a:rPr lang="en-GB" sz="1300" i="1" spc="-85" noProof="0" dirty="0">
                <a:latin typeface="Arial"/>
                <a:cs typeface="Arial"/>
              </a:rPr>
              <a:t> </a:t>
            </a:r>
            <a:r>
              <a:rPr lang="en-GB" sz="1300" i="1" spc="-75" noProof="0" dirty="0">
                <a:latin typeface="Arial"/>
                <a:cs typeface="Arial"/>
              </a:rPr>
              <a:t>wheel;</a:t>
            </a:r>
            <a:r>
              <a:rPr lang="en-GB" sz="1300" i="1" spc="-85" noProof="0" dirty="0">
                <a:latin typeface="Arial"/>
                <a:cs typeface="Arial"/>
              </a:rPr>
              <a:t> </a:t>
            </a:r>
            <a:r>
              <a:rPr lang="en-GB" sz="1300" i="1" spc="-60" noProof="0" dirty="0">
                <a:latin typeface="Arial"/>
                <a:cs typeface="Arial"/>
              </a:rPr>
              <a:t>most</a:t>
            </a:r>
            <a:r>
              <a:rPr lang="en-GB" sz="1300" i="1" spc="-85" noProof="0" dirty="0">
                <a:latin typeface="Arial"/>
                <a:cs typeface="Arial"/>
              </a:rPr>
              <a:t> </a:t>
            </a:r>
            <a:r>
              <a:rPr lang="en-GB" sz="1300" i="1" spc="-30" noProof="0" dirty="0">
                <a:latin typeface="Arial"/>
                <a:cs typeface="Arial"/>
              </a:rPr>
              <a:t>of</a:t>
            </a:r>
            <a:r>
              <a:rPr lang="en-GB" sz="1300" i="1" spc="-85" noProof="0" dirty="0">
                <a:latin typeface="Arial"/>
                <a:cs typeface="Arial"/>
              </a:rPr>
              <a:t> </a:t>
            </a:r>
            <a:r>
              <a:rPr lang="en-GB" sz="1300" i="1" spc="-25" noProof="0" dirty="0">
                <a:latin typeface="Arial"/>
                <a:cs typeface="Arial"/>
              </a:rPr>
              <a:t>what</a:t>
            </a:r>
            <a:r>
              <a:rPr lang="en-GB" sz="1300" i="1" spc="-85" noProof="0" dirty="0">
                <a:latin typeface="Arial"/>
                <a:cs typeface="Arial"/>
              </a:rPr>
              <a:t> </a:t>
            </a:r>
            <a:r>
              <a:rPr lang="en-GB" sz="1300" i="1" spc="-65" noProof="0" dirty="0">
                <a:latin typeface="Arial"/>
                <a:cs typeface="Arial"/>
              </a:rPr>
              <a:t>you</a:t>
            </a:r>
            <a:r>
              <a:rPr lang="en-GB" sz="1300" i="1" spc="-85" noProof="0" dirty="0">
                <a:latin typeface="Arial"/>
                <a:cs typeface="Arial"/>
              </a:rPr>
              <a:t> </a:t>
            </a:r>
            <a:r>
              <a:rPr lang="en-GB" sz="1300" i="1" spc="-140" noProof="0" dirty="0">
                <a:latin typeface="Arial"/>
                <a:cs typeface="Arial"/>
              </a:rPr>
              <a:t>see</a:t>
            </a:r>
            <a:r>
              <a:rPr lang="en-GB" sz="1300" i="1" spc="-85" noProof="0" dirty="0">
                <a:latin typeface="Arial"/>
                <a:cs typeface="Arial"/>
              </a:rPr>
              <a:t> </a:t>
            </a:r>
            <a:r>
              <a:rPr lang="en-GB" sz="1300" i="1" spc="-60" noProof="0" dirty="0">
                <a:latin typeface="Arial"/>
                <a:cs typeface="Arial"/>
              </a:rPr>
              <a:t>and</a:t>
            </a:r>
            <a:r>
              <a:rPr lang="en-GB" sz="1300" i="1" spc="-85" noProof="0" dirty="0">
                <a:latin typeface="Arial"/>
                <a:cs typeface="Arial"/>
              </a:rPr>
              <a:t> </a:t>
            </a:r>
            <a:r>
              <a:rPr lang="en-GB" sz="1300" i="1" spc="-30" noProof="0" dirty="0">
                <a:latin typeface="Arial"/>
                <a:cs typeface="Arial"/>
              </a:rPr>
              <a:t>interact</a:t>
            </a:r>
            <a:r>
              <a:rPr lang="en-GB" sz="1300" i="1" spc="-80" noProof="0" dirty="0">
                <a:latin typeface="Arial"/>
                <a:cs typeface="Arial"/>
              </a:rPr>
              <a:t> </a:t>
            </a:r>
            <a:r>
              <a:rPr lang="en-GB" sz="1300" i="1" noProof="0" dirty="0">
                <a:latin typeface="Arial"/>
                <a:cs typeface="Arial"/>
              </a:rPr>
              <a:t>with</a:t>
            </a:r>
            <a:r>
              <a:rPr lang="en-GB" sz="1300" i="1" spc="-85" noProof="0" dirty="0">
                <a:latin typeface="Arial"/>
                <a:cs typeface="Arial"/>
              </a:rPr>
              <a:t> </a:t>
            </a:r>
            <a:r>
              <a:rPr lang="en-GB" sz="1300" i="1" spc="-65" noProof="0" dirty="0">
                <a:latin typeface="Arial"/>
                <a:cs typeface="Arial"/>
              </a:rPr>
              <a:t>on</a:t>
            </a:r>
            <a:r>
              <a:rPr lang="en-GB" sz="1300" i="1" spc="-85" noProof="0" dirty="0">
                <a:latin typeface="Arial"/>
                <a:cs typeface="Arial"/>
              </a:rPr>
              <a:t> </a:t>
            </a:r>
            <a:r>
              <a:rPr lang="en-GB" sz="1300" i="1" spc="-40" noProof="0" dirty="0">
                <a:latin typeface="Arial"/>
                <a:cs typeface="Arial"/>
              </a:rPr>
              <a:t>the</a:t>
            </a:r>
            <a:r>
              <a:rPr lang="en-GB" sz="1300" i="1" spc="-85" noProof="0" dirty="0">
                <a:latin typeface="Arial"/>
                <a:cs typeface="Arial"/>
              </a:rPr>
              <a:t> </a:t>
            </a:r>
            <a:r>
              <a:rPr lang="en-GB" sz="1300" i="1" spc="-70" noProof="0" dirty="0">
                <a:latin typeface="Arial"/>
                <a:cs typeface="Arial"/>
              </a:rPr>
              <a:t>web</a:t>
            </a:r>
            <a:r>
              <a:rPr lang="en-GB" sz="1300" i="1" spc="-85" noProof="0" dirty="0">
                <a:latin typeface="Arial"/>
                <a:cs typeface="Arial"/>
              </a:rPr>
              <a:t> </a:t>
            </a:r>
            <a:r>
              <a:rPr lang="en-GB" sz="1300" i="1" spc="-25" noProof="0" dirty="0">
                <a:latin typeface="Arial"/>
                <a:cs typeface="Arial"/>
              </a:rPr>
              <a:t>is </a:t>
            </a:r>
            <a:r>
              <a:rPr lang="en-GB" sz="1300" i="1" spc="-50" noProof="0" dirty="0">
                <a:latin typeface="Arial"/>
                <a:cs typeface="Arial"/>
              </a:rPr>
              <a:t>simply</a:t>
            </a:r>
            <a:r>
              <a:rPr lang="en-GB" sz="1300" i="1" spc="-80" noProof="0" dirty="0">
                <a:latin typeface="Arial"/>
                <a:cs typeface="Arial"/>
              </a:rPr>
              <a:t> </a:t>
            </a:r>
            <a:r>
              <a:rPr lang="en-GB" sz="1300" i="1" spc="-65" noProof="0" dirty="0">
                <a:latin typeface="Arial"/>
                <a:cs typeface="Arial"/>
              </a:rPr>
              <a:t>an</a:t>
            </a:r>
            <a:r>
              <a:rPr lang="en-GB" sz="1300" i="1" spc="-75" noProof="0" dirty="0">
                <a:latin typeface="Arial"/>
                <a:cs typeface="Arial"/>
              </a:rPr>
              <a:t> </a:t>
            </a:r>
            <a:r>
              <a:rPr lang="en-GB" sz="1300" i="1" spc="-70" noProof="0" dirty="0">
                <a:latin typeface="Arial"/>
                <a:cs typeface="Arial"/>
              </a:rPr>
              <a:t>extension</a:t>
            </a:r>
            <a:r>
              <a:rPr lang="en-GB" sz="1300" i="1" spc="-75" noProof="0" dirty="0">
                <a:latin typeface="Arial"/>
                <a:cs typeface="Arial"/>
              </a:rPr>
              <a:t> </a:t>
            </a:r>
            <a:r>
              <a:rPr lang="en-GB" sz="1300" i="1" spc="-30" noProof="0" dirty="0">
                <a:latin typeface="Arial"/>
                <a:cs typeface="Arial"/>
              </a:rPr>
              <a:t>of</a:t>
            </a:r>
            <a:r>
              <a:rPr lang="en-GB" sz="1300" i="1" spc="-75" noProof="0" dirty="0">
                <a:latin typeface="Arial"/>
                <a:cs typeface="Arial"/>
              </a:rPr>
              <a:t> </a:t>
            </a:r>
            <a:r>
              <a:rPr lang="en-GB" sz="1300" i="1" spc="-70" noProof="0" dirty="0">
                <a:latin typeface="Arial"/>
                <a:cs typeface="Arial"/>
              </a:rPr>
              <a:t>something</a:t>
            </a:r>
            <a:r>
              <a:rPr lang="en-GB" sz="1300" i="1" spc="-75" noProof="0" dirty="0">
                <a:latin typeface="Arial"/>
                <a:cs typeface="Arial"/>
              </a:rPr>
              <a:t> </a:t>
            </a:r>
            <a:r>
              <a:rPr lang="en-GB" sz="1300" i="1" spc="-10" noProof="0" dirty="0">
                <a:latin typeface="Arial"/>
                <a:cs typeface="Arial"/>
              </a:rPr>
              <a:t>else.</a:t>
            </a:r>
            <a:endParaRPr lang="en-GB" sz="1300" noProof="0" dirty="0">
              <a:latin typeface="Arial"/>
              <a:cs typeface="Arial"/>
            </a:endParaRPr>
          </a:p>
        </p:txBody>
      </p:sp>
      <p:grpSp>
        <p:nvGrpSpPr>
          <p:cNvPr id="4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890049" y="0"/>
            <a:ext cx="4254500" cy="5143500"/>
            <a:chOff x="4890049" y="0"/>
            <a:chExt cx="4254500" cy="5143500"/>
          </a:xfrm>
        </p:grpSpPr>
        <p:sp>
          <p:nvSpPr>
            <p:cNvPr id="5" name="object 5"/>
            <p:cNvSpPr/>
            <p:nvPr/>
          </p:nvSpPr>
          <p:spPr>
            <a:xfrm>
              <a:off x="5086099" y="0"/>
              <a:ext cx="4058285" cy="5143500"/>
            </a:xfrm>
            <a:custGeom>
              <a:avLst/>
              <a:gdLst/>
              <a:ahLst/>
              <a:cxnLst/>
              <a:rect l="l" t="t" r="r" b="b"/>
              <a:pathLst>
                <a:path w="4058284" h="5143500">
                  <a:moveTo>
                    <a:pt x="4057799" y="5143499"/>
                  </a:moveTo>
                  <a:lnTo>
                    <a:pt x="0" y="5143499"/>
                  </a:lnTo>
                  <a:lnTo>
                    <a:pt x="0" y="0"/>
                  </a:lnTo>
                  <a:lnTo>
                    <a:pt x="4057799" y="0"/>
                  </a:lnTo>
                  <a:lnTo>
                    <a:pt x="4057799" y="5143499"/>
                  </a:lnTo>
                  <a:close/>
                </a:path>
              </a:pathLst>
            </a:custGeom>
            <a:solidFill>
              <a:srgbClr val="F7CE47"/>
            </a:solidFill>
          </p:spPr>
          <p:txBody>
            <a:bodyPr wrap="square" lIns="0" tIns="0" rIns="0" bIns="0" rtlCol="0"/>
            <a:lstStyle/>
            <a:p>
              <a:endParaRPr lang="en-GB" noProof="0" dirty="0"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90049" y="0"/>
              <a:ext cx="4253949" cy="284265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24024" y="1749849"/>
              <a:ext cx="3581952" cy="31144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681795" y="4732099"/>
              <a:ext cx="1070833" cy="35399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231E6A5-2B61-A41D-7C81-BF1C2DA36F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EFE61F8-EC18-112D-F5ED-1BEF65264EA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77675" y="2349894"/>
            <a:ext cx="8188649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en-GB" spc="-114" noProof="0" dirty="0"/>
              <a:t>Greenwich Brand PDF</a:t>
            </a:r>
          </a:p>
        </p:txBody>
      </p:sp>
      <p:pic>
        <p:nvPicPr>
          <p:cNvPr id="3" name="object 3" descr="Blue text on a black background">
            <a:extLst>
              <a:ext uri="{FF2B5EF4-FFF2-40B4-BE49-F238E27FC236}">
                <a16:creationId xmlns:a16="http://schemas.microsoft.com/office/drawing/2014/main" id="{330A4C09-4D57-BE91-6EF2-B4E38B01993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81796" y="4736048"/>
            <a:ext cx="1069515" cy="336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91634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75EA52C-1837-F1EF-3E00-18447143E8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0FDB2FE-AA68-6D03-011B-0678911928E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77675" y="2349894"/>
            <a:ext cx="8188649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en-GB" spc="-114" noProof="0" dirty="0"/>
              <a:t>Next we will look at an intro to CSS Grids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D5421065-E21C-8705-4353-A7F7719445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81796" y="4736048"/>
            <a:ext cx="1069515" cy="336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20878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00033D"/>
          </a:solidFill>
        </p:spPr>
        <p:txBody>
          <a:bodyPr wrap="square" lIns="0" tIns="0" rIns="0" bIns="0" rtlCol="0"/>
          <a:lstStyle/>
          <a:p>
            <a:endParaRPr lang="en-GB" noProof="0" dirty="0"/>
          </a:p>
        </p:txBody>
      </p:sp>
      <p:sp>
        <p:nvSpPr>
          <p:cNvPr id="3" name="object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5198" y="415650"/>
            <a:ext cx="183515" cy="0"/>
          </a:xfrm>
          <a:custGeom>
            <a:avLst/>
            <a:gdLst/>
            <a:ahLst/>
            <a:cxnLst/>
            <a:rect l="l" t="t" r="r" b="b"/>
            <a:pathLst>
              <a:path w="183515">
                <a:moveTo>
                  <a:pt x="0" y="0"/>
                </a:moveTo>
                <a:lnTo>
                  <a:pt x="183299" y="0"/>
                </a:lnTo>
              </a:path>
            </a:pathLst>
          </a:custGeom>
          <a:ln w="1904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 lang="en-GB" noProof="0" dirty="0"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56123" y="760791"/>
            <a:ext cx="325183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z="4800" spc="-100" noProof="0" dirty="0">
                <a:solidFill>
                  <a:srgbClr val="FFFFFF"/>
                </a:solidFill>
              </a:rPr>
              <a:t>Questions?</a:t>
            </a:r>
            <a:endParaRPr lang="en-GB" sz="4800" noProof="0" dirty="0"/>
          </a:p>
        </p:txBody>
      </p:sp>
      <p:pic>
        <p:nvPicPr>
          <p:cNvPr id="5" name="object 5" descr="logo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81796" y="4732099"/>
            <a:ext cx="1070833" cy="35399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</TotalTime>
  <Words>3032</Words>
  <Application>Microsoft Office PowerPoint</Application>
  <PresentationFormat>On-screen Show (16:9)</PresentationFormat>
  <Paragraphs>189</Paragraphs>
  <Slides>47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4" baseType="lpstr">
      <vt:lpstr>Arial</vt:lpstr>
      <vt:lpstr>Helvetica Neue</vt:lpstr>
      <vt:lpstr>Helvetica Neue Light</vt:lpstr>
      <vt:lpstr>Helvetica Neue Medium</vt:lpstr>
      <vt:lpstr>Times New Roman</vt:lpstr>
      <vt:lpstr>Trebuchet MS</vt:lpstr>
      <vt:lpstr>Office Theme</vt:lpstr>
      <vt:lpstr>PowerPoint Presentation</vt:lpstr>
      <vt:lpstr>UX/UI/CX &amp;</vt:lpstr>
      <vt:lpstr>Agenda</vt:lpstr>
      <vt:lpstr>What is UX, UI &amp; CX?</vt:lpstr>
      <vt:lpstr>User Experience Design</vt:lpstr>
      <vt:lpstr>Example</vt:lpstr>
      <vt:lpstr>Example</vt:lpstr>
      <vt:lpstr>Example</vt:lpstr>
      <vt:lpstr>User Interface Design</vt:lpstr>
      <vt:lpstr>Example</vt:lpstr>
      <vt:lpstr>Example</vt:lpstr>
      <vt:lpstr>Customer Experience</vt:lpstr>
      <vt:lpstr>Example</vt:lpstr>
      <vt:lpstr>Why it matters?</vt:lpstr>
      <vt:lpstr>Standards &amp; Guidelines</vt:lpstr>
      <vt:lpstr>Colour Palettes/Schemes</vt:lpstr>
      <vt:lpstr>Example</vt:lpstr>
      <vt:lpstr>Selecting Colours</vt:lpstr>
      <vt:lpstr>Using Colours</vt:lpstr>
      <vt:lpstr>Typography</vt:lpstr>
      <vt:lpstr>What is typography</vt:lpstr>
      <vt:lpstr>PowerPoint Presentation</vt:lpstr>
      <vt:lpstr>PowerPoint Presentation</vt:lpstr>
      <vt:lpstr>Alignment</vt:lpstr>
      <vt:lpstr>Left</vt:lpstr>
      <vt:lpstr>Right</vt:lpstr>
      <vt:lpstr>Centred</vt:lpstr>
      <vt:lpstr>Justified</vt:lpstr>
      <vt:lpstr>Alignment cont…</vt:lpstr>
      <vt:lpstr>The 3 golden rules of web typography</vt:lpstr>
      <vt:lpstr>Optimal line length</vt:lpstr>
      <vt:lpstr>Remote fonts</vt:lpstr>
      <vt:lpstr>PowerPoint Presentation</vt:lpstr>
      <vt:lpstr>Grids</vt:lpstr>
      <vt:lpstr>PowerPoint Presentation</vt:lpstr>
      <vt:lpstr>PowerPoint Presentation</vt:lpstr>
      <vt:lpstr>PowerPoint Presentation</vt:lpstr>
      <vt:lpstr>PowerPoint Presentation</vt:lpstr>
      <vt:lpstr>“Always start your design project with a layout grid. No exceptions.”</vt:lpstr>
      <vt:lpstr>Brand Guidelines</vt:lpstr>
      <vt:lpstr>Style Guides/Cookbooks</vt:lpstr>
      <vt:lpstr>Design Systems</vt:lpstr>
      <vt:lpstr>GOV.UK</vt:lpstr>
      <vt:lpstr>UX &amp; UI Tools</vt:lpstr>
      <vt:lpstr>Greenwich Brand PDF</vt:lpstr>
      <vt:lpstr>Next we will look at an intro to CSS Grids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COMP1589 - UX/UI/CX &amp;  Web Libraries</dc:title>
  <cp:lastModifiedBy>Louis Kashari</cp:lastModifiedBy>
  <cp:revision>10</cp:revision>
  <dcterms:created xsi:type="dcterms:W3CDTF">2023-12-22T22:59:23Z</dcterms:created>
  <dcterms:modified xsi:type="dcterms:W3CDTF">2025-05-09T15:10:15Z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</Properties>
</file>