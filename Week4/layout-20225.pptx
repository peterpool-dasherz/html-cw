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2" r:id="rId15"/>
    <p:sldId id="273" r:id="rId16"/>
    <p:sldId id="274" r:id="rId17"/>
    <p:sldId id="276" r:id="rId18"/>
    <p:sldId id="277" r:id="rId19"/>
    <p:sldId id="278" r:id="rId20"/>
    <p:sldId id="279" r:id="rId21"/>
    <p:sldId id="280" r:id="rId22"/>
    <p:sldId id="281" r:id="rId23"/>
    <p:sldId id="282" r:id="rId24"/>
    <p:sldId id="284" r:id="rId25"/>
    <p:sldId id="285" r:id="rId26"/>
    <p:sldId id="287" r:id="rId27"/>
    <p:sldId id="289" r:id="rId28"/>
    <p:sldId id="290" r:id="rId29"/>
    <p:sldId id="291" r:id="rId30"/>
    <p:sldId id="293" r:id="rId31"/>
    <p:sldId id="294" r:id="rId32"/>
    <p:sldId id="295" r:id="rId33"/>
    <p:sldId id="317" r:id="rId34"/>
  </p:sldIdLst>
  <p:sldSz cx="13004800" cy="9753600"/>
  <p:notesSz cx="130048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p:cViewPr varScale="1">
        <p:scale>
          <a:sx n="84" d="100"/>
          <a:sy n="84" d="100"/>
        </p:scale>
        <p:origin x="1976"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09600" y="990092"/>
            <a:ext cx="2672079" cy="665480"/>
          </a:xfrm>
          <a:prstGeom prst="rect">
            <a:avLst/>
          </a:prstGeom>
        </p:spPr>
        <p:txBody>
          <a:bodyPr wrap="square" lIns="0" tIns="0" rIns="0" bIns="0">
            <a:spAutoFit/>
          </a:bodyPr>
          <a:lstStyle>
            <a:lvl1pPr>
              <a:defRPr sz="4200" b="0"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sz="2600" b="0" i="0">
                <a:solidFill>
                  <a:srgbClr val="74747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600" b="0" i="0">
                <a:solidFill>
                  <a:srgbClr val="74747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7700" y="1974850"/>
            <a:ext cx="11709400" cy="0"/>
          </a:xfrm>
          <a:custGeom>
            <a:avLst/>
            <a:gdLst/>
            <a:ahLst/>
            <a:cxnLst/>
            <a:rect l="l" t="t" r="r" b="b"/>
            <a:pathLst>
              <a:path w="11709400">
                <a:moveTo>
                  <a:pt x="0" y="0"/>
                </a:moveTo>
                <a:lnTo>
                  <a:pt x="11709400" y="0"/>
                </a:lnTo>
              </a:path>
            </a:pathLst>
          </a:custGeom>
          <a:ln w="12700">
            <a:solidFill>
              <a:srgbClr val="9A9A9A"/>
            </a:solidFill>
          </a:ln>
        </p:spPr>
        <p:txBody>
          <a:bodyPr wrap="square" lIns="0" tIns="0" rIns="0" bIns="0" rtlCol="0"/>
          <a:lstStyle/>
          <a:p>
            <a:endParaRPr/>
          </a:p>
        </p:txBody>
      </p:sp>
      <p:sp>
        <p:nvSpPr>
          <p:cNvPr id="2" name="Holder 2"/>
          <p:cNvSpPr>
            <a:spLocks noGrp="1"/>
          </p:cNvSpPr>
          <p:nvPr>
            <p:ph type="title"/>
          </p:nvPr>
        </p:nvSpPr>
        <p:spPr>
          <a:xfrm>
            <a:off x="609600" y="407923"/>
            <a:ext cx="11322685" cy="1214120"/>
          </a:xfrm>
          <a:prstGeom prst="rect">
            <a:avLst/>
          </a:prstGeom>
        </p:spPr>
        <p:txBody>
          <a:bodyPr wrap="square" lIns="0" tIns="0" rIns="0" bIns="0">
            <a:spAutoFit/>
          </a:bodyPr>
          <a:lstStyle>
            <a:lvl1pPr>
              <a:defRPr sz="4200" b="0" i="0">
                <a:solidFill>
                  <a:schemeClr val="tx1"/>
                </a:solidFill>
                <a:latin typeface="Arial"/>
                <a:cs typeface="Arial"/>
              </a:defRPr>
            </a:lvl1pPr>
          </a:lstStyle>
          <a:p>
            <a:endParaRPr/>
          </a:p>
        </p:txBody>
      </p:sp>
      <p:sp>
        <p:nvSpPr>
          <p:cNvPr id="3" name="Holder 3"/>
          <p:cNvSpPr>
            <a:spLocks noGrp="1"/>
          </p:cNvSpPr>
          <p:nvPr>
            <p:ph type="body" idx="1"/>
          </p:nvPr>
        </p:nvSpPr>
        <p:spPr>
          <a:xfrm>
            <a:off x="609600" y="2333243"/>
            <a:ext cx="11726545" cy="2567940"/>
          </a:xfrm>
          <a:prstGeom prst="rect">
            <a:avLst/>
          </a:prstGeom>
        </p:spPr>
        <p:txBody>
          <a:bodyPr wrap="square" lIns="0" tIns="0" rIns="0" bIns="0">
            <a:spAutoFit/>
          </a:bodyPr>
          <a:lstStyle>
            <a:lvl1pPr>
              <a:defRPr sz="2600" b="0" i="0">
                <a:solidFill>
                  <a:srgbClr val="747474"/>
                </a:solidFill>
                <a:latin typeface="Arial"/>
                <a:cs typeface="Arial"/>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2/4/25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www.livescience.com/7389-sense-beauty-partly-innate-study-suggests.html" TargetMode="External"/><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www.totemlearning.com/totemspoll/2015/4/22/the-golden-ratio-a-brief-introduction" TargetMode="External"/><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hyperlink" Target="http://www.sitepoint.com/principles-of-good-design-balance/" TargetMode="External"/><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1.xml"/><Relationship Id="rId4" Type="http://schemas.openxmlformats.org/officeDocument/2006/relationships/hyperlink" Target="http://www.sitepoint.com/principles-of-good-design-balance/"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www.sitepoint.com/principles-of-good-design-balance/" TargetMode="External"/><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www.sitepoint.com/principles-of-good-design-balance/" TargetMode="External"/><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hyperlink" Target="http://www.sitepoint.com/principles-of-good-design-balance/"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47700" y="4756150"/>
            <a:ext cx="11709400" cy="0"/>
          </a:xfrm>
          <a:custGeom>
            <a:avLst/>
            <a:gdLst/>
            <a:ahLst/>
            <a:cxnLst/>
            <a:rect l="l" t="t" r="r" b="b"/>
            <a:pathLst>
              <a:path w="11709400">
                <a:moveTo>
                  <a:pt x="0" y="0"/>
                </a:moveTo>
                <a:lnTo>
                  <a:pt x="11709400" y="0"/>
                </a:lnTo>
              </a:path>
            </a:pathLst>
          </a:custGeom>
          <a:ln w="12700">
            <a:solidFill>
              <a:srgbClr val="9A9A9A"/>
            </a:solidFill>
          </a:ln>
        </p:spPr>
        <p:txBody>
          <a:bodyPr wrap="square" lIns="0" tIns="0" rIns="0" bIns="0" rtlCol="0"/>
          <a:lstStyle/>
          <a:p>
            <a:endParaRPr/>
          </a:p>
        </p:txBody>
      </p:sp>
      <p:sp>
        <p:nvSpPr>
          <p:cNvPr id="4" name="object 4"/>
          <p:cNvSpPr txBox="1"/>
          <p:nvPr/>
        </p:nvSpPr>
        <p:spPr>
          <a:xfrm>
            <a:off x="609600" y="3779011"/>
            <a:ext cx="1734185" cy="665480"/>
          </a:xfrm>
          <a:prstGeom prst="rect">
            <a:avLst/>
          </a:prstGeom>
        </p:spPr>
        <p:txBody>
          <a:bodyPr vert="horz" wrap="square" lIns="0" tIns="12700" rIns="0" bIns="0" rtlCol="0">
            <a:spAutoFit/>
          </a:bodyPr>
          <a:lstStyle/>
          <a:p>
            <a:pPr marL="12700">
              <a:lnSpc>
                <a:spcPct val="100000"/>
              </a:lnSpc>
              <a:spcBef>
                <a:spcPts val="100"/>
              </a:spcBef>
            </a:pPr>
            <a:r>
              <a:rPr sz="4200" spc="-45" dirty="0">
                <a:latin typeface="Arial"/>
                <a:cs typeface="Arial"/>
              </a:rPr>
              <a:t>Layout.</a:t>
            </a:r>
            <a:endParaRPr sz="4200">
              <a:latin typeface="Arial"/>
              <a:cs typeface="Arial"/>
            </a:endParaRPr>
          </a:p>
        </p:txBody>
      </p:sp>
      <p:sp>
        <p:nvSpPr>
          <p:cNvPr id="5" name="object 5"/>
          <p:cNvSpPr txBox="1"/>
          <p:nvPr/>
        </p:nvSpPr>
        <p:spPr>
          <a:xfrm>
            <a:off x="622300" y="4876582"/>
            <a:ext cx="554990" cy="1219835"/>
          </a:xfrm>
          <a:prstGeom prst="rect">
            <a:avLst/>
          </a:prstGeom>
        </p:spPr>
        <p:txBody>
          <a:bodyPr vert="horz" wrap="square" lIns="0" tIns="0" rIns="0" bIns="0" rtlCol="0">
            <a:spAutoFit/>
          </a:bodyPr>
          <a:lstStyle/>
          <a:p>
            <a:pPr marL="3810">
              <a:lnSpc>
                <a:spcPts val="2310"/>
              </a:lnSpc>
            </a:pPr>
            <a:r>
              <a:rPr sz="2600" spc="-20" dirty="0">
                <a:solidFill>
                  <a:srgbClr val="747474"/>
                </a:solidFill>
                <a:latin typeface="Arial"/>
                <a:cs typeface="Arial"/>
              </a:rPr>
              <a:t>201</a:t>
            </a:r>
            <a:endParaRPr sz="2600">
              <a:latin typeface="Arial"/>
              <a:cs typeface="Arial"/>
            </a:endParaRPr>
          </a:p>
          <a:p>
            <a:pPr>
              <a:lnSpc>
                <a:spcPts val="1989"/>
              </a:lnSpc>
            </a:pPr>
            <a:r>
              <a:rPr sz="3900" spc="-37" baseline="-23504" dirty="0">
                <a:solidFill>
                  <a:srgbClr val="747474"/>
                </a:solidFill>
                <a:latin typeface="Arial"/>
                <a:cs typeface="Arial"/>
              </a:rPr>
              <a:t>5</a:t>
            </a:r>
            <a:r>
              <a:rPr sz="2600" spc="-25" dirty="0">
                <a:latin typeface="Arial"/>
                <a:cs typeface="Arial"/>
              </a:rPr>
              <a:t>20</a:t>
            </a:r>
            <a:endParaRPr sz="2600">
              <a:latin typeface="Arial"/>
              <a:cs typeface="Arial"/>
            </a:endParaRPr>
          </a:p>
          <a:p>
            <a:pPr>
              <a:lnSpc>
                <a:spcPts val="2350"/>
              </a:lnSpc>
            </a:pPr>
            <a:r>
              <a:rPr sz="2600" spc="-50" dirty="0">
                <a:latin typeface="Arial"/>
                <a:cs typeface="Arial"/>
              </a:rPr>
              <a:t>1</a:t>
            </a:r>
            <a:endParaRPr sz="2600">
              <a:latin typeface="Arial"/>
              <a:cs typeface="Arial"/>
            </a:endParaRPr>
          </a:p>
          <a:p>
            <a:pPr marL="125730">
              <a:lnSpc>
                <a:spcPts val="2915"/>
              </a:lnSpc>
            </a:pPr>
            <a:r>
              <a:rPr sz="2600" spc="-50" dirty="0">
                <a:latin typeface="Arial"/>
                <a:cs typeface="Arial"/>
              </a:rPr>
              <a:t>7</a:t>
            </a:r>
            <a:endParaRPr sz="2600">
              <a:latin typeface="Arial"/>
              <a:cs typeface="Arial"/>
            </a:endParaRPr>
          </a:p>
        </p:txBody>
      </p:sp>
      <p:sp>
        <p:nvSpPr>
          <p:cNvPr id="6" name="object 6"/>
          <p:cNvSpPr/>
          <p:nvPr/>
        </p:nvSpPr>
        <p:spPr>
          <a:xfrm>
            <a:off x="184527" y="4768220"/>
            <a:ext cx="3073400" cy="1187450"/>
          </a:xfrm>
          <a:custGeom>
            <a:avLst/>
            <a:gdLst/>
            <a:ahLst/>
            <a:cxnLst/>
            <a:rect l="l" t="t" r="r" b="b"/>
            <a:pathLst>
              <a:path w="3073400" h="1187450">
                <a:moveTo>
                  <a:pt x="3073273" y="0"/>
                </a:moveTo>
                <a:lnTo>
                  <a:pt x="0" y="0"/>
                </a:lnTo>
                <a:lnTo>
                  <a:pt x="0" y="1187365"/>
                </a:lnTo>
                <a:lnTo>
                  <a:pt x="3073273" y="1187365"/>
                </a:lnTo>
                <a:lnTo>
                  <a:pt x="3073273" y="0"/>
                </a:lnTo>
                <a:close/>
              </a:path>
            </a:pathLst>
          </a:custGeom>
          <a:solidFill>
            <a:srgbClr val="FFFFFF"/>
          </a:solid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47700" y="1974850"/>
            <a:ext cx="11709400" cy="0"/>
          </a:xfrm>
          <a:custGeom>
            <a:avLst/>
            <a:gdLst/>
            <a:ahLst/>
            <a:cxnLst/>
            <a:rect l="l" t="t" r="r" b="b"/>
            <a:pathLst>
              <a:path w="11709400">
                <a:moveTo>
                  <a:pt x="0" y="0"/>
                </a:moveTo>
                <a:lnTo>
                  <a:pt x="11709400" y="0"/>
                </a:lnTo>
              </a:path>
            </a:pathLst>
          </a:custGeom>
          <a:ln w="12700">
            <a:solidFill>
              <a:srgbClr val="9A9A9A"/>
            </a:solidFill>
          </a:ln>
        </p:spPr>
        <p:txBody>
          <a:bodyPr wrap="square" lIns="0" tIns="0" rIns="0" bIns="0" rtlCol="0"/>
          <a:lstStyle/>
          <a:p>
            <a:endParaRPr/>
          </a:p>
        </p:txBody>
      </p:sp>
      <p:grpSp>
        <p:nvGrpSpPr>
          <p:cNvPr id="3" name="object 3"/>
          <p:cNvGrpSpPr/>
          <p:nvPr/>
        </p:nvGrpSpPr>
        <p:grpSpPr>
          <a:xfrm>
            <a:off x="457200" y="342900"/>
            <a:ext cx="12255500" cy="8712200"/>
            <a:chOff x="457200" y="342900"/>
            <a:chExt cx="12255500" cy="8712200"/>
          </a:xfrm>
        </p:grpSpPr>
        <p:sp>
          <p:nvSpPr>
            <p:cNvPr id="4" name="object 4"/>
            <p:cNvSpPr/>
            <p:nvPr/>
          </p:nvSpPr>
          <p:spPr>
            <a:xfrm>
              <a:off x="3568700" y="5613399"/>
              <a:ext cx="5867400" cy="1104900"/>
            </a:xfrm>
            <a:custGeom>
              <a:avLst/>
              <a:gdLst/>
              <a:ahLst/>
              <a:cxnLst/>
              <a:rect l="l" t="t" r="r" b="b"/>
              <a:pathLst>
                <a:path w="5867400" h="1104900">
                  <a:moveTo>
                    <a:pt x="5867400" y="0"/>
                  </a:moveTo>
                  <a:lnTo>
                    <a:pt x="0" y="0"/>
                  </a:lnTo>
                  <a:lnTo>
                    <a:pt x="0" y="1104900"/>
                  </a:lnTo>
                  <a:lnTo>
                    <a:pt x="5867400" y="1104900"/>
                  </a:lnTo>
                  <a:lnTo>
                    <a:pt x="5867400" y="0"/>
                  </a:lnTo>
                  <a:close/>
                </a:path>
              </a:pathLst>
            </a:custGeom>
            <a:solidFill>
              <a:srgbClr val="BFBFBF">
                <a:alpha val="25099"/>
              </a:srgbClr>
            </a:solidFill>
          </p:spPr>
          <p:txBody>
            <a:bodyPr wrap="square" lIns="0" tIns="0" rIns="0" bIns="0" rtlCol="0"/>
            <a:lstStyle/>
            <a:p>
              <a:endParaRPr/>
            </a:p>
          </p:txBody>
        </p:sp>
        <p:sp>
          <p:nvSpPr>
            <p:cNvPr id="5" name="object 5"/>
            <p:cNvSpPr/>
            <p:nvPr/>
          </p:nvSpPr>
          <p:spPr>
            <a:xfrm>
              <a:off x="3575050" y="5619749"/>
              <a:ext cx="5854700" cy="1092200"/>
            </a:xfrm>
            <a:custGeom>
              <a:avLst/>
              <a:gdLst/>
              <a:ahLst/>
              <a:cxnLst/>
              <a:rect l="l" t="t" r="r" b="b"/>
              <a:pathLst>
                <a:path w="5854700" h="1092200">
                  <a:moveTo>
                    <a:pt x="0" y="0"/>
                  </a:moveTo>
                  <a:lnTo>
                    <a:pt x="5854700" y="0"/>
                  </a:lnTo>
                  <a:lnTo>
                    <a:pt x="5854700" y="1092200"/>
                  </a:lnTo>
                  <a:lnTo>
                    <a:pt x="0" y="1092200"/>
                  </a:lnTo>
                  <a:lnTo>
                    <a:pt x="0" y="0"/>
                  </a:lnTo>
                  <a:close/>
                </a:path>
                <a:path w="5854700" h="1092200">
                  <a:moveTo>
                    <a:pt x="0" y="0"/>
                  </a:moveTo>
                  <a:lnTo>
                    <a:pt x="5854700" y="1092200"/>
                  </a:lnTo>
                </a:path>
                <a:path w="5854700" h="1092200">
                  <a:moveTo>
                    <a:pt x="5854700" y="0"/>
                  </a:moveTo>
                  <a:lnTo>
                    <a:pt x="0" y="1092200"/>
                  </a:lnTo>
                </a:path>
              </a:pathLst>
            </a:custGeom>
            <a:ln w="12700">
              <a:solidFill>
                <a:srgbClr val="4C4C4C"/>
              </a:solidFill>
            </a:ln>
          </p:spPr>
          <p:txBody>
            <a:bodyPr wrap="square" lIns="0" tIns="0" rIns="0" bIns="0" rtlCol="0"/>
            <a:lstStyle/>
            <a:p>
              <a:endParaRPr/>
            </a:p>
          </p:txBody>
        </p:sp>
        <p:sp>
          <p:nvSpPr>
            <p:cNvPr id="6" name="object 6"/>
            <p:cNvSpPr/>
            <p:nvPr/>
          </p:nvSpPr>
          <p:spPr>
            <a:xfrm>
              <a:off x="6305550" y="5968999"/>
              <a:ext cx="393700" cy="393700"/>
            </a:xfrm>
            <a:custGeom>
              <a:avLst/>
              <a:gdLst/>
              <a:ahLst/>
              <a:cxnLst/>
              <a:rect l="l" t="t" r="r" b="b"/>
              <a:pathLst>
                <a:path w="393700" h="393700">
                  <a:moveTo>
                    <a:pt x="393700" y="0"/>
                  </a:moveTo>
                  <a:lnTo>
                    <a:pt x="0" y="0"/>
                  </a:lnTo>
                  <a:lnTo>
                    <a:pt x="0" y="393700"/>
                  </a:lnTo>
                  <a:lnTo>
                    <a:pt x="393700" y="393700"/>
                  </a:lnTo>
                  <a:lnTo>
                    <a:pt x="393700" y="0"/>
                  </a:lnTo>
                  <a:close/>
                </a:path>
              </a:pathLst>
            </a:custGeom>
            <a:solidFill>
              <a:srgbClr val="F3F3F3"/>
            </a:solidFill>
          </p:spPr>
          <p:txBody>
            <a:bodyPr wrap="square" lIns="0" tIns="0" rIns="0" bIns="0" rtlCol="0"/>
            <a:lstStyle/>
            <a:p>
              <a:endParaRPr/>
            </a:p>
          </p:txBody>
        </p:sp>
        <p:sp>
          <p:nvSpPr>
            <p:cNvPr id="7" name="object 7"/>
            <p:cNvSpPr/>
            <p:nvPr/>
          </p:nvSpPr>
          <p:spPr>
            <a:xfrm>
              <a:off x="6305550" y="5968999"/>
              <a:ext cx="393700" cy="393700"/>
            </a:xfrm>
            <a:custGeom>
              <a:avLst/>
              <a:gdLst/>
              <a:ahLst/>
              <a:cxnLst/>
              <a:rect l="l" t="t" r="r" b="b"/>
              <a:pathLst>
                <a:path w="393700" h="393700">
                  <a:moveTo>
                    <a:pt x="0" y="0"/>
                  </a:moveTo>
                  <a:lnTo>
                    <a:pt x="393700" y="0"/>
                  </a:lnTo>
                  <a:lnTo>
                    <a:pt x="393700" y="393700"/>
                  </a:lnTo>
                  <a:lnTo>
                    <a:pt x="0" y="393700"/>
                  </a:lnTo>
                  <a:lnTo>
                    <a:pt x="0" y="0"/>
                  </a:lnTo>
                  <a:close/>
                </a:path>
              </a:pathLst>
            </a:custGeom>
            <a:ln w="12700">
              <a:solidFill>
                <a:srgbClr val="FFFFFF"/>
              </a:solidFill>
            </a:ln>
          </p:spPr>
          <p:txBody>
            <a:bodyPr wrap="square" lIns="0" tIns="0" rIns="0" bIns="0" rtlCol="0"/>
            <a:lstStyle/>
            <a:p>
              <a:endParaRPr/>
            </a:p>
          </p:txBody>
        </p:sp>
        <p:sp>
          <p:nvSpPr>
            <p:cNvPr id="8" name="object 8"/>
            <p:cNvSpPr/>
            <p:nvPr/>
          </p:nvSpPr>
          <p:spPr>
            <a:xfrm>
              <a:off x="6470993" y="6263765"/>
              <a:ext cx="34290" cy="34290"/>
            </a:xfrm>
            <a:custGeom>
              <a:avLst/>
              <a:gdLst/>
              <a:ahLst/>
              <a:cxnLst/>
              <a:rect l="l" t="t" r="r" b="b"/>
              <a:pathLst>
                <a:path w="34290" h="34289">
                  <a:moveTo>
                    <a:pt x="34200" y="0"/>
                  </a:moveTo>
                  <a:lnTo>
                    <a:pt x="0" y="0"/>
                  </a:lnTo>
                  <a:lnTo>
                    <a:pt x="0" y="34202"/>
                  </a:lnTo>
                  <a:lnTo>
                    <a:pt x="34200" y="34202"/>
                  </a:lnTo>
                  <a:lnTo>
                    <a:pt x="34200" y="0"/>
                  </a:lnTo>
                  <a:close/>
                </a:path>
              </a:pathLst>
            </a:custGeom>
            <a:solidFill>
              <a:srgbClr val="000000"/>
            </a:solidFill>
          </p:spPr>
          <p:txBody>
            <a:bodyPr wrap="square" lIns="0" tIns="0" rIns="0" bIns="0" rtlCol="0"/>
            <a:lstStyle/>
            <a:p>
              <a:endParaRPr/>
            </a:p>
          </p:txBody>
        </p:sp>
        <p:pic>
          <p:nvPicPr>
            <p:cNvPr id="9" name="object 9"/>
            <p:cNvPicPr/>
            <p:nvPr/>
          </p:nvPicPr>
          <p:blipFill>
            <a:blip r:embed="rId2" cstate="print"/>
            <a:stretch>
              <a:fillRect/>
            </a:stretch>
          </p:blipFill>
          <p:spPr>
            <a:xfrm>
              <a:off x="6431278" y="6031990"/>
              <a:ext cx="140206" cy="198120"/>
            </a:xfrm>
            <a:prstGeom prst="rect">
              <a:avLst/>
            </a:prstGeom>
          </p:spPr>
        </p:pic>
        <p:pic>
          <p:nvPicPr>
            <p:cNvPr id="10" name="object 10"/>
            <p:cNvPicPr/>
            <p:nvPr/>
          </p:nvPicPr>
          <p:blipFill>
            <a:blip r:embed="rId3" cstate="print"/>
            <a:stretch>
              <a:fillRect/>
            </a:stretch>
          </p:blipFill>
          <p:spPr>
            <a:xfrm>
              <a:off x="457200" y="342900"/>
              <a:ext cx="12255500" cy="8712200"/>
            </a:xfrm>
            <a:prstGeom prst="rect">
              <a:avLst/>
            </a:prstGeom>
          </p:spPr>
        </p:pic>
      </p:grpSp>
      <p:sp>
        <p:nvSpPr>
          <p:cNvPr id="11" name="object 11"/>
          <p:cNvSpPr txBox="1"/>
          <p:nvPr/>
        </p:nvSpPr>
        <p:spPr>
          <a:xfrm>
            <a:off x="4494033" y="9298940"/>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4868" rIns="0" bIns="0" rtlCol="0">
            <a:spAutoFit/>
          </a:bodyPr>
          <a:lstStyle/>
          <a:p>
            <a:pPr marL="12700">
              <a:lnSpc>
                <a:spcPct val="100000"/>
              </a:lnSpc>
              <a:spcBef>
                <a:spcPts val="100"/>
              </a:spcBef>
            </a:pPr>
            <a:r>
              <a:rPr spc="-90" dirty="0"/>
              <a:t>The</a:t>
            </a:r>
            <a:r>
              <a:rPr spc="-225" dirty="0"/>
              <a:t> </a:t>
            </a:r>
            <a:r>
              <a:rPr spc="-65" dirty="0"/>
              <a:t>Golden</a:t>
            </a:r>
            <a:r>
              <a:rPr spc="-140" dirty="0"/>
              <a:t> </a:t>
            </a:r>
            <a:r>
              <a:rPr spc="-60" dirty="0"/>
              <a:t>ratio</a:t>
            </a:r>
            <a:r>
              <a:rPr spc="-305" dirty="0"/>
              <a:t> </a:t>
            </a:r>
            <a:r>
              <a:rPr spc="-10" dirty="0"/>
              <a:t>cont…</a:t>
            </a:r>
          </a:p>
        </p:txBody>
      </p:sp>
      <p:sp>
        <p:nvSpPr>
          <p:cNvPr id="3" name="object 3"/>
          <p:cNvSpPr txBox="1"/>
          <p:nvPr/>
        </p:nvSpPr>
        <p:spPr>
          <a:xfrm>
            <a:off x="609600" y="1979675"/>
            <a:ext cx="11301730" cy="4317365"/>
          </a:xfrm>
          <a:prstGeom prst="rect">
            <a:avLst/>
          </a:prstGeom>
        </p:spPr>
        <p:txBody>
          <a:bodyPr vert="horz" wrap="square" lIns="0" tIns="12700" rIns="0" bIns="0" rtlCol="0">
            <a:spAutoFit/>
          </a:bodyPr>
          <a:lstStyle/>
          <a:p>
            <a:pPr marL="279400" marR="458470" indent="-266700">
              <a:lnSpc>
                <a:spcPct val="153800"/>
              </a:lnSpc>
              <a:spcBef>
                <a:spcPts val="100"/>
              </a:spcBef>
              <a:buChar char="•"/>
              <a:tabLst>
                <a:tab pos="279400" algn="l"/>
              </a:tabLst>
            </a:pPr>
            <a:r>
              <a:rPr sz="2600" spc="-70" dirty="0">
                <a:solidFill>
                  <a:srgbClr val="747474"/>
                </a:solidFill>
                <a:latin typeface="Arial"/>
                <a:cs typeface="Arial"/>
              </a:rPr>
              <a:t>The</a:t>
            </a:r>
            <a:r>
              <a:rPr sz="2600" spc="-260" dirty="0">
                <a:solidFill>
                  <a:srgbClr val="747474"/>
                </a:solidFill>
                <a:latin typeface="Arial"/>
                <a:cs typeface="Arial"/>
              </a:rPr>
              <a:t> </a:t>
            </a:r>
            <a:r>
              <a:rPr sz="2600" spc="-60" dirty="0">
                <a:solidFill>
                  <a:srgbClr val="747474"/>
                </a:solidFill>
                <a:latin typeface="Arial"/>
                <a:cs typeface="Arial"/>
              </a:rPr>
              <a:t>Golden</a:t>
            </a:r>
            <a:r>
              <a:rPr sz="2600" spc="-130" dirty="0">
                <a:solidFill>
                  <a:srgbClr val="747474"/>
                </a:solidFill>
                <a:latin typeface="Arial"/>
                <a:cs typeface="Arial"/>
              </a:rPr>
              <a:t> </a:t>
            </a:r>
            <a:r>
              <a:rPr sz="2600" spc="-60" dirty="0">
                <a:solidFill>
                  <a:srgbClr val="747474"/>
                </a:solidFill>
                <a:latin typeface="Arial"/>
                <a:cs typeface="Arial"/>
              </a:rPr>
              <a:t>Ratio</a:t>
            </a:r>
            <a:r>
              <a:rPr sz="2600" spc="-165" dirty="0">
                <a:solidFill>
                  <a:srgbClr val="747474"/>
                </a:solidFill>
                <a:latin typeface="Arial"/>
                <a:cs typeface="Arial"/>
              </a:rPr>
              <a:t> </a:t>
            </a:r>
            <a:r>
              <a:rPr sz="2600" spc="-85" dirty="0">
                <a:solidFill>
                  <a:srgbClr val="747474"/>
                </a:solidFill>
                <a:latin typeface="Arial"/>
                <a:cs typeface="Arial"/>
              </a:rPr>
              <a:t>(also</a:t>
            </a:r>
            <a:r>
              <a:rPr sz="2600" spc="-270" dirty="0">
                <a:solidFill>
                  <a:srgbClr val="747474"/>
                </a:solidFill>
                <a:latin typeface="Arial"/>
                <a:cs typeface="Arial"/>
              </a:rPr>
              <a:t> </a:t>
            </a:r>
            <a:r>
              <a:rPr sz="2600" dirty="0">
                <a:solidFill>
                  <a:srgbClr val="747474"/>
                </a:solidFill>
                <a:latin typeface="Arial"/>
                <a:cs typeface="Arial"/>
              </a:rPr>
              <a:t>known</a:t>
            </a:r>
            <a:r>
              <a:rPr sz="2600" spc="-25" dirty="0">
                <a:solidFill>
                  <a:srgbClr val="747474"/>
                </a:solidFill>
                <a:latin typeface="Arial"/>
                <a:cs typeface="Arial"/>
              </a:rPr>
              <a:t> </a:t>
            </a:r>
            <a:r>
              <a:rPr sz="2600" spc="-40" dirty="0">
                <a:solidFill>
                  <a:srgbClr val="747474"/>
                </a:solidFill>
                <a:latin typeface="Arial"/>
                <a:cs typeface="Arial"/>
              </a:rPr>
              <a:t>as</a:t>
            </a:r>
            <a:r>
              <a:rPr sz="2600" spc="-185" dirty="0">
                <a:solidFill>
                  <a:srgbClr val="747474"/>
                </a:solidFill>
                <a:latin typeface="Arial"/>
                <a:cs typeface="Arial"/>
              </a:rPr>
              <a:t> </a:t>
            </a:r>
            <a:r>
              <a:rPr sz="2600" dirty="0">
                <a:solidFill>
                  <a:srgbClr val="747474"/>
                </a:solidFill>
                <a:latin typeface="Arial"/>
                <a:cs typeface="Arial"/>
              </a:rPr>
              <a:t>the</a:t>
            </a:r>
            <a:r>
              <a:rPr sz="2600" spc="-80" dirty="0">
                <a:solidFill>
                  <a:srgbClr val="747474"/>
                </a:solidFill>
                <a:latin typeface="Arial"/>
                <a:cs typeface="Arial"/>
              </a:rPr>
              <a:t> </a:t>
            </a:r>
            <a:r>
              <a:rPr sz="2600" spc="-60" dirty="0">
                <a:solidFill>
                  <a:srgbClr val="747474"/>
                </a:solidFill>
                <a:latin typeface="Arial"/>
                <a:cs typeface="Arial"/>
              </a:rPr>
              <a:t>Golden</a:t>
            </a:r>
            <a:r>
              <a:rPr sz="2600" spc="-135" dirty="0">
                <a:solidFill>
                  <a:srgbClr val="747474"/>
                </a:solidFill>
                <a:latin typeface="Arial"/>
                <a:cs typeface="Arial"/>
              </a:rPr>
              <a:t> </a:t>
            </a:r>
            <a:r>
              <a:rPr sz="2600" spc="-40" dirty="0">
                <a:solidFill>
                  <a:srgbClr val="747474"/>
                </a:solidFill>
                <a:latin typeface="Arial"/>
                <a:cs typeface="Arial"/>
              </a:rPr>
              <a:t>Section,</a:t>
            </a:r>
            <a:r>
              <a:rPr sz="2600" spc="-90" dirty="0">
                <a:solidFill>
                  <a:srgbClr val="747474"/>
                </a:solidFill>
                <a:latin typeface="Arial"/>
                <a:cs typeface="Arial"/>
              </a:rPr>
              <a:t> </a:t>
            </a:r>
            <a:r>
              <a:rPr sz="2600" spc="-60" dirty="0">
                <a:solidFill>
                  <a:srgbClr val="747474"/>
                </a:solidFill>
                <a:latin typeface="Arial"/>
                <a:cs typeface="Arial"/>
              </a:rPr>
              <a:t>Golden</a:t>
            </a:r>
            <a:r>
              <a:rPr sz="2600" spc="-130" dirty="0">
                <a:solidFill>
                  <a:srgbClr val="747474"/>
                </a:solidFill>
                <a:latin typeface="Arial"/>
                <a:cs typeface="Arial"/>
              </a:rPr>
              <a:t> </a:t>
            </a:r>
            <a:r>
              <a:rPr sz="2600" spc="-55" dirty="0">
                <a:solidFill>
                  <a:srgbClr val="747474"/>
                </a:solidFill>
                <a:latin typeface="Arial"/>
                <a:cs typeface="Arial"/>
              </a:rPr>
              <a:t>Mean,</a:t>
            </a:r>
            <a:r>
              <a:rPr sz="2600" spc="-145" dirty="0">
                <a:solidFill>
                  <a:srgbClr val="747474"/>
                </a:solidFill>
                <a:latin typeface="Arial"/>
                <a:cs typeface="Arial"/>
              </a:rPr>
              <a:t> </a:t>
            </a:r>
            <a:r>
              <a:rPr sz="2600" spc="-10" dirty="0">
                <a:solidFill>
                  <a:srgbClr val="747474"/>
                </a:solidFill>
                <a:latin typeface="Arial"/>
                <a:cs typeface="Arial"/>
              </a:rPr>
              <a:t>Divine </a:t>
            </a:r>
            <a:r>
              <a:rPr sz="2600" spc="-30" dirty="0">
                <a:solidFill>
                  <a:srgbClr val="747474"/>
                </a:solidFill>
                <a:latin typeface="Arial"/>
                <a:cs typeface="Arial"/>
              </a:rPr>
              <a:t>Proportion</a:t>
            </a:r>
            <a:r>
              <a:rPr sz="2600" spc="-140" dirty="0">
                <a:solidFill>
                  <a:srgbClr val="747474"/>
                </a:solidFill>
                <a:latin typeface="Arial"/>
                <a:cs typeface="Arial"/>
              </a:rPr>
              <a:t> </a:t>
            </a:r>
            <a:r>
              <a:rPr sz="2600" dirty="0">
                <a:solidFill>
                  <a:srgbClr val="747474"/>
                </a:solidFill>
                <a:latin typeface="Arial"/>
                <a:cs typeface="Arial"/>
              </a:rPr>
              <a:t>or</a:t>
            </a:r>
            <a:r>
              <a:rPr sz="2600" spc="-70" dirty="0">
                <a:solidFill>
                  <a:srgbClr val="747474"/>
                </a:solidFill>
                <a:latin typeface="Arial"/>
                <a:cs typeface="Arial"/>
              </a:rPr>
              <a:t> </a:t>
            </a:r>
            <a:r>
              <a:rPr sz="2600" spc="-65" dirty="0">
                <a:solidFill>
                  <a:srgbClr val="747474"/>
                </a:solidFill>
                <a:latin typeface="Arial"/>
                <a:cs typeface="Arial"/>
              </a:rPr>
              <a:t>Greek</a:t>
            </a:r>
            <a:r>
              <a:rPr sz="2600" spc="-130" dirty="0">
                <a:solidFill>
                  <a:srgbClr val="747474"/>
                </a:solidFill>
                <a:latin typeface="Arial"/>
                <a:cs typeface="Arial"/>
              </a:rPr>
              <a:t> </a:t>
            </a:r>
            <a:r>
              <a:rPr sz="2600" spc="-35" dirty="0">
                <a:solidFill>
                  <a:srgbClr val="747474"/>
                </a:solidFill>
                <a:latin typeface="Arial"/>
                <a:cs typeface="Arial"/>
              </a:rPr>
              <a:t>letter</a:t>
            </a:r>
            <a:r>
              <a:rPr sz="2600" spc="-120" dirty="0">
                <a:solidFill>
                  <a:srgbClr val="747474"/>
                </a:solidFill>
                <a:latin typeface="Arial"/>
                <a:cs typeface="Arial"/>
              </a:rPr>
              <a:t> </a:t>
            </a:r>
            <a:r>
              <a:rPr sz="2600" spc="-50" dirty="0">
                <a:solidFill>
                  <a:srgbClr val="747474"/>
                </a:solidFill>
                <a:latin typeface="Arial"/>
                <a:cs typeface="Arial"/>
              </a:rPr>
              <a:t>Phi</a:t>
            </a:r>
            <a:r>
              <a:rPr sz="2600" spc="-130" dirty="0">
                <a:solidFill>
                  <a:srgbClr val="747474"/>
                </a:solidFill>
                <a:latin typeface="Arial"/>
                <a:cs typeface="Arial"/>
              </a:rPr>
              <a:t> </a:t>
            </a:r>
            <a:r>
              <a:rPr sz="2600" dirty="0">
                <a:solidFill>
                  <a:srgbClr val="747474"/>
                </a:solidFill>
                <a:latin typeface="Arial"/>
                <a:cs typeface="Arial"/>
              </a:rPr>
              <a:t>-</a:t>
            </a:r>
            <a:r>
              <a:rPr sz="2600" spc="-40" dirty="0">
                <a:solidFill>
                  <a:srgbClr val="747474"/>
                </a:solidFill>
                <a:latin typeface="Arial"/>
                <a:cs typeface="Arial"/>
              </a:rPr>
              <a:t> </a:t>
            </a:r>
            <a:r>
              <a:rPr sz="2600" spc="-30" dirty="0">
                <a:solidFill>
                  <a:srgbClr val="747474"/>
                </a:solidFill>
                <a:latin typeface="Arial"/>
                <a:cs typeface="Arial"/>
              </a:rPr>
              <a:t>pronounced</a:t>
            </a:r>
            <a:r>
              <a:rPr sz="2600" spc="-85" dirty="0">
                <a:solidFill>
                  <a:srgbClr val="747474"/>
                </a:solidFill>
                <a:latin typeface="Arial"/>
                <a:cs typeface="Arial"/>
              </a:rPr>
              <a:t> </a:t>
            </a:r>
            <a:r>
              <a:rPr sz="2600" spc="-40" dirty="0">
                <a:solidFill>
                  <a:srgbClr val="747474"/>
                </a:solidFill>
                <a:latin typeface="Arial"/>
                <a:cs typeface="Arial"/>
              </a:rPr>
              <a:t>fie</a:t>
            </a:r>
            <a:r>
              <a:rPr sz="2600" spc="-140" dirty="0">
                <a:solidFill>
                  <a:srgbClr val="747474"/>
                </a:solidFill>
                <a:latin typeface="Arial"/>
                <a:cs typeface="Arial"/>
              </a:rPr>
              <a:t> </a:t>
            </a:r>
            <a:r>
              <a:rPr sz="2600" dirty="0">
                <a:solidFill>
                  <a:srgbClr val="747474"/>
                </a:solidFill>
                <a:latin typeface="Arial"/>
                <a:cs typeface="Arial"/>
              </a:rPr>
              <a:t>as</a:t>
            </a:r>
            <a:r>
              <a:rPr sz="2600" spc="-110" dirty="0">
                <a:solidFill>
                  <a:srgbClr val="747474"/>
                </a:solidFill>
                <a:latin typeface="Arial"/>
                <a:cs typeface="Arial"/>
              </a:rPr>
              <a:t> </a:t>
            </a:r>
            <a:r>
              <a:rPr sz="2600" dirty="0">
                <a:solidFill>
                  <a:srgbClr val="747474"/>
                </a:solidFill>
                <a:latin typeface="Arial"/>
                <a:cs typeface="Arial"/>
              </a:rPr>
              <a:t>in</a:t>
            </a:r>
            <a:r>
              <a:rPr sz="2600" spc="-150" dirty="0">
                <a:solidFill>
                  <a:srgbClr val="747474"/>
                </a:solidFill>
                <a:latin typeface="Arial"/>
                <a:cs typeface="Arial"/>
              </a:rPr>
              <a:t> </a:t>
            </a:r>
            <a:r>
              <a:rPr sz="2600" spc="-10" dirty="0">
                <a:solidFill>
                  <a:srgbClr val="747474"/>
                </a:solidFill>
                <a:latin typeface="Arial"/>
                <a:cs typeface="Arial"/>
              </a:rPr>
              <a:t>fly).</a:t>
            </a:r>
            <a:endParaRPr sz="2600">
              <a:latin typeface="Arial"/>
              <a:cs typeface="Arial"/>
            </a:endParaRPr>
          </a:p>
          <a:p>
            <a:pPr>
              <a:lnSpc>
                <a:spcPct val="100000"/>
              </a:lnSpc>
              <a:spcBef>
                <a:spcPts val="2130"/>
              </a:spcBef>
              <a:buClr>
                <a:srgbClr val="747474"/>
              </a:buClr>
              <a:buFont typeface="Arial"/>
              <a:buChar char="•"/>
            </a:pPr>
            <a:endParaRPr sz="2600">
              <a:latin typeface="Arial"/>
              <a:cs typeface="Arial"/>
            </a:endParaRPr>
          </a:p>
          <a:p>
            <a:pPr marL="279400" marR="5080" indent="-266700">
              <a:lnSpc>
                <a:spcPct val="152800"/>
              </a:lnSpc>
              <a:buChar char="•"/>
              <a:tabLst>
                <a:tab pos="279400" algn="l"/>
              </a:tabLst>
            </a:pPr>
            <a:r>
              <a:rPr sz="2600" spc="-70" dirty="0">
                <a:solidFill>
                  <a:srgbClr val="747474"/>
                </a:solidFill>
                <a:latin typeface="Arial"/>
                <a:cs typeface="Arial"/>
              </a:rPr>
              <a:t>This</a:t>
            </a:r>
            <a:r>
              <a:rPr sz="2600" spc="-140" dirty="0">
                <a:solidFill>
                  <a:srgbClr val="747474"/>
                </a:solidFill>
                <a:latin typeface="Arial"/>
                <a:cs typeface="Arial"/>
              </a:rPr>
              <a:t> </a:t>
            </a:r>
            <a:r>
              <a:rPr sz="2600" spc="-45" dirty="0">
                <a:solidFill>
                  <a:srgbClr val="747474"/>
                </a:solidFill>
                <a:latin typeface="Arial"/>
                <a:cs typeface="Arial"/>
              </a:rPr>
              <a:t>harmony</a:t>
            </a:r>
            <a:r>
              <a:rPr sz="2600" spc="-140" dirty="0">
                <a:solidFill>
                  <a:srgbClr val="747474"/>
                </a:solidFill>
                <a:latin typeface="Arial"/>
                <a:cs typeface="Arial"/>
              </a:rPr>
              <a:t> </a:t>
            </a:r>
            <a:r>
              <a:rPr sz="2600" dirty="0">
                <a:solidFill>
                  <a:srgbClr val="747474"/>
                </a:solidFill>
                <a:latin typeface="Arial"/>
                <a:cs typeface="Arial"/>
              </a:rPr>
              <a:t>and</a:t>
            </a:r>
            <a:r>
              <a:rPr sz="2600" spc="-145" dirty="0">
                <a:solidFill>
                  <a:srgbClr val="747474"/>
                </a:solidFill>
                <a:latin typeface="Arial"/>
                <a:cs typeface="Arial"/>
              </a:rPr>
              <a:t> </a:t>
            </a:r>
            <a:r>
              <a:rPr sz="2600" spc="-25" dirty="0">
                <a:solidFill>
                  <a:srgbClr val="747474"/>
                </a:solidFill>
                <a:latin typeface="Arial"/>
                <a:cs typeface="Arial"/>
              </a:rPr>
              <a:t>proportion</a:t>
            </a:r>
            <a:r>
              <a:rPr sz="2600" spc="-85" dirty="0">
                <a:solidFill>
                  <a:srgbClr val="747474"/>
                </a:solidFill>
                <a:latin typeface="Arial"/>
                <a:cs typeface="Arial"/>
              </a:rPr>
              <a:t> </a:t>
            </a:r>
            <a:r>
              <a:rPr sz="2600" spc="-40" dirty="0">
                <a:solidFill>
                  <a:srgbClr val="747474"/>
                </a:solidFill>
                <a:latin typeface="Arial"/>
                <a:cs typeface="Arial"/>
              </a:rPr>
              <a:t>has</a:t>
            </a:r>
            <a:r>
              <a:rPr sz="2600" spc="-140" dirty="0">
                <a:solidFill>
                  <a:srgbClr val="747474"/>
                </a:solidFill>
                <a:latin typeface="Arial"/>
                <a:cs typeface="Arial"/>
              </a:rPr>
              <a:t> </a:t>
            </a:r>
            <a:r>
              <a:rPr sz="2600" spc="-25" dirty="0">
                <a:solidFill>
                  <a:srgbClr val="747474"/>
                </a:solidFill>
                <a:latin typeface="Arial"/>
                <a:cs typeface="Arial"/>
              </a:rPr>
              <a:t>been</a:t>
            </a:r>
            <a:r>
              <a:rPr sz="2600" spc="-125" dirty="0">
                <a:solidFill>
                  <a:srgbClr val="747474"/>
                </a:solidFill>
                <a:latin typeface="Arial"/>
                <a:cs typeface="Arial"/>
              </a:rPr>
              <a:t> </a:t>
            </a:r>
            <a:r>
              <a:rPr sz="2600" spc="-45" dirty="0">
                <a:solidFill>
                  <a:srgbClr val="747474"/>
                </a:solidFill>
                <a:latin typeface="Arial"/>
                <a:cs typeface="Arial"/>
              </a:rPr>
              <a:t>recognised</a:t>
            </a:r>
            <a:r>
              <a:rPr sz="2600" spc="-114" dirty="0">
                <a:solidFill>
                  <a:srgbClr val="747474"/>
                </a:solidFill>
                <a:latin typeface="Arial"/>
                <a:cs typeface="Arial"/>
              </a:rPr>
              <a:t> </a:t>
            </a:r>
            <a:r>
              <a:rPr sz="2600" dirty="0">
                <a:solidFill>
                  <a:srgbClr val="747474"/>
                </a:solidFill>
                <a:latin typeface="Arial"/>
                <a:cs typeface="Arial"/>
              </a:rPr>
              <a:t>for</a:t>
            </a:r>
            <a:r>
              <a:rPr sz="2600" spc="-105" dirty="0">
                <a:solidFill>
                  <a:srgbClr val="747474"/>
                </a:solidFill>
                <a:latin typeface="Arial"/>
                <a:cs typeface="Arial"/>
              </a:rPr>
              <a:t> </a:t>
            </a:r>
            <a:r>
              <a:rPr sz="2600" spc="-45" dirty="0">
                <a:solidFill>
                  <a:srgbClr val="747474"/>
                </a:solidFill>
                <a:latin typeface="Arial"/>
                <a:cs typeface="Arial"/>
              </a:rPr>
              <a:t>centuries:</a:t>
            </a:r>
            <a:r>
              <a:rPr sz="2600" spc="-130" dirty="0">
                <a:solidFill>
                  <a:srgbClr val="747474"/>
                </a:solidFill>
                <a:latin typeface="Arial"/>
                <a:cs typeface="Arial"/>
              </a:rPr>
              <a:t> </a:t>
            </a:r>
            <a:r>
              <a:rPr sz="2600" spc="-10" dirty="0">
                <a:solidFill>
                  <a:srgbClr val="747474"/>
                </a:solidFill>
                <a:latin typeface="Arial"/>
                <a:cs typeface="Arial"/>
              </a:rPr>
              <a:t>from</a:t>
            </a:r>
            <a:r>
              <a:rPr sz="2600" spc="-125" dirty="0">
                <a:solidFill>
                  <a:srgbClr val="747474"/>
                </a:solidFill>
                <a:latin typeface="Arial"/>
                <a:cs typeface="Arial"/>
              </a:rPr>
              <a:t> </a:t>
            </a:r>
            <a:r>
              <a:rPr sz="2600" spc="-25" dirty="0">
                <a:solidFill>
                  <a:srgbClr val="747474"/>
                </a:solidFill>
                <a:latin typeface="Arial"/>
                <a:cs typeface="Arial"/>
              </a:rPr>
              <a:t>the </a:t>
            </a:r>
            <a:r>
              <a:rPr sz="2600" spc="-55" dirty="0">
                <a:solidFill>
                  <a:srgbClr val="747474"/>
                </a:solidFill>
                <a:latin typeface="Arial"/>
                <a:cs typeface="Arial"/>
              </a:rPr>
              <a:t>Pyramids</a:t>
            </a:r>
            <a:r>
              <a:rPr sz="2600" spc="-145" dirty="0">
                <a:solidFill>
                  <a:srgbClr val="747474"/>
                </a:solidFill>
                <a:latin typeface="Arial"/>
                <a:cs typeface="Arial"/>
              </a:rPr>
              <a:t> </a:t>
            </a:r>
            <a:r>
              <a:rPr sz="2600" spc="-35" dirty="0">
                <a:solidFill>
                  <a:srgbClr val="747474"/>
                </a:solidFill>
                <a:latin typeface="Arial"/>
                <a:cs typeface="Arial"/>
              </a:rPr>
              <a:t>in</a:t>
            </a:r>
            <a:r>
              <a:rPr sz="2600" spc="-175" dirty="0">
                <a:solidFill>
                  <a:srgbClr val="747474"/>
                </a:solidFill>
                <a:latin typeface="Arial"/>
                <a:cs typeface="Arial"/>
              </a:rPr>
              <a:t> </a:t>
            </a:r>
            <a:r>
              <a:rPr sz="2600" spc="-75" dirty="0">
                <a:solidFill>
                  <a:srgbClr val="747474"/>
                </a:solidFill>
                <a:latin typeface="Arial"/>
                <a:cs typeface="Arial"/>
              </a:rPr>
              <a:t>Giza</a:t>
            </a:r>
            <a:r>
              <a:rPr sz="2600" spc="-265" dirty="0">
                <a:solidFill>
                  <a:srgbClr val="747474"/>
                </a:solidFill>
                <a:latin typeface="Arial"/>
                <a:cs typeface="Arial"/>
              </a:rPr>
              <a:t> </a:t>
            </a:r>
            <a:r>
              <a:rPr sz="2600" dirty="0">
                <a:solidFill>
                  <a:srgbClr val="747474"/>
                </a:solidFill>
                <a:latin typeface="Arial"/>
                <a:cs typeface="Arial"/>
              </a:rPr>
              <a:t>to</a:t>
            </a:r>
            <a:r>
              <a:rPr sz="2600" spc="65" dirty="0">
                <a:solidFill>
                  <a:srgbClr val="747474"/>
                </a:solidFill>
                <a:latin typeface="Arial"/>
                <a:cs typeface="Arial"/>
              </a:rPr>
              <a:t> </a:t>
            </a:r>
            <a:r>
              <a:rPr sz="2600" dirty="0">
                <a:solidFill>
                  <a:srgbClr val="747474"/>
                </a:solidFill>
                <a:latin typeface="Arial"/>
                <a:cs typeface="Arial"/>
              </a:rPr>
              <a:t>the</a:t>
            </a:r>
            <a:r>
              <a:rPr sz="2600" spc="-75" dirty="0">
                <a:solidFill>
                  <a:srgbClr val="747474"/>
                </a:solidFill>
                <a:latin typeface="Arial"/>
                <a:cs typeface="Arial"/>
              </a:rPr>
              <a:t> </a:t>
            </a:r>
            <a:r>
              <a:rPr sz="2600" spc="-55" dirty="0">
                <a:solidFill>
                  <a:srgbClr val="747474"/>
                </a:solidFill>
                <a:latin typeface="Arial"/>
                <a:cs typeface="Arial"/>
              </a:rPr>
              <a:t>Parthenon</a:t>
            </a:r>
            <a:r>
              <a:rPr sz="2600" spc="-130" dirty="0">
                <a:solidFill>
                  <a:srgbClr val="747474"/>
                </a:solidFill>
                <a:latin typeface="Arial"/>
                <a:cs typeface="Arial"/>
              </a:rPr>
              <a:t> </a:t>
            </a:r>
            <a:r>
              <a:rPr sz="2600" spc="-40" dirty="0">
                <a:solidFill>
                  <a:srgbClr val="747474"/>
                </a:solidFill>
                <a:latin typeface="Arial"/>
                <a:cs typeface="Arial"/>
              </a:rPr>
              <a:t>in</a:t>
            </a:r>
            <a:r>
              <a:rPr sz="2600" spc="-470" dirty="0">
                <a:solidFill>
                  <a:srgbClr val="747474"/>
                </a:solidFill>
                <a:latin typeface="Arial"/>
                <a:cs typeface="Arial"/>
              </a:rPr>
              <a:t> </a:t>
            </a:r>
            <a:r>
              <a:rPr sz="2600" spc="-45" dirty="0">
                <a:solidFill>
                  <a:srgbClr val="747474"/>
                </a:solidFill>
                <a:latin typeface="Arial"/>
                <a:cs typeface="Arial"/>
              </a:rPr>
              <a:t>Athens;</a:t>
            </a:r>
            <a:r>
              <a:rPr sz="2600" spc="-110" dirty="0">
                <a:solidFill>
                  <a:srgbClr val="747474"/>
                </a:solidFill>
                <a:latin typeface="Arial"/>
                <a:cs typeface="Arial"/>
              </a:rPr>
              <a:t> </a:t>
            </a:r>
            <a:r>
              <a:rPr sz="2600" spc="-25" dirty="0">
                <a:solidFill>
                  <a:srgbClr val="747474"/>
                </a:solidFill>
                <a:latin typeface="Arial"/>
                <a:cs typeface="Arial"/>
              </a:rPr>
              <a:t>from</a:t>
            </a:r>
            <a:r>
              <a:rPr sz="2600" spc="-114" dirty="0">
                <a:solidFill>
                  <a:srgbClr val="747474"/>
                </a:solidFill>
                <a:latin typeface="Arial"/>
                <a:cs typeface="Arial"/>
              </a:rPr>
              <a:t> </a:t>
            </a:r>
            <a:r>
              <a:rPr sz="2600" spc="-85" dirty="0">
                <a:solidFill>
                  <a:srgbClr val="747474"/>
                </a:solidFill>
                <a:latin typeface="Arial"/>
                <a:cs typeface="Arial"/>
              </a:rPr>
              <a:t>Michelangelo’s</a:t>
            </a:r>
            <a:r>
              <a:rPr sz="2600" spc="-290" dirty="0">
                <a:solidFill>
                  <a:srgbClr val="747474"/>
                </a:solidFill>
                <a:latin typeface="Arial"/>
                <a:cs typeface="Arial"/>
              </a:rPr>
              <a:t> </a:t>
            </a:r>
            <a:r>
              <a:rPr sz="2600" spc="-70" dirty="0">
                <a:solidFill>
                  <a:srgbClr val="747474"/>
                </a:solidFill>
                <a:latin typeface="Arial"/>
                <a:cs typeface="Arial"/>
              </a:rPr>
              <a:t>The</a:t>
            </a:r>
            <a:r>
              <a:rPr sz="2600" spc="-254" dirty="0">
                <a:solidFill>
                  <a:srgbClr val="747474"/>
                </a:solidFill>
                <a:latin typeface="Arial"/>
                <a:cs typeface="Arial"/>
              </a:rPr>
              <a:t> </a:t>
            </a:r>
            <a:r>
              <a:rPr sz="2600" spc="-10" dirty="0">
                <a:solidFill>
                  <a:srgbClr val="747474"/>
                </a:solidFill>
                <a:latin typeface="Arial"/>
                <a:cs typeface="Arial"/>
              </a:rPr>
              <a:t>Creation </a:t>
            </a:r>
            <a:r>
              <a:rPr sz="2600" spc="-20" dirty="0">
                <a:solidFill>
                  <a:srgbClr val="747474"/>
                </a:solidFill>
                <a:latin typeface="Arial"/>
                <a:cs typeface="Arial"/>
              </a:rPr>
              <a:t>of</a:t>
            </a:r>
            <a:r>
              <a:rPr sz="2600" spc="-180" dirty="0">
                <a:solidFill>
                  <a:srgbClr val="747474"/>
                </a:solidFill>
                <a:latin typeface="Arial"/>
                <a:cs typeface="Arial"/>
              </a:rPr>
              <a:t> </a:t>
            </a:r>
            <a:r>
              <a:rPr sz="2600" spc="-10" dirty="0">
                <a:solidFill>
                  <a:srgbClr val="747474"/>
                </a:solidFill>
                <a:latin typeface="Arial"/>
                <a:cs typeface="Arial"/>
              </a:rPr>
              <a:t>Adam</a:t>
            </a:r>
            <a:r>
              <a:rPr sz="2600" spc="-175" dirty="0">
                <a:solidFill>
                  <a:srgbClr val="747474"/>
                </a:solidFill>
                <a:latin typeface="Arial"/>
                <a:cs typeface="Arial"/>
              </a:rPr>
              <a:t> </a:t>
            </a:r>
            <a:r>
              <a:rPr sz="2600" dirty="0">
                <a:solidFill>
                  <a:srgbClr val="747474"/>
                </a:solidFill>
                <a:latin typeface="Arial"/>
                <a:cs typeface="Arial"/>
              </a:rPr>
              <a:t>on</a:t>
            </a:r>
            <a:r>
              <a:rPr sz="2600" spc="-90" dirty="0">
                <a:solidFill>
                  <a:srgbClr val="747474"/>
                </a:solidFill>
                <a:latin typeface="Arial"/>
                <a:cs typeface="Arial"/>
              </a:rPr>
              <a:t> </a:t>
            </a:r>
            <a:r>
              <a:rPr sz="2600" dirty="0">
                <a:solidFill>
                  <a:srgbClr val="747474"/>
                </a:solidFill>
                <a:latin typeface="Arial"/>
                <a:cs typeface="Arial"/>
              </a:rPr>
              <a:t>the</a:t>
            </a:r>
            <a:r>
              <a:rPr sz="2600" spc="-80" dirty="0">
                <a:solidFill>
                  <a:srgbClr val="747474"/>
                </a:solidFill>
                <a:latin typeface="Arial"/>
                <a:cs typeface="Arial"/>
              </a:rPr>
              <a:t> </a:t>
            </a:r>
            <a:r>
              <a:rPr sz="2600" spc="-65" dirty="0">
                <a:solidFill>
                  <a:srgbClr val="747474"/>
                </a:solidFill>
                <a:latin typeface="Arial"/>
                <a:cs typeface="Arial"/>
              </a:rPr>
              <a:t>ceiling</a:t>
            </a:r>
            <a:r>
              <a:rPr sz="2600" spc="-114" dirty="0">
                <a:solidFill>
                  <a:srgbClr val="747474"/>
                </a:solidFill>
                <a:latin typeface="Arial"/>
                <a:cs typeface="Arial"/>
              </a:rPr>
              <a:t> </a:t>
            </a:r>
            <a:r>
              <a:rPr sz="2600" dirty="0">
                <a:solidFill>
                  <a:srgbClr val="747474"/>
                </a:solidFill>
                <a:latin typeface="Arial"/>
                <a:cs typeface="Arial"/>
              </a:rPr>
              <a:t>of</a:t>
            </a:r>
            <a:r>
              <a:rPr sz="2600" spc="-65" dirty="0">
                <a:solidFill>
                  <a:srgbClr val="747474"/>
                </a:solidFill>
                <a:latin typeface="Arial"/>
                <a:cs typeface="Arial"/>
              </a:rPr>
              <a:t> </a:t>
            </a:r>
            <a:r>
              <a:rPr sz="2600" dirty="0">
                <a:solidFill>
                  <a:srgbClr val="747474"/>
                </a:solidFill>
                <a:latin typeface="Arial"/>
                <a:cs typeface="Arial"/>
              </a:rPr>
              <a:t>the</a:t>
            </a:r>
            <a:r>
              <a:rPr sz="2600" spc="-80" dirty="0">
                <a:solidFill>
                  <a:srgbClr val="747474"/>
                </a:solidFill>
                <a:latin typeface="Arial"/>
                <a:cs typeface="Arial"/>
              </a:rPr>
              <a:t> </a:t>
            </a:r>
            <a:r>
              <a:rPr sz="2600" spc="-60" dirty="0">
                <a:solidFill>
                  <a:srgbClr val="747474"/>
                </a:solidFill>
                <a:latin typeface="Arial"/>
                <a:cs typeface="Arial"/>
              </a:rPr>
              <a:t>Sistine</a:t>
            </a:r>
            <a:r>
              <a:rPr sz="2600" spc="-120" dirty="0">
                <a:solidFill>
                  <a:srgbClr val="747474"/>
                </a:solidFill>
                <a:latin typeface="Arial"/>
                <a:cs typeface="Arial"/>
              </a:rPr>
              <a:t> </a:t>
            </a:r>
            <a:r>
              <a:rPr sz="2600" spc="-55" dirty="0">
                <a:solidFill>
                  <a:srgbClr val="747474"/>
                </a:solidFill>
                <a:latin typeface="Arial"/>
                <a:cs typeface="Arial"/>
              </a:rPr>
              <a:t>Chapel</a:t>
            </a:r>
            <a:r>
              <a:rPr sz="2600" spc="-130" dirty="0">
                <a:solidFill>
                  <a:srgbClr val="747474"/>
                </a:solidFill>
                <a:latin typeface="Arial"/>
                <a:cs typeface="Arial"/>
              </a:rPr>
              <a:t> </a:t>
            </a:r>
            <a:r>
              <a:rPr sz="2600" dirty="0">
                <a:solidFill>
                  <a:srgbClr val="747474"/>
                </a:solidFill>
                <a:latin typeface="Arial"/>
                <a:cs typeface="Arial"/>
              </a:rPr>
              <a:t>to</a:t>
            </a:r>
            <a:r>
              <a:rPr sz="2600" spc="-30" dirty="0">
                <a:solidFill>
                  <a:srgbClr val="747474"/>
                </a:solidFill>
                <a:latin typeface="Arial"/>
                <a:cs typeface="Arial"/>
              </a:rPr>
              <a:t> </a:t>
            </a:r>
            <a:r>
              <a:rPr sz="2600" spc="-20" dirty="0">
                <a:solidFill>
                  <a:srgbClr val="747474"/>
                </a:solidFill>
                <a:latin typeface="Arial"/>
                <a:cs typeface="Arial"/>
              </a:rPr>
              <a:t>Da</a:t>
            </a:r>
            <a:r>
              <a:rPr sz="2600" spc="-135" dirty="0">
                <a:solidFill>
                  <a:srgbClr val="747474"/>
                </a:solidFill>
                <a:latin typeface="Arial"/>
                <a:cs typeface="Arial"/>
              </a:rPr>
              <a:t> </a:t>
            </a:r>
            <a:r>
              <a:rPr sz="2600" spc="-105" dirty="0">
                <a:solidFill>
                  <a:srgbClr val="747474"/>
                </a:solidFill>
                <a:latin typeface="Arial"/>
                <a:cs typeface="Arial"/>
              </a:rPr>
              <a:t>Vinci’s</a:t>
            </a:r>
            <a:r>
              <a:rPr sz="2600" spc="-180" dirty="0">
                <a:solidFill>
                  <a:srgbClr val="747474"/>
                </a:solidFill>
                <a:latin typeface="Arial"/>
                <a:cs typeface="Arial"/>
              </a:rPr>
              <a:t> </a:t>
            </a:r>
            <a:r>
              <a:rPr sz="2600" spc="-20" dirty="0">
                <a:solidFill>
                  <a:srgbClr val="747474"/>
                </a:solidFill>
                <a:latin typeface="Arial"/>
                <a:cs typeface="Arial"/>
              </a:rPr>
              <a:t>Mona</a:t>
            </a:r>
            <a:r>
              <a:rPr sz="2600" spc="-100" dirty="0">
                <a:solidFill>
                  <a:srgbClr val="747474"/>
                </a:solidFill>
                <a:latin typeface="Arial"/>
                <a:cs typeface="Arial"/>
              </a:rPr>
              <a:t> </a:t>
            </a:r>
            <a:r>
              <a:rPr sz="2600" spc="-50" dirty="0">
                <a:solidFill>
                  <a:srgbClr val="747474"/>
                </a:solidFill>
                <a:latin typeface="Arial"/>
                <a:cs typeface="Arial"/>
              </a:rPr>
              <a:t>Lisa;</a:t>
            </a:r>
            <a:r>
              <a:rPr sz="2600" spc="-125" dirty="0">
                <a:solidFill>
                  <a:srgbClr val="747474"/>
                </a:solidFill>
                <a:latin typeface="Arial"/>
                <a:cs typeface="Arial"/>
              </a:rPr>
              <a:t> </a:t>
            </a:r>
            <a:r>
              <a:rPr sz="2600" dirty="0">
                <a:solidFill>
                  <a:srgbClr val="747474"/>
                </a:solidFill>
                <a:latin typeface="Arial"/>
                <a:cs typeface="Arial"/>
              </a:rPr>
              <a:t>and</a:t>
            </a:r>
            <a:r>
              <a:rPr sz="2600" spc="-75" dirty="0">
                <a:solidFill>
                  <a:srgbClr val="747474"/>
                </a:solidFill>
                <a:latin typeface="Arial"/>
                <a:cs typeface="Arial"/>
              </a:rPr>
              <a:t> </a:t>
            </a:r>
            <a:r>
              <a:rPr sz="2600" spc="-20" dirty="0">
                <a:solidFill>
                  <a:srgbClr val="747474"/>
                </a:solidFill>
                <a:latin typeface="Arial"/>
                <a:cs typeface="Arial"/>
              </a:rPr>
              <a:t>from </a:t>
            </a:r>
            <a:r>
              <a:rPr sz="2600" dirty="0">
                <a:solidFill>
                  <a:srgbClr val="747474"/>
                </a:solidFill>
                <a:latin typeface="Arial"/>
                <a:cs typeface="Arial"/>
              </a:rPr>
              <a:t>the</a:t>
            </a:r>
            <a:r>
              <a:rPr sz="2600" spc="-130" dirty="0">
                <a:solidFill>
                  <a:srgbClr val="747474"/>
                </a:solidFill>
                <a:latin typeface="Arial"/>
                <a:cs typeface="Arial"/>
              </a:rPr>
              <a:t> </a:t>
            </a:r>
            <a:r>
              <a:rPr sz="2600" spc="-50" dirty="0">
                <a:solidFill>
                  <a:srgbClr val="747474"/>
                </a:solidFill>
                <a:latin typeface="Arial"/>
                <a:cs typeface="Arial"/>
              </a:rPr>
              <a:t>Pepsi</a:t>
            </a:r>
            <a:r>
              <a:rPr sz="2600" spc="-135" dirty="0">
                <a:solidFill>
                  <a:srgbClr val="747474"/>
                </a:solidFill>
                <a:latin typeface="Arial"/>
                <a:cs typeface="Arial"/>
              </a:rPr>
              <a:t> </a:t>
            </a:r>
            <a:r>
              <a:rPr sz="2600" dirty="0">
                <a:solidFill>
                  <a:srgbClr val="747474"/>
                </a:solidFill>
                <a:latin typeface="Arial"/>
                <a:cs typeface="Arial"/>
              </a:rPr>
              <a:t>logo</a:t>
            </a:r>
            <a:r>
              <a:rPr sz="2600" spc="-80" dirty="0">
                <a:solidFill>
                  <a:srgbClr val="747474"/>
                </a:solidFill>
                <a:latin typeface="Arial"/>
                <a:cs typeface="Arial"/>
              </a:rPr>
              <a:t> </a:t>
            </a:r>
            <a:r>
              <a:rPr sz="2600" dirty="0">
                <a:solidFill>
                  <a:srgbClr val="747474"/>
                </a:solidFill>
                <a:latin typeface="Arial"/>
                <a:cs typeface="Arial"/>
              </a:rPr>
              <a:t>to</a:t>
            </a:r>
            <a:r>
              <a:rPr sz="2600" spc="-40" dirty="0">
                <a:solidFill>
                  <a:srgbClr val="747474"/>
                </a:solidFill>
                <a:latin typeface="Arial"/>
                <a:cs typeface="Arial"/>
              </a:rPr>
              <a:t> </a:t>
            </a:r>
            <a:r>
              <a:rPr sz="2600" dirty="0">
                <a:solidFill>
                  <a:srgbClr val="747474"/>
                </a:solidFill>
                <a:latin typeface="Arial"/>
                <a:cs typeface="Arial"/>
              </a:rPr>
              <a:t>the</a:t>
            </a:r>
            <a:r>
              <a:rPr sz="2600" spc="-130" dirty="0">
                <a:solidFill>
                  <a:srgbClr val="747474"/>
                </a:solidFill>
                <a:latin typeface="Arial"/>
                <a:cs typeface="Arial"/>
              </a:rPr>
              <a:t> </a:t>
            </a:r>
            <a:r>
              <a:rPr sz="2600" spc="-114" dirty="0">
                <a:solidFill>
                  <a:srgbClr val="747474"/>
                </a:solidFill>
                <a:latin typeface="Arial"/>
                <a:cs typeface="Arial"/>
              </a:rPr>
              <a:t>Twitter</a:t>
            </a:r>
            <a:r>
              <a:rPr sz="2600" spc="-250" dirty="0">
                <a:solidFill>
                  <a:srgbClr val="747474"/>
                </a:solidFill>
                <a:latin typeface="Arial"/>
                <a:cs typeface="Arial"/>
              </a:rPr>
              <a:t> </a:t>
            </a:r>
            <a:r>
              <a:rPr sz="2600" spc="-10" dirty="0">
                <a:solidFill>
                  <a:srgbClr val="747474"/>
                </a:solidFill>
                <a:latin typeface="Arial"/>
                <a:cs typeface="Arial"/>
              </a:rPr>
              <a:t>logo.</a:t>
            </a:r>
            <a:endParaRPr sz="26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08100" y="2120900"/>
            <a:ext cx="10426700" cy="6286500"/>
          </a:xfrm>
          <a:prstGeom prst="rect">
            <a:avLst/>
          </a:prstGeom>
        </p:spPr>
      </p:pic>
      <p:sp>
        <p:nvSpPr>
          <p:cNvPr id="3" name="object 3"/>
          <p:cNvSpPr txBox="1">
            <a:spLocks noGrp="1"/>
          </p:cNvSpPr>
          <p:nvPr>
            <p:ph type="title"/>
          </p:nvPr>
        </p:nvSpPr>
        <p:spPr>
          <a:xfrm>
            <a:off x="1372603" y="370331"/>
            <a:ext cx="10136505" cy="995044"/>
          </a:xfrm>
          <a:prstGeom prst="rect">
            <a:avLst/>
          </a:prstGeom>
        </p:spPr>
        <p:txBody>
          <a:bodyPr vert="horz" wrap="square" lIns="0" tIns="12700" rIns="0" bIns="0" rtlCol="0">
            <a:spAutoFit/>
          </a:bodyPr>
          <a:lstStyle/>
          <a:p>
            <a:pPr marL="12700" marR="5080">
              <a:lnSpc>
                <a:spcPct val="122300"/>
              </a:lnSpc>
              <a:spcBef>
                <a:spcPts val="100"/>
              </a:spcBef>
            </a:pPr>
            <a:r>
              <a:rPr sz="2600" spc="-120" dirty="0"/>
              <a:t>Take</a:t>
            </a:r>
            <a:r>
              <a:rPr sz="2600" spc="-440" dirty="0"/>
              <a:t> </a:t>
            </a:r>
            <a:r>
              <a:rPr sz="2600" spc="-20" dirty="0"/>
              <a:t>a</a:t>
            </a:r>
            <a:r>
              <a:rPr sz="2600" spc="-190" dirty="0"/>
              <a:t> </a:t>
            </a:r>
            <a:r>
              <a:rPr sz="2600" spc="-65" dirty="0"/>
              <a:t>square</a:t>
            </a:r>
            <a:r>
              <a:rPr sz="2600" spc="-175" dirty="0"/>
              <a:t> </a:t>
            </a:r>
            <a:r>
              <a:rPr sz="2600" dirty="0"/>
              <a:t>and</a:t>
            </a:r>
            <a:r>
              <a:rPr sz="2600" spc="-185" dirty="0"/>
              <a:t> </a:t>
            </a:r>
            <a:r>
              <a:rPr sz="2600" spc="-50" dirty="0"/>
              <a:t>multiply</a:t>
            </a:r>
            <a:r>
              <a:rPr sz="2600" spc="-130" dirty="0"/>
              <a:t> </a:t>
            </a:r>
            <a:r>
              <a:rPr sz="2600" spc="-35" dirty="0"/>
              <a:t>one</a:t>
            </a:r>
            <a:r>
              <a:rPr sz="2600" spc="-145" dirty="0"/>
              <a:t> </a:t>
            </a:r>
            <a:r>
              <a:rPr sz="2600" spc="-45" dirty="0"/>
              <a:t>side</a:t>
            </a:r>
            <a:r>
              <a:rPr sz="2600" spc="-135" dirty="0"/>
              <a:t> </a:t>
            </a:r>
            <a:r>
              <a:rPr sz="2600" dirty="0"/>
              <a:t>of</a:t>
            </a:r>
            <a:r>
              <a:rPr sz="2600" spc="-130" dirty="0"/>
              <a:t> </a:t>
            </a:r>
            <a:r>
              <a:rPr sz="2600" dirty="0"/>
              <a:t>by</a:t>
            </a:r>
            <a:r>
              <a:rPr sz="2600" spc="-90" dirty="0"/>
              <a:t> </a:t>
            </a:r>
            <a:r>
              <a:rPr sz="2600" dirty="0"/>
              <a:t>1.618</a:t>
            </a:r>
            <a:r>
              <a:rPr sz="2600" spc="-35" dirty="0"/>
              <a:t> </a:t>
            </a:r>
            <a:r>
              <a:rPr sz="2600" dirty="0"/>
              <a:t>and</a:t>
            </a:r>
            <a:r>
              <a:rPr sz="2600" spc="-105" dirty="0"/>
              <a:t> </a:t>
            </a:r>
            <a:r>
              <a:rPr sz="2600" spc="-40" dirty="0"/>
              <a:t>you</a:t>
            </a:r>
            <a:r>
              <a:rPr sz="2600" spc="-145" dirty="0"/>
              <a:t> </a:t>
            </a:r>
            <a:r>
              <a:rPr sz="2600" dirty="0"/>
              <a:t>get</a:t>
            </a:r>
            <a:r>
              <a:rPr sz="2600" spc="-75" dirty="0"/>
              <a:t> </a:t>
            </a:r>
            <a:r>
              <a:rPr sz="2600" spc="-20" dirty="0"/>
              <a:t>a</a:t>
            </a:r>
            <a:r>
              <a:rPr sz="2600" spc="-190" dirty="0"/>
              <a:t> </a:t>
            </a:r>
            <a:r>
              <a:rPr sz="2600" spc="-10" dirty="0"/>
              <a:t>rectangle </a:t>
            </a:r>
            <a:r>
              <a:rPr sz="2600" dirty="0"/>
              <a:t>of</a:t>
            </a:r>
            <a:r>
              <a:rPr sz="2600" spc="-45" dirty="0"/>
              <a:t> </a:t>
            </a:r>
            <a:r>
              <a:rPr sz="2600" spc="-55" dirty="0"/>
              <a:t>harmonious</a:t>
            </a:r>
            <a:r>
              <a:rPr sz="2600" spc="-114" dirty="0"/>
              <a:t> </a:t>
            </a:r>
            <a:r>
              <a:rPr sz="2600" spc="-10" dirty="0"/>
              <a:t>proportions:</a:t>
            </a:r>
            <a:endParaRPr sz="2600"/>
          </a:p>
        </p:txBody>
      </p:sp>
      <p:sp>
        <p:nvSpPr>
          <p:cNvPr id="4" name="object 4"/>
          <p:cNvSpPr txBox="1"/>
          <p:nvPr/>
        </p:nvSpPr>
        <p:spPr>
          <a:xfrm>
            <a:off x="4412145" y="9167876"/>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7500" y="2692400"/>
            <a:ext cx="12369800" cy="4368800"/>
          </a:xfrm>
          <a:prstGeom prst="rect">
            <a:avLst/>
          </a:prstGeom>
        </p:spPr>
      </p:pic>
      <p:sp>
        <p:nvSpPr>
          <p:cNvPr id="3" name="object 3"/>
          <p:cNvSpPr txBox="1">
            <a:spLocks noGrp="1"/>
          </p:cNvSpPr>
          <p:nvPr>
            <p:ph type="title"/>
          </p:nvPr>
        </p:nvSpPr>
        <p:spPr>
          <a:xfrm>
            <a:off x="1497495" y="187451"/>
            <a:ext cx="9687560" cy="1244600"/>
          </a:xfrm>
          <a:prstGeom prst="rect">
            <a:avLst/>
          </a:prstGeom>
        </p:spPr>
        <p:txBody>
          <a:bodyPr vert="horz" wrap="square" lIns="0" tIns="12700" rIns="0" bIns="0" rtlCol="0">
            <a:spAutoFit/>
          </a:bodyPr>
          <a:lstStyle/>
          <a:p>
            <a:pPr marL="12700" marR="5080">
              <a:lnSpc>
                <a:spcPct val="153800"/>
              </a:lnSpc>
              <a:spcBef>
                <a:spcPts val="100"/>
              </a:spcBef>
            </a:pPr>
            <a:r>
              <a:rPr sz="2600" spc="-25" dirty="0"/>
              <a:t>Now,</a:t>
            </a:r>
            <a:r>
              <a:rPr sz="2600" spc="-160" dirty="0"/>
              <a:t> </a:t>
            </a:r>
            <a:r>
              <a:rPr sz="2600" spc="-30" dirty="0"/>
              <a:t>if</a:t>
            </a:r>
            <a:r>
              <a:rPr sz="2600" spc="-180" dirty="0"/>
              <a:t> </a:t>
            </a:r>
            <a:r>
              <a:rPr sz="2600" spc="-35" dirty="0"/>
              <a:t>you</a:t>
            </a:r>
            <a:r>
              <a:rPr sz="2600" spc="-145" dirty="0"/>
              <a:t> </a:t>
            </a:r>
            <a:r>
              <a:rPr sz="2600" spc="-60" dirty="0"/>
              <a:t>lay</a:t>
            </a:r>
            <a:r>
              <a:rPr sz="2600" spc="-270" dirty="0"/>
              <a:t> </a:t>
            </a:r>
            <a:r>
              <a:rPr sz="2600" dirty="0"/>
              <a:t>the</a:t>
            </a:r>
            <a:r>
              <a:rPr sz="2600" spc="-105" dirty="0"/>
              <a:t> </a:t>
            </a:r>
            <a:r>
              <a:rPr sz="2600" spc="-65" dirty="0"/>
              <a:t>square</a:t>
            </a:r>
            <a:r>
              <a:rPr sz="2600" spc="-165" dirty="0"/>
              <a:t> </a:t>
            </a:r>
            <a:r>
              <a:rPr sz="2600" spc="-55" dirty="0"/>
              <a:t>over</a:t>
            </a:r>
            <a:r>
              <a:rPr sz="2600" spc="-175" dirty="0"/>
              <a:t> </a:t>
            </a:r>
            <a:r>
              <a:rPr sz="2600" dirty="0"/>
              <a:t>the</a:t>
            </a:r>
            <a:r>
              <a:rPr sz="2600" spc="-95" dirty="0"/>
              <a:t> </a:t>
            </a:r>
            <a:r>
              <a:rPr sz="2600" spc="-60" dirty="0"/>
              <a:t>rectangle</a:t>
            </a:r>
            <a:r>
              <a:rPr sz="2600" spc="-135" dirty="0"/>
              <a:t> </a:t>
            </a:r>
            <a:r>
              <a:rPr sz="2600" dirty="0"/>
              <a:t>the</a:t>
            </a:r>
            <a:r>
              <a:rPr sz="2600" spc="-90" dirty="0"/>
              <a:t> </a:t>
            </a:r>
            <a:r>
              <a:rPr sz="2600" dirty="0"/>
              <a:t>two</a:t>
            </a:r>
            <a:r>
              <a:rPr sz="2600" spc="65" dirty="0"/>
              <a:t> </a:t>
            </a:r>
            <a:r>
              <a:rPr sz="2600" spc="-55" dirty="0"/>
              <a:t>shapes</a:t>
            </a:r>
            <a:r>
              <a:rPr sz="2600" spc="-150" dirty="0"/>
              <a:t> </a:t>
            </a:r>
            <a:r>
              <a:rPr sz="2600" spc="-50" dirty="0"/>
              <a:t>will</a:t>
            </a:r>
            <a:r>
              <a:rPr sz="2600" spc="-180" dirty="0"/>
              <a:t> </a:t>
            </a:r>
            <a:r>
              <a:rPr sz="2600" spc="-20" dirty="0"/>
              <a:t>give </a:t>
            </a:r>
            <a:r>
              <a:rPr sz="2600" spc="-10" dirty="0"/>
              <a:t>you</a:t>
            </a:r>
            <a:r>
              <a:rPr sz="2600" spc="-150" dirty="0"/>
              <a:t> </a:t>
            </a:r>
            <a:r>
              <a:rPr sz="2600" dirty="0"/>
              <a:t>the</a:t>
            </a:r>
            <a:r>
              <a:rPr sz="2600" spc="-100" dirty="0"/>
              <a:t> </a:t>
            </a:r>
            <a:r>
              <a:rPr sz="2600" spc="-55" dirty="0"/>
              <a:t>Golden</a:t>
            </a:r>
            <a:r>
              <a:rPr sz="2600" spc="-125" dirty="0"/>
              <a:t> </a:t>
            </a:r>
            <a:r>
              <a:rPr sz="2600" spc="-10" dirty="0"/>
              <a:t>Ratio:</a:t>
            </a:r>
            <a:endParaRPr sz="2600"/>
          </a:p>
        </p:txBody>
      </p:sp>
      <p:sp>
        <p:nvSpPr>
          <p:cNvPr id="4" name="object 4"/>
          <p:cNvSpPr txBox="1"/>
          <p:nvPr/>
        </p:nvSpPr>
        <p:spPr>
          <a:xfrm>
            <a:off x="4412145" y="9085580"/>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8396" y="2628900"/>
            <a:ext cx="11988203" cy="6515099"/>
          </a:xfrm>
          <a:prstGeom prst="rect">
            <a:avLst/>
          </a:prstGeom>
        </p:spPr>
      </p:pic>
      <p:sp>
        <p:nvSpPr>
          <p:cNvPr id="3" name="object 3"/>
          <p:cNvSpPr txBox="1">
            <a:spLocks noGrp="1"/>
          </p:cNvSpPr>
          <p:nvPr>
            <p:ph type="title"/>
          </p:nvPr>
        </p:nvSpPr>
        <p:spPr>
          <a:xfrm>
            <a:off x="1510195" y="108204"/>
            <a:ext cx="9852660" cy="1811655"/>
          </a:xfrm>
          <a:prstGeom prst="rect">
            <a:avLst/>
          </a:prstGeom>
        </p:spPr>
        <p:txBody>
          <a:bodyPr vert="horz" wrap="square" lIns="0" tIns="10795" rIns="0" bIns="0" rtlCol="0">
            <a:spAutoFit/>
          </a:bodyPr>
          <a:lstStyle/>
          <a:p>
            <a:pPr marL="12700" marR="5080">
              <a:lnSpc>
                <a:spcPct val="150400"/>
              </a:lnSpc>
              <a:spcBef>
                <a:spcPts val="85"/>
              </a:spcBef>
            </a:pPr>
            <a:r>
              <a:rPr sz="2600" spc="-40" dirty="0"/>
              <a:t>If</a:t>
            </a:r>
            <a:r>
              <a:rPr sz="2600" spc="-245" dirty="0"/>
              <a:t> </a:t>
            </a:r>
            <a:r>
              <a:rPr sz="2600" spc="-40" dirty="0"/>
              <a:t>you</a:t>
            </a:r>
            <a:r>
              <a:rPr sz="2600" spc="-145" dirty="0"/>
              <a:t> </a:t>
            </a:r>
            <a:r>
              <a:rPr sz="2600" spc="-35" dirty="0"/>
              <a:t>keep</a:t>
            </a:r>
            <a:r>
              <a:rPr sz="2600" spc="-120" dirty="0"/>
              <a:t> </a:t>
            </a:r>
            <a:r>
              <a:rPr sz="2600" spc="-60" dirty="0"/>
              <a:t>applying</a:t>
            </a:r>
            <a:r>
              <a:rPr sz="2600" spc="-125" dirty="0"/>
              <a:t> </a:t>
            </a:r>
            <a:r>
              <a:rPr sz="2600" dirty="0"/>
              <a:t>the</a:t>
            </a:r>
            <a:r>
              <a:rPr sz="2600" spc="-90" dirty="0"/>
              <a:t> </a:t>
            </a:r>
            <a:r>
              <a:rPr sz="2600" spc="-60" dirty="0"/>
              <a:t>Golden</a:t>
            </a:r>
            <a:r>
              <a:rPr sz="2600" spc="-135" dirty="0"/>
              <a:t> </a:t>
            </a:r>
            <a:r>
              <a:rPr sz="2600" spc="-60" dirty="0"/>
              <a:t>Ratio</a:t>
            </a:r>
            <a:r>
              <a:rPr sz="2600" spc="-170" dirty="0"/>
              <a:t> </a:t>
            </a:r>
            <a:r>
              <a:rPr sz="2600" spc="-50" dirty="0"/>
              <a:t>formula</a:t>
            </a:r>
            <a:r>
              <a:rPr sz="2600" spc="-135" dirty="0"/>
              <a:t> </a:t>
            </a:r>
            <a:r>
              <a:rPr sz="2600" dirty="0"/>
              <a:t>to</a:t>
            </a:r>
            <a:r>
              <a:rPr sz="2600" spc="40" dirty="0"/>
              <a:t> </a:t>
            </a:r>
            <a:r>
              <a:rPr sz="2600" dirty="0"/>
              <a:t>the</a:t>
            </a:r>
            <a:r>
              <a:rPr sz="2600" spc="-90" dirty="0"/>
              <a:t> </a:t>
            </a:r>
            <a:r>
              <a:rPr sz="2600" spc="-10" dirty="0"/>
              <a:t>new</a:t>
            </a:r>
            <a:r>
              <a:rPr sz="2600" spc="-105" dirty="0"/>
              <a:t> </a:t>
            </a:r>
            <a:r>
              <a:rPr sz="2600" spc="-60" dirty="0"/>
              <a:t>rectangle</a:t>
            </a:r>
            <a:r>
              <a:rPr sz="2600" spc="-140" dirty="0"/>
              <a:t> </a:t>
            </a:r>
            <a:r>
              <a:rPr sz="2600" spc="-25" dirty="0"/>
              <a:t>on </a:t>
            </a:r>
            <a:r>
              <a:rPr sz="2600" dirty="0"/>
              <a:t>the</a:t>
            </a:r>
            <a:r>
              <a:rPr sz="2600" spc="-180" dirty="0"/>
              <a:t> </a:t>
            </a:r>
            <a:r>
              <a:rPr sz="2600" spc="-20" dirty="0"/>
              <a:t>far</a:t>
            </a:r>
            <a:r>
              <a:rPr sz="2600" spc="-145" dirty="0"/>
              <a:t> </a:t>
            </a:r>
            <a:r>
              <a:rPr sz="2600" spc="-10" dirty="0"/>
              <a:t>right</a:t>
            </a:r>
            <a:r>
              <a:rPr sz="2600" spc="-110" dirty="0"/>
              <a:t> </a:t>
            </a:r>
            <a:r>
              <a:rPr sz="2600" dirty="0"/>
              <a:t>of</a:t>
            </a:r>
            <a:r>
              <a:rPr sz="2600" spc="-90" dirty="0"/>
              <a:t> </a:t>
            </a:r>
            <a:r>
              <a:rPr sz="2600" dirty="0"/>
              <a:t>the</a:t>
            </a:r>
            <a:r>
              <a:rPr sz="2600" spc="-100" dirty="0"/>
              <a:t> </a:t>
            </a:r>
            <a:r>
              <a:rPr sz="2600" spc="-35" dirty="0"/>
              <a:t>image,</a:t>
            </a:r>
            <a:r>
              <a:rPr sz="2600" spc="-145" dirty="0"/>
              <a:t> </a:t>
            </a:r>
            <a:r>
              <a:rPr sz="2600" spc="-10" dirty="0"/>
              <a:t>you</a:t>
            </a:r>
            <a:r>
              <a:rPr sz="2600" spc="-120" dirty="0"/>
              <a:t> </a:t>
            </a:r>
            <a:r>
              <a:rPr sz="2600" spc="-45" dirty="0"/>
              <a:t>will</a:t>
            </a:r>
            <a:r>
              <a:rPr sz="2600" spc="-135" dirty="0"/>
              <a:t> </a:t>
            </a:r>
            <a:r>
              <a:rPr sz="2600" spc="-80" dirty="0"/>
              <a:t>eventually</a:t>
            </a:r>
            <a:r>
              <a:rPr sz="2600" spc="-140" dirty="0"/>
              <a:t> </a:t>
            </a:r>
            <a:r>
              <a:rPr sz="2600" dirty="0"/>
              <a:t>get</a:t>
            </a:r>
            <a:r>
              <a:rPr sz="2600" spc="-90" dirty="0"/>
              <a:t> </a:t>
            </a:r>
            <a:r>
              <a:rPr sz="2600" dirty="0"/>
              <a:t>this</a:t>
            </a:r>
            <a:r>
              <a:rPr sz="2600" spc="-114" dirty="0"/>
              <a:t> </a:t>
            </a:r>
            <a:r>
              <a:rPr sz="2600" spc="-45" dirty="0"/>
              <a:t>diagram</a:t>
            </a:r>
            <a:r>
              <a:rPr sz="2600" spc="-135" dirty="0"/>
              <a:t> </a:t>
            </a:r>
            <a:r>
              <a:rPr sz="2600" spc="-20" dirty="0"/>
              <a:t>with </a:t>
            </a:r>
            <a:r>
              <a:rPr sz="2600" spc="-75" dirty="0"/>
              <a:t>progressively</a:t>
            </a:r>
            <a:r>
              <a:rPr sz="2600" spc="-105" dirty="0"/>
              <a:t> </a:t>
            </a:r>
            <a:r>
              <a:rPr sz="2600" spc="-65" dirty="0"/>
              <a:t>smaller</a:t>
            </a:r>
            <a:r>
              <a:rPr sz="2600" spc="-114" dirty="0"/>
              <a:t> </a:t>
            </a:r>
            <a:r>
              <a:rPr sz="2600" spc="-10" dirty="0"/>
              <a:t>squares:</a:t>
            </a:r>
            <a:endParaRPr sz="2600"/>
          </a:p>
        </p:txBody>
      </p:sp>
      <p:sp>
        <p:nvSpPr>
          <p:cNvPr id="4" name="object 4"/>
          <p:cNvSpPr txBox="1"/>
          <p:nvPr/>
        </p:nvSpPr>
        <p:spPr>
          <a:xfrm>
            <a:off x="4412145" y="9298940"/>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2200" y="494283"/>
            <a:ext cx="11323955" cy="3683000"/>
          </a:xfrm>
          <a:prstGeom prst="rect">
            <a:avLst/>
          </a:prstGeom>
        </p:spPr>
        <p:txBody>
          <a:bodyPr vert="horz" wrap="square" lIns="0" tIns="12700" rIns="0" bIns="0" rtlCol="0">
            <a:spAutoFit/>
          </a:bodyPr>
          <a:lstStyle/>
          <a:p>
            <a:pPr marL="12700" marR="5080">
              <a:lnSpc>
                <a:spcPct val="150000"/>
              </a:lnSpc>
              <a:spcBef>
                <a:spcPts val="100"/>
              </a:spcBef>
              <a:tabLst>
                <a:tab pos="8856345" algn="l"/>
                <a:tab pos="9426575" algn="l"/>
              </a:tabLst>
            </a:pPr>
            <a:r>
              <a:rPr sz="4000" dirty="0">
                <a:solidFill>
                  <a:srgbClr val="5C5C5C"/>
                </a:solidFill>
                <a:latin typeface="Helvetica Neue Light"/>
                <a:cs typeface="Helvetica Neue Light"/>
              </a:rPr>
              <a:t>If</a:t>
            </a:r>
            <a:r>
              <a:rPr sz="4000" spc="-280" dirty="0">
                <a:solidFill>
                  <a:srgbClr val="5C5C5C"/>
                </a:solidFill>
                <a:latin typeface="Helvetica Neue Light"/>
                <a:cs typeface="Helvetica Neue Light"/>
              </a:rPr>
              <a:t> </a:t>
            </a:r>
            <a:r>
              <a:rPr sz="4000" dirty="0">
                <a:solidFill>
                  <a:srgbClr val="5C5C5C"/>
                </a:solidFill>
                <a:latin typeface="Helvetica Neue Light"/>
                <a:cs typeface="Helvetica Neue Light"/>
              </a:rPr>
              <a:t>you</a:t>
            </a:r>
            <a:r>
              <a:rPr sz="4000" spc="-275" dirty="0">
                <a:solidFill>
                  <a:srgbClr val="5C5C5C"/>
                </a:solidFill>
                <a:latin typeface="Helvetica Neue Light"/>
                <a:cs typeface="Helvetica Neue Light"/>
              </a:rPr>
              <a:t> </a:t>
            </a:r>
            <a:r>
              <a:rPr sz="4000" spc="-10" dirty="0">
                <a:solidFill>
                  <a:srgbClr val="5C5C5C"/>
                </a:solidFill>
                <a:latin typeface="Helvetica Neue Light"/>
                <a:cs typeface="Helvetica Neue Light"/>
              </a:rPr>
              <a:t>take</a:t>
            </a:r>
            <a:r>
              <a:rPr sz="4000" spc="-210" dirty="0">
                <a:solidFill>
                  <a:srgbClr val="5C5C5C"/>
                </a:solidFill>
                <a:latin typeface="Helvetica Neue Light"/>
                <a:cs typeface="Helvetica Neue Light"/>
              </a:rPr>
              <a:t> </a:t>
            </a:r>
            <a:r>
              <a:rPr sz="4000" dirty="0">
                <a:solidFill>
                  <a:srgbClr val="5C5C5C"/>
                </a:solidFill>
                <a:latin typeface="Helvetica Neue Light"/>
                <a:cs typeface="Helvetica Neue Light"/>
              </a:rPr>
              <a:t>our</a:t>
            </a:r>
            <a:r>
              <a:rPr sz="4000" spc="-175" dirty="0">
                <a:solidFill>
                  <a:srgbClr val="5C5C5C"/>
                </a:solidFill>
                <a:latin typeface="Helvetica Neue Light"/>
                <a:cs typeface="Helvetica Neue Light"/>
              </a:rPr>
              <a:t> </a:t>
            </a:r>
            <a:r>
              <a:rPr sz="4000" spc="-65" dirty="0">
                <a:solidFill>
                  <a:srgbClr val="5C5C5C"/>
                </a:solidFill>
                <a:latin typeface="Helvetica Neue Light"/>
                <a:cs typeface="Helvetica Neue Light"/>
              </a:rPr>
              <a:t>Golden</a:t>
            </a:r>
            <a:r>
              <a:rPr sz="4000" spc="-215" dirty="0">
                <a:solidFill>
                  <a:srgbClr val="5C5C5C"/>
                </a:solidFill>
                <a:latin typeface="Helvetica Neue Light"/>
                <a:cs typeface="Helvetica Neue Light"/>
              </a:rPr>
              <a:t> </a:t>
            </a:r>
            <a:r>
              <a:rPr sz="4000" spc="-70" dirty="0">
                <a:solidFill>
                  <a:srgbClr val="5C5C5C"/>
                </a:solidFill>
                <a:latin typeface="Helvetica Neue Light"/>
                <a:cs typeface="Helvetica Neue Light"/>
              </a:rPr>
              <a:t>Ratio</a:t>
            </a:r>
            <a:r>
              <a:rPr sz="4000" spc="-210" dirty="0">
                <a:solidFill>
                  <a:srgbClr val="5C5C5C"/>
                </a:solidFill>
                <a:latin typeface="Helvetica Neue Light"/>
                <a:cs typeface="Helvetica Neue Light"/>
              </a:rPr>
              <a:t> </a:t>
            </a:r>
            <a:r>
              <a:rPr sz="4000" spc="-55" dirty="0">
                <a:solidFill>
                  <a:srgbClr val="5C5C5C"/>
                </a:solidFill>
                <a:latin typeface="Helvetica Neue Light"/>
                <a:cs typeface="Helvetica Neue Light"/>
              </a:rPr>
              <a:t>diagram,</a:t>
            </a:r>
            <a:r>
              <a:rPr sz="4000" spc="-210" dirty="0">
                <a:solidFill>
                  <a:srgbClr val="5C5C5C"/>
                </a:solidFill>
                <a:latin typeface="Helvetica Neue Light"/>
                <a:cs typeface="Helvetica Neue Light"/>
              </a:rPr>
              <a:t> </a:t>
            </a:r>
            <a:r>
              <a:rPr sz="4000" dirty="0">
                <a:solidFill>
                  <a:srgbClr val="5C5C5C"/>
                </a:solidFill>
                <a:latin typeface="Helvetica Neue Light"/>
                <a:cs typeface="Helvetica Neue Light"/>
              </a:rPr>
              <a:t>and</a:t>
            </a:r>
            <a:r>
              <a:rPr sz="4000" spc="-190" dirty="0">
                <a:solidFill>
                  <a:srgbClr val="5C5C5C"/>
                </a:solidFill>
                <a:latin typeface="Helvetica Neue Light"/>
                <a:cs typeface="Helvetica Neue Light"/>
              </a:rPr>
              <a:t> </a:t>
            </a:r>
            <a:r>
              <a:rPr sz="4000" dirty="0">
                <a:solidFill>
                  <a:srgbClr val="5C5C5C"/>
                </a:solidFill>
                <a:latin typeface="Helvetica Neue Light"/>
                <a:cs typeface="Helvetica Neue Light"/>
              </a:rPr>
              <a:t>draw</a:t>
            </a:r>
            <a:r>
              <a:rPr sz="4000" spc="-145" dirty="0">
                <a:solidFill>
                  <a:srgbClr val="5C5C5C"/>
                </a:solidFill>
                <a:latin typeface="Helvetica Neue Light"/>
                <a:cs typeface="Helvetica Neue Light"/>
              </a:rPr>
              <a:t> </a:t>
            </a:r>
            <a:r>
              <a:rPr sz="4000" spc="-25" dirty="0">
                <a:solidFill>
                  <a:srgbClr val="5C5C5C"/>
                </a:solidFill>
                <a:latin typeface="Helvetica Neue Light"/>
                <a:cs typeface="Helvetica Neue Light"/>
              </a:rPr>
              <a:t>an </a:t>
            </a:r>
            <a:r>
              <a:rPr sz="4000" spc="-75" dirty="0">
                <a:solidFill>
                  <a:srgbClr val="5C5C5C"/>
                </a:solidFill>
                <a:latin typeface="Helvetica Neue Light"/>
                <a:cs typeface="Helvetica Neue Light"/>
              </a:rPr>
              <a:t>arch</a:t>
            </a:r>
            <a:r>
              <a:rPr sz="4000" spc="-204" dirty="0">
                <a:solidFill>
                  <a:srgbClr val="5C5C5C"/>
                </a:solidFill>
                <a:latin typeface="Helvetica Neue Light"/>
                <a:cs typeface="Helvetica Neue Light"/>
              </a:rPr>
              <a:t> </a:t>
            </a:r>
            <a:r>
              <a:rPr sz="4000" spc="-80" dirty="0">
                <a:solidFill>
                  <a:srgbClr val="5C5C5C"/>
                </a:solidFill>
                <a:latin typeface="Helvetica Neue Light"/>
                <a:cs typeface="Helvetica Neue Light"/>
              </a:rPr>
              <a:t>in</a:t>
            </a:r>
            <a:r>
              <a:rPr sz="4000" spc="-229" dirty="0">
                <a:solidFill>
                  <a:srgbClr val="5C5C5C"/>
                </a:solidFill>
                <a:latin typeface="Helvetica Neue Light"/>
                <a:cs typeface="Helvetica Neue Light"/>
              </a:rPr>
              <a:t> </a:t>
            </a:r>
            <a:r>
              <a:rPr sz="4000" spc="-55" dirty="0">
                <a:solidFill>
                  <a:srgbClr val="5C5C5C"/>
                </a:solidFill>
                <a:latin typeface="Helvetica Neue Light"/>
                <a:cs typeface="Helvetica Neue Light"/>
              </a:rPr>
              <a:t>each</a:t>
            </a:r>
            <a:r>
              <a:rPr sz="4000" spc="-225" dirty="0">
                <a:solidFill>
                  <a:srgbClr val="5C5C5C"/>
                </a:solidFill>
                <a:latin typeface="Helvetica Neue Light"/>
                <a:cs typeface="Helvetica Neue Light"/>
              </a:rPr>
              <a:t> </a:t>
            </a:r>
            <a:r>
              <a:rPr sz="4000" spc="-90" dirty="0">
                <a:solidFill>
                  <a:srgbClr val="5C5C5C"/>
                </a:solidFill>
                <a:latin typeface="Helvetica Neue Light"/>
                <a:cs typeface="Helvetica Neue Light"/>
              </a:rPr>
              <a:t>square,</a:t>
            </a:r>
            <a:r>
              <a:rPr sz="4000" spc="-185" dirty="0">
                <a:solidFill>
                  <a:srgbClr val="5C5C5C"/>
                </a:solidFill>
                <a:latin typeface="Helvetica Neue Light"/>
                <a:cs typeface="Helvetica Neue Light"/>
              </a:rPr>
              <a:t> </a:t>
            </a:r>
            <a:r>
              <a:rPr sz="4000" spc="-60" dirty="0">
                <a:solidFill>
                  <a:srgbClr val="5C5C5C"/>
                </a:solidFill>
                <a:latin typeface="Helvetica Neue Light"/>
                <a:cs typeface="Helvetica Neue Light"/>
              </a:rPr>
              <a:t>from</a:t>
            </a:r>
            <a:r>
              <a:rPr sz="4000" spc="-190" dirty="0">
                <a:solidFill>
                  <a:srgbClr val="5C5C5C"/>
                </a:solidFill>
                <a:latin typeface="Helvetica Neue Light"/>
                <a:cs typeface="Helvetica Neue Light"/>
              </a:rPr>
              <a:t> </a:t>
            </a:r>
            <a:r>
              <a:rPr sz="4000" spc="-50" dirty="0">
                <a:solidFill>
                  <a:srgbClr val="5C5C5C"/>
                </a:solidFill>
                <a:latin typeface="Helvetica Neue Light"/>
                <a:cs typeface="Helvetica Neue Light"/>
              </a:rPr>
              <a:t>one</a:t>
            </a:r>
            <a:r>
              <a:rPr sz="4000" spc="-215" dirty="0">
                <a:solidFill>
                  <a:srgbClr val="5C5C5C"/>
                </a:solidFill>
                <a:latin typeface="Helvetica Neue Light"/>
                <a:cs typeface="Helvetica Neue Light"/>
              </a:rPr>
              <a:t> </a:t>
            </a:r>
            <a:r>
              <a:rPr sz="4000" spc="-10" dirty="0">
                <a:solidFill>
                  <a:srgbClr val="5C5C5C"/>
                </a:solidFill>
                <a:latin typeface="Helvetica Neue Light"/>
                <a:cs typeface="Helvetica Neue Light"/>
              </a:rPr>
              <a:t>corner</a:t>
            </a:r>
            <a:r>
              <a:rPr sz="4000" spc="-135" dirty="0">
                <a:solidFill>
                  <a:srgbClr val="5C5C5C"/>
                </a:solidFill>
                <a:latin typeface="Helvetica Neue Light"/>
                <a:cs typeface="Helvetica Neue Light"/>
              </a:rPr>
              <a:t> </a:t>
            </a:r>
            <a:r>
              <a:rPr sz="4000" dirty="0">
                <a:solidFill>
                  <a:srgbClr val="5C5C5C"/>
                </a:solidFill>
                <a:latin typeface="Helvetica Neue Light"/>
                <a:cs typeface="Helvetica Neue Light"/>
              </a:rPr>
              <a:t>to</a:t>
            </a:r>
            <a:r>
              <a:rPr sz="4000" spc="5" dirty="0">
                <a:solidFill>
                  <a:srgbClr val="5C5C5C"/>
                </a:solidFill>
                <a:latin typeface="Helvetica Neue Light"/>
                <a:cs typeface="Helvetica Neue Light"/>
              </a:rPr>
              <a:t> </a:t>
            </a:r>
            <a:r>
              <a:rPr sz="4000" spc="-25" dirty="0">
                <a:solidFill>
                  <a:srgbClr val="5C5C5C"/>
                </a:solidFill>
                <a:latin typeface="Helvetica Neue Light"/>
                <a:cs typeface="Helvetica Neue Light"/>
              </a:rPr>
              <a:t>the</a:t>
            </a:r>
            <a:r>
              <a:rPr sz="4000" dirty="0">
                <a:solidFill>
                  <a:srgbClr val="5C5C5C"/>
                </a:solidFill>
                <a:latin typeface="Helvetica Neue Light"/>
                <a:cs typeface="Helvetica Neue Light"/>
              </a:rPr>
              <a:t>	</a:t>
            </a:r>
            <a:r>
              <a:rPr sz="4000" spc="-30" dirty="0">
                <a:solidFill>
                  <a:srgbClr val="5C5C5C"/>
                </a:solidFill>
                <a:latin typeface="Helvetica Neue Light"/>
                <a:cs typeface="Helvetica Neue Light"/>
              </a:rPr>
              <a:t>opposite </a:t>
            </a:r>
            <a:r>
              <a:rPr sz="4000" spc="-120" dirty="0">
                <a:solidFill>
                  <a:srgbClr val="5C5C5C"/>
                </a:solidFill>
                <a:latin typeface="Helvetica Neue Light"/>
                <a:cs typeface="Helvetica Neue Light"/>
              </a:rPr>
              <a:t>corner,</a:t>
            </a:r>
            <a:r>
              <a:rPr sz="4000" spc="-245" dirty="0">
                <a:solidFill>
                  <a:srgbClr val="5C5C5C"/>
                </a:solidFill>
                <a:latin typeface="Helvetica Neue Light"/>
                <a:cs typeface="Helvetica Neue Light"/>
              </a:rPr>
              <a:t> </a:t>
            </a:r>
            <a:r>
              <a:rPr sz="4000" dirty="0">
                <a:solidFill>
                  <a:srgbClr val="5C5C5C"/>
                </a:solidFill>
                <a:latin typeface="Helvetica Neue Light"/>
                <a:cs typeface="Helvetica Neue Light"/>
              </a:rPr>
              <a:t>you</a:t>
            </a:r>
            <a:r>
              <a:rPr sz="4000" spc="-280" dirty="0">
                <a:solidFill>
                  <a:srgbClr val="5C5C5C"/>
                </a:solidFill>
                <a:latin typeface="Helvetica Neue Light"/>
                <a:cs typeface="Helvetica Neue Light"/>
              </a:rPr>
              <a:t> </a:t>
            </a:r>
            <a:r>
              <a:rPr sz="4000" spc="-45" dirty="0">
                <a:solidFill>
                  <a:srgbClr val="5C5C5C"/>
                </a:solidFill>
                <a:latin typeface="Helvetica Neue Light"/>
                <a:cs typeface="Helvetica Neue Light"/>
              </a:rPr>
              <a:t>will</a:t>
            </a:r>
            <a:r>
              <a:rPr sz="4000" spc="-235" dirty="0">
                <a:solidFill>
                  <a:srgbClr val="5C5C5C"/>
                </a:solidFill>
                <a:latin typeface="Helvetica Neue Light"/>
                <a:cs typeface="Helvetica Neue Light"/>
              </a:rPr>
              <a:t> </a:t>
            </a:r>
            <a:r>
              <a:rPr sz="4000" dirty="0">
                <a:solidFill>
                  <a:srgbClr val="5C5C5C"/>
                </a:solidFill>
                <a:latin typeface="Helvetica Neue Light"/>
                <a:cs typeface="Helvetica Neue Light"/>
              </a:rPr>
              <a:t>draw</a:t>
            </a:r>
            <a:r>
              <a:rPr sz="4000" spc="-140" dirty="0">
                <a:solidFill>
                  <a:srgbClr val="5C5C5C"/>
                </a:solidFill>
                <a:latin typeface="Helvetica Neue Light"/>
                <a:cs typeface="Helvetica Neue Light"/>
              </a:rPr>
              <a:t> </a:t>
            </a:r>
            <a:r>
              <a:rPr sz="4000" dirty="0">
                <a:solidFill>
                  <a:srgbClr val="5C5C5C"/>
                </a:solidFill>
                <a:latin typeface="Helvetica Neue Light"/>
                <a:cs typeface="Helvetica Neue Light"/>
              </a:rPr>
              <a:t>the</a:t>
            </a:r>
            <a:r>
              <a:rPr sz="4000" spc="-170" dirty="0">
                <a:solidFill>
                  <a:srgbClr val="5C5C5C"/>
                </a:solidFill>
                <a:latin typeface="Helvetica Neue Light"/>
                <a:cs typeface="Helvetica Neue Light"/>
              </a:rPr>
              <a:t> </a:t>
            </a:r>
            <a:r>
              <a:rPr sz="4000" spc="-20" dirty="0">
                <a:solidFill>
                  <a:srgbClr val="5C5C5C"/>
                </a:solidFill>
                <a:latin typeface="Helvetica Neue Light"/>
                <a:cs typeface="Helvetica Neue Light"/>
              </a:rPr>
              <a:t>first</a:t>
            </a:r>
            <a:r>
              <a:rPr sz="4000" spc="-180" dirty="0">
                <a:solidFill>
                  <a:srgbClr val="5C5C5C"/>
                </a:solidFill>
                <a:latin typeface="Helvetica Neue Light"/>
                <a:cs typeface="Helvetica Neue Light"/>
              </a:rPr>
              <a:t> </a:t>
            </a:r>
            <a:r>
              <a:rPr sz="4000" spc="-65" dirty="0">
                <a:solidFill>
                  <a:srgbClr val="5C5C5C"/>
                </a:solidFill>
                <a:latin typeface="Helvetica Neue Light"/>
                <a:cs typeface="Helvetica Neue Light"/>
              </a:rPr>
              <a:t>curve</a:t>
            </a:r>
            <a:r>
              <a:rPr sz="4000" spc="-635" dirty="0">
                <a:solidFill>
                  <a:srgbClr val="5C5C5C"/>
                </a:solidFill>
                <a:latin typeface="Helvetica Neue Light"/>
                <a:cs typeface="Helvetica Neue Light"/>
              </a:rPr>
              <a:t> </a:t>
            </a:r>
            <a:r>
              <a:rPr sz="4000" dirty="0">
                <a:solidFill>
                  <a:srgbClr val="5C5C5C"/>
                </a:solidFill>
                <a:latin typeface="Helvetica Neue Light"/>
                <a:cs typeface="Helvetica Neue Light"/>
              </a:rPr>
              <a:t>of</a:t>
            </a:r>
            <a:r>
              <a:rPr sz="4000" spc="-180" dirty="0">
                <a:solidFill>
                  <a:srgbClr val="5C5C5C"/>
                </a:solidFill>
                <a:latin typeface="Helvetica Neue Light"/>
                <a:cs typeface="Helvetica Neue Light"/>
              </a:rPr>
              <a:t> </a:t>
            </a:r>
            <a:r>
              <a:rPr sz="4000" spc="-25" dirty="0">
                <a:solidFill>
                  <a:srgbClr val="5C5C5C"/>
                </a:solidFill>
                <a:latin typeface="Helvetica Neue Light"/>
                <a:cs typeface="Helvetica Neue Light"/>
              </a:rPr>
              <a:t>the</a:t>
            </a:r>
            <a:r>
              <a:rPr sz="4000" dirty="0">
                <a:solidFill>
                  <a:srgbClr val="5C5C5C"/>
                </a:solidFill>
                <a:latin typeface="Helvetica Neue Light"/>
                <a:cs typeface="Helvetica Neue Light"/>
              </a:rPr>
              <a:t>	</a:t>
            </a:r>
            <a:r>
              <a:rPr sz="4000" spc="-10" dirty="0">
                <a:solidFill>
                  <a:srgbClr val="5C5C5C"/>
                </a:solidFill>
                <a:latin typeface="Helvetica Neue Light"/>
                <a:cs typeface="Helvetica Neue Light"/>
              </a:rPr>
              <a:t>Golden </a:t>
            </a:r>
            <a:r>
              <a:rPr sz="4000" spc="-80" dirty="0">
                <a:solidFill>
                  <a:srgbClr val="5C5C5C"/>
                </a:solidFill>
                <a:latin typeface="Helvetica Neue Light"/>
                <a:cs typeface="Helvetica Neue Light"/>
              </a:rPr>
              <a:t>Spiral</a:t>
            </a:r>
            <a:r>
              <a:rPr sz="4000" spc="-200" dirty="0">
                <a:solidFill>
                  <a:srgbClr val="5C5C5C"/>
                </a:solidFill>
                <a:latin typeface="Helvetica Neue Light"/>
                <a:cs typeface="Helvetica Neue Light"/>
              </a:rPr>
              <a:t> </a:t>
            </a:r>
            <a:r>
              <a:rPr sz="4000" spc="-85" dirty="0">
                <a:solidFill>
                  <a:srgbClr val="5C5C5C"/>
                </a:solidFill>
                <a:latin typeface="Helvetica Neue Light"/>
                <a:cs typeface="Helvetica Neue Light"/>
              </a:rPr>
              <a:t>(or</a:t>
            </a:r>
            <a:r>
              <a:rPr sz="4000" spc="-210" dirty="0">
                <a:solidFill>
                  <a:srgbClr val="5C5C5C"/>
                </a:solidFill>
                <a:latin typeface="Helvetica Neue Light"/>
                <a:cs typeface="Helvetica Neue Light"/>
              </a:rPr>
              <a:t> </a:t>
            </a:r>
            <a:r>
              <a:rPr sz="4000" spc="-60" dirty="0">
                <a:solidFill>
                  <a:srgbClr val="5C5C5C"/>
                </a:solidFill>
                <a:latin typeface="Helvetica Neue Light"/>
                <a:cs typeface="Helvetica Neue Light"/>
              </a:rPr>
              <a:t>Fibonacci</a:t>
            </a:r>
            <a:r>
              <a:rPr sz="4000" spc="-170" dirty="0">
                <a:solidFill>
                  <a:srgbClr val="5C5C5C"/>
                </a:solidFill>
                <a:latin typeface="Helvetica Neue Light"/>
                <a:cs typeface="Helvetica Neue Light"/>
              </a:rPr>
              <a:t> </a:t>
            </a:r>
            <a:r>
              <a:rPr sz="4000" spc="-10" dirty="0">
                <a:solidFill>
                  <a:srgbClr val="5C5C5C"/>
                </a:solidFill>
                <a:latin typeface="Helvetica Neue Light"/>
                <a:cs typeface="Helvetica Neue Light"/>
              </a:rPr>
              <a:t>Sequence)</a:t>
            </a:r>
            <a:endParaRPr sz="4000">
              <a:latin typeface="Helvetica Neue Light"/>
              <a:cs typeface="Helvetica Neue Light"/>
            </a:endParaRPr>
          </a:p>
        </p:txBody>
      </p:sp>
      <p:sp>
        <p:nvSpPr>
          <p:cNvPr id="3" name="object 3"/>
          <p:cNvSpPr txBox="1"/>
          <p:nvPr/>
        </p:nvSpPr>
        <p:spPr>
          <a:xfrm>
            <a:off x="1092200" y="5130291"/>
            <a:ext cx="10833100" cy="3683000"/>
          </a:xfrm>
          <a:prstGeom prst="rect">
            <a:avLst/>
          </a:prstGeom>
        </p:spPr>
        <p:txBody>
          <a:bodyPr vert="horz" wrap="square" lIns="0" tIns="12700" rIns="0" bIns="0" rtlCol="0">
            <a:spAutoFit/>
          </a:bodyPr>
          <a:lstStyle/>
          <a:p>
            <a:pPr marL="12700" marR="5080" algn="just">
              <a:lnSpc>
                <a:spcPct val="150000"/>
              </a:lnSpc>
              <a:spcBef>
                <a:spcPts val="100"/>
              </a:spcBef>
            </a:pPr>
            <a:r>
              <a:rPr sz="4000" dirty="0">
                <a:solidFill>
                  <a:srgbClr val="5C5C5C"/>
                </a:solidFill>
                <a:latin typeface="Helvetica Neue Light"/>
                <a:cs typeface="Helvetica Neue Light"/>
              </a:rPr>
              <a:t>A</a:t>
            </a:r>
            <a:r>
              <a:rPr sz="4000" spc="-145" dirty="0">
                <a:solidFill>
                  <a:srgbClr val="5C5C5C"/>
                </a:solidFill>
                <a:latin typeface="Helvetica Neue Light"/>
                <a:cs typeface="Helvetica Neue Light"/>
              </a:rPr>
              <a:t> </a:t>
            </a:r>
            <a:r>
              <a:rPr sz="4000" spc="-85" dirty="0">
                <a:solidFill>
                  <a:srgbClr val="5C5C5C"/>
                </a:solidFill>
                <a:latin typeface="Helvetica Neue Light"/>
                <a:cs typeface="Helvetica Neue Light"/>
              </a:rPr>
              <a:t>series</a:t>
            </a:r>
            <a:r>
              <a:rPr sz="4000" spc="-195" dirty="0">
                <a:solidFill>
                  <a:srgbClr val="5C5C5C"/>
                </a:solidFill>
                <a:latin typeface="Helvetica Neue Light"/>
                <a:cs typeface="Helvetica Neue Light"/>
              </a:rPr>
              <a:t> </a:t>
            </a:r>
            <a:r>
              <a:rPr sz="4000" dirty="0">
                <a:solidFill>
                  <a:srgbClr val="5C5C5C"/>
                </a:solidFill>
                <a:latin typeface="Helvetica Neue Light"/>
                <a:cs typeface="Helvetica Neue Light"/>
              </a:rPr>
              <a:t>in</a:t>
            </a:r>
            <a:r>
              <a:rPr sz="4000" spc="-195" dirty="0">
                <a:solidFill>
                  <a:srgbClr val="5C5C5C"/>
                </a:solidFill>
                <a:latin typeface="Helvetica Neue Light"/>
                <a:cs typeface="Helvetica Neue Light"/>
              </a:rPr>
              <a:t> </a:t>
            </a:r>
            <a:r>
              <a:rPr sz="4000" dirty="0">
                <a:solidFill>
                  <a:srgbClr val="5C5C5C"/>
                </a:solidFill>
                <a:latin typeface="Helvetica Neue Light"/>
                <a:cs typeface="Helvetica Neue Light"/>
              </a:rPr>
              <a:t>which</a:t>
            </a:r>
            <a:r>
              <a:rPr sz="4000" spc="-175" dirty="0">
                <a:solidFill>
                  <a:srgbClr val="5C5C5C"/>
                </a:solidFill>
                <a:latin typeface="Helvetica Neue Light"/>
                <a:cs typeface="Helvetica Neue Light"/>
              </a:rPr>
              <a:t> </a:t>
            </a:r>
            <a:r>
              <a:rPr sz="4000" dirty="0">
                <a:solidFill>
                  <a:srgbClr val="5C5C5C"/>
                </a:solidFill>
                <a:latin typeface="Helvetica Neue Light"/>
                <a:cs typeface="Helvetica Neue Light"/>
              </a:rPr>
              <a:t>the</a:t>
            </a:r>
            <a:r>
              <a:rPr sz="4000" spc="-185" dirty="0">
                <a:solidFill>
                  <a:srgbClr val="5C5C5C"/>
                </a:solidFill>
                <a:latin typeface="Helvetica Neue Light"/>
                <a:cs typeface="Helvetica Neue Light"/>
              </a:rPr>
              <a:t> </a:t>
            </a:r>
            <a:r>
              <a:rPr sz="4000" dirty="0">
                <a:solidFill>
                  <a:srgbClr val="5C5C5C"/>
                </a:solidFill>
                <a:latin typeface="Helvetica Neue Light"/>
                <a:cs typeface="Helvetica Neue Light"/>
              </a:rPr>
              <a:t>pattern</a:t>
            </a:r>
            <a:r>
              <a:rPr sz="4000" spc="-140" dirty="0">
                <a:solidFill>
                  <a:srgbClr val="5C5C5C"/>
                </a:solidFill>
                <a:latin typeface="Helvetica Neue Light"/>
                <a:cs typeface="Helvetica Neue Light"/>
              </a:rPr>
              <a:t> </a:t>
            </a:r>
            <a:r>
              <a:rPr sz="4000" dirty="0">
                <a:solidFill>
                  <a:srgbClr val="5C5C5C"/>
                </a:solidFill>
                <a:latin typeface="Helvetica Neue Light"/>
                <a:cs typeface="Helvetica Neue Light"/>
              </a:rPr>
              <a:t>of</a:t>
            </a:r>
            <a:r>
              <a:rPr sz="4000" spc="-150" dirty="0">
                <a:solidFill>
                  <a:srgbClr val="5C5C5C"/>
                </a:solidFill>
                <a:latin typeface="Helvetica Neue Light"/>
                <a:cs typeface="Helvetica Neue Light"/>
              </a:rPr>
              <a:t> </a:t>
            </a:r>
            <a:r>
              <a:rPr sz="4000" spc="-10" dirty="0">
                <a:solidFill>
                  <a:srgbClr val="5C5C5C"/>
                </a:solidFill>
                <a:latin typeface="Helvetica Neue Light"/>
                <a:cs typeface="Helvetica Neue Light"/>
              </a:rPr>
              <a:t>each</a:t>
            </a:r>
            <a:r>
              <a:rPr sz="4000" spc="-195" dirty="0">
                <a:solidFill>
                  <a:srgbClr val="5C5C5C"/>
                </a:solidFill>
                <a:latin typeface="Helvetica Neue Light"/>
                <a:cs typeface="Helvetica Neue Light"/>
              </a:rPr>
              <a:t> </a:t>
            </a:r>
            <a:r>
              <a:rPr sz="4000" spc="-30" dirty="0">
                <a:solidFill>
                  <a:srgbClr val="5C5C5C"/>
                </a:solidFill>
                <a:latin typeface="Helvetica Neue Light"/>
                <a:cs typeface="Helvetica Neue Light"/>
              </a:rPr>
              <a:t>number</a:t>
            </a:r>
            <a:r>
              <a:rPr sz="4000" spc="-185" dirty="0">
                <a:solidFill>
                  <a:srgbClr val="5C5C5C"/>
                </a:solidFill>
                <a:latin typeface="Helvetica Neue Light"/>
                <a:cs typeface="Helvetica Neue Light"/>
              </a:rPr>
              <a:t> </a:t>
            </a:r>
            <a:r>
              <a:rPr sz="4000" dirty="0">
                <a:solidFill>
                  <a:srgbClr val="5C5C5C"/>
                </a:solidFill>
                <a:latin typeface="Helvetica Neue Light"/>
                <a:cs typeface="Helvetica Neue Light"/>
              </a:rPr>
              <a:t>is</a:t>
            </a:r>
            <a:r>
              <a:rPr sz="4000" spc="-200" dirty="0">
                <a:solidFill>
                  <a:srgbClr val="5C5C5C"/>
                </a:solidFill>
                <a:latin typeface="Helvetica Neue Light"/>
                <a:cs typeface="Helvetica Neue Light"/>
              </a:rPr>
              <a:t> </a:t>
            </a:r>
            <a:r>
              <a:rPr sz="4000" spc="-25" dirty="0">
                <a:solidFill>
                  <a:srgbClr val="5C5C5C"/>
                </a:solidFill>
                <a:latin typeface="Helvetica Neue Light"/>
                <a:cs typeface="Helvetica Neue Light"/>
              </a:rPr>
              <a:t>the </a:t>
            </a:r>
            <a:r>
              <a:rPr sz="4000" dirty="0">
                <a:solidFill>
                  <a:srgbClr val="5C5C5C"/>
                </a:solidFill>
                <a:latin typeface="Helvetica Neue Light"/>
                <a:cs typeface="Helvetica Neue Light"/>
              </a:rPr>
              <a:t>sum</a:t>
            </a:r>
            <a:r>
              <a:rPr sz="4000" spc="-140" dirty="0">
                <a:solidFill>
                  <a:srgbClr val="5C5C5C"/>
                </a:solidFill>
                <a:latin typeface="Helvetica Neue Light"/>
                <a:cs typeface="Helvetica Neue Light"/>
              </a:rPr>
              <a:t> </a:t>
            </a:r>
            <a:r>
              <a:rPr sz="4000" dirty="0">
                <a:solidFill>
                  <a:srgbClr val="5C5C5C"/>
                </a:solidFill>
                <a:latin typeface="Helvetica Neue Light"/>
                <a:cs typeface="Helvetica Neue Light"/>
              </a:rPr>
              <a:t>of</a:t>
            </a:r>
            <a:r>
              <a:rPr sz="4000" spc="-125" dirty="0">
                <a:solidFill>
                  <a:srgbClr val="5C5C5C"/>
                </a:solidFill>
                <a:latin typeface="Helvetica Neue Light"/>
                <a:cs typeface="Helvetica Neue Light"/>
              </a:rPr>
              <a:t> </a:t>
            </a:r>
            <a:r>
              <a:rPr sz="4000" dirty="0">
                <a:solidFill>
                  <a:srgbClr val="5C5C5C"/>
                </a:solidFill>
                <a:latin typeface="Helvetica Neue Light"/>
                <a:cs typeface="Helvetica Neue Light"/>
              </a:rPr>
              <a:t>the</a:t>
            </a:r>
            <a:r>
              <a:rPr sz="4000" spc="-150" dirty="0">
                <a:solidFill>
                  <a:srgbClr val="5C5C5C"/>
                </a:solidFill>
                <a:latin typeface="Helvetica Neue Light"/>
                <a:cs typeface="Helvetica Neue Light"/>
              </a:rPr>
              <a:t> </a:t>
            </a:r>
            <a:r>
              <a:rPr sz="4000" spc="-90" dirty="0">
                <a:solidFill>
                  <a:srgbClr val="5C5C5C"/>
                </a:solidFill>
                <a:latin typeface="Helvetica Neue Light"/>
                <a:cs typeface="Helvetica Neue Light"/>
              </a:rPr>
              <a:t>previous</a:t>
            </a:r>
            <a:r>
              <a:rPr sz="4000" spc="-180" dirty="0">
                <a:solidFill>
                  <a:srgbClr val="5C5C5C"/>
                </a:solidFill>
                <a:latin typeface="Helvetica Neue Light"/>
                <a:cs typeface="Helvetica Neue Light"/>
              </a:rPr>
              <a:t> </a:t>
            </a:r>
            <a:r>
              <a:rPr sz="4000" dirty="0">
                <a:solidFill>
                  <a:srgbClr val="5C5C5C"/>
                </a:solidFill>
                <a:latin typeface="Helvetica Neue Light"/>
                <a:cs typeface="Helvetica Neue Light"/>
              </a:rPr>
              <a:t>two</a:t>
            </a:r>
            <a:r>
              <a:rPr sz="4000" spc="-65" dirty="0">
                <a:solidFill>
                  <a:srgbClr val="5C5C5C"/>
                </a:solidFill>
                <a:latin typeface="Helvetica Neue Light"/>
                <a:cs typeface="Helvetica Neue Light"/>
              </a:rPr>
              <a:t> </a:t>
            </a:r>
            <a:r>
              <a:rPr sz="4000" spc="-35" dirty="0">
                <a:solidFill>
                  <a:srgbClr val="5C5C5C"/>
                </a:solidFill>
                <a:latin typeface="Helvetica Neue Light"/>
                <a:cs typeface="Helvetica Neue Light"/>
              </a:rPr>
              <a:t>numbers.</a:t>
            </a:r>
            <a:r>
              <a:rPr sz="4000" spc="-150" dirty="0">
                <a:solidFill>
                  <a:srgbClr val="5C5C5C"/>
                </a:solidFill>
                <a:latin typeface="Helvetica Neue Light"/>
                <a:cs typeface="Helvetica Neue Light"/>
              </a:rPr>
              <a:t> </a:t>
            </a:r>
            <a:r>
              <a:rPr sz="4000" spc="-45" dirty="0">
                <a:solidFill>
                  <a:srgbClr val="5C5C5C"/>
                </a:solidFill>
                <a:latin typeface="Helvetica Neue Light"/>
                <a:cs typeface="Helvetica Neue Light"/>
              </a:rPr>
              <a:t>Starting</a:t>
            </a:r>
            <a:r>
              <a:rPr sz="4000" spc="-155" dirty="0">
                <a:solidFill>
                  <a:srgbClr val="5C5C5C"/>
                </a:solidFill>
                <a:latin typeface="Helvetica Neue Light"/>
                <a:cs typeface="Helvetica Neue Light"/>
              </a:rPr>
              <a:t> </a:t>
            </a:r>
            <a:r>
              <a:rPr sz="4000" dirty="0">
                <a:solidFill>
                  <a:srgbClr val="5C5C5C"/>
                </a:solidFill>
                <a:latin typeface="Helvetica Neue Light"/>
                <a:cs typeface="Helvetica Neue Light"/>
              </a:rPr>
              <a:t>at</a:t>
            </a:r>
            <a:r>
              <a:rPr sz="4000" spc="-130" dirty="0">
                <a:solidFill>
                  <a:srgbClr val="5C5C5C"/>
                </a:solidFill>
                <a:latin typeface="Helvetica Neue Light"/>
                <a:cs typeface="Helvetica Neue Light"/>
              </a:rPr>
              <a:t> </a:t>
            </a:r>
            <a:r>
              <a:rPr sz="4000" spc="-10" dirty="0">
                <a:solidFill>
                  <a:srgbClr val="5C5C5C"/>
                </a:solidFill>
                <a:latin typeface="Helvetica Neue Light"/>
                <a:cs typeface="Helvetica Neue Light"/>
              </a:rPr>
              <a:t>zero, </a:t>
            </a:r>
            <a:r>
              <a:rPr sz="4000" dirty="0">
                <a:solidFill>
                  <a:srgbClr val="5C5C5C"/>
                </a:solidFill>
                <a:latin typeface="Helvetica Neue Light"/>
                <a:cs typeface="Helvetica Neue Light"/>
              </a:rPr>
              <a:t>the</a:t>
            </a:r>
            <a:r>
              <a:rPr sz="4000" spc="-135" dirty="0">
                <a:solidFill>
                  <a:srgbClr val="5C5C5C"/>
                </a:solidFill>
                <a:latin typeface="Helvetica Neue Light"/>
                <a:cs typeface="Helvetica Neue Light"/>
              </a:rPr>
              <a:t> </a:t>
            </a:r>
            <a:r>
              <a:rPr sz="4000" spc="-60" dirty="0">
                <a:solidFill>
                  <a:srgbClr val="5C5C5C"/>
                </a:solidFill>
                <a:latin typeface="Helvetica Neue Light"/>
                <a:cs typeface="Helvetica Neue Light"/>
              </a:rPr>
              <a:t>sequence</a:t>
            </a:r>
            <a:r>
              <a:rPr sz="4000" spc="-155" dirty="0">
                <a:solidFill>
                  <a:srgbClr val="5C5C5C"/>
                </a:solidFill>
                <a:latin typeface="Helvetica Neue Light"/>
                <a:cs typeface="Helvetica Neue Light"/>
              </a:rPr>
              <a:t> </a:t>
            </a:r>
            <a:r>
              <a:rPr sz="4000" dirty="0">
                <a:solidFill>
                  <a:srgbClr val="5C5C5C"/>
                </a:solidFill>
                <a:latin typeface="Helvetica Neue Light"/>
                <a:cs typeface="Helvetica Neue Light"/>
              </a:rPr>
              <a:t>is:</a:t>
            </a:r>
            <a:r>
              <a:rPr sz="4000" spc="-145" dirty="0">
                <a:solidFill>
                  <a:srgbClr val="5C5C5C"/>
                </a:solidFill>
                <a:latin typeface="Helvetica Neue Light"/>
                <a:cs typeface="Helvetica Neue Light"/>
              </a:rPr>
              <a:t> </a:t>
            </a:r>
            <a:r>
              <a:rPr sz="4000" dirty="0">
                <a:solidFill>
                  <a:srgbClr val="5C5C5C"/>
                </a:solidFill>
                <a:latin typeface="Helvetica Neue Light"/>
                <a:cs typeface="Helvetica Neue Light"/>
              </a:rPr>
              <a:t>0,</a:t>
            </a:r>
            <a:r>
              <a:rPr sz="4000" spc="-80" dirty="0">
                <a:solidFill>
                  <a:srgbClr val="5C5C5C"/>
                </a:solidFill>
                <a:latin typeface="Helvetica Neue Light"/>
                <a:cs typeface="Helvetica Neue Light"/>
              </a:rPr>
              <a:t> </a:t>
            </a:r>
            <a:r>
              <a:rPr sz="4000" dirty="0">
                <a:solidFill>
                  <a:srgbClr val="5C5C5C"/>
                </a:solidFill>
                <a:latin typeface="Helvetica Neue Light"/>
                <a:cs typeface="Helvetica Neue Light"/>
              </a:rPr>
              <a:t>1,</a:t>
            </a:r>
            <a:r>
              <a:rPr sz="4000" spc="-75" dirty="0">
                <a:solidFill>
                  <a:srgbClr val="5C5C5C"/>
                </a:solidFill>
                <a:latin typeface="Helvetica Neue Light"/>
                <a:cs typeface="Helvetica Neue Light"/>
              </a:rPr>
              <a:t> </a:t>
            </a:r>
            <a:r>
              <a:rPr sz="4000" dirty="0">
                <a:solidFill>
                  <a:srgbClr val="5C5C5C"/>
                </a:solidFill>
                <a:latin typeface="Helvetica Neue Light"/>
                <a:cs typeface="Helvetica Neue Light"/>
              </a:rPr>
              <a:t>1,</a:t>
            </a:r>
            <a:r>
              <a:rPr sz="4000" spc="-80" dirty="0">
                <a:solidFill>
                  <a:srgbClr val="5C5C5C"/>
                </a:solidFill>
                <a:latin typeface="Helvetica Neue Light"/>
                <a:cs typeface="Helvetica Neue Light"/>
              </a:rPr>
              <a:t> </a:t>
            </a:r>
            <a:r>
              <a:rPr sz="4000" dirty="0">
                <a:solidFill>
                  <a:srgbClr val="5C5C5C"/>
                </a:solidFill>
                <a:latin typeface="Helvetica Neue Light"/>
                <a:cs typeface="Helvetica Neue Light"/>
              </a:rPr>
              <a:t>2,</a:t>
            </a:r>
            <a:r>
              <a:rPr sz="4000" spc="-75" dirty="0">
                <a:solidFill>
                  <a:srgbClr val="5C5C5C"/>
                </a:solidFill>
                <a:latin typeface="Helvetica Neue Light"/>
                <a:cs typeface="Helvetica Neue Light"/>
              </a:rPr>
              <a:t> </a:t>
            </a:r>
            <a:r>
              <a:rPr sz="4000" dirty="0">
                <a:solidFill>
                  <a:srgbClr val="5C5C5C"/>
                </a:solidFill>
                <a:latin typeface="Helvetica Neue Light"/>
                <a:cs typeface="Helvetica Neue Light"/>
              </a:rPr>
              <a:t>3,</a:t>
            </a:r>
            <a:r>
              <a:rPr sz="4000" spc="-80" dirty="0">
                <a:solidFill>
                  <a:srgbClr val="5C5C5C"/>
                </a:solidFill>
                <a:latin typeface="Helvetica Neue Light"/>
                <a:cs typeface="Helvetica Neue Light"/>
              </a:rPr>
              <a:t> </a:t>
            </a:r>
            <a:r>
              <a:rPr sz="4000" dirty="0">
                <a:solidFill>
                  <a:srgbClr val="5C5C5C"/>
                </a:solidFill>
                <a:latin typeface="Helvetica Neue Light"/>
                <a:cs typeface="Helvetica Neue Light"/>
              </a:rPr>
              <a:t>5,</a:t>
            </a:r>
            <a:r>
              <a:rPr sz="4000" spc="-75" dirty="0">
                <a:solidFill>
                  <a:srgbClr val="5C5C5C"/>
                </a:solidFill>
                <a:latin typeface="Helvetica Neue Light"/>
                <a:cs typeface="Helvetica Neue Light"/>
              </a:rPr>
              <a:t> </a:t>
            </a:r>
            <a:r>
              <a:rPr sz="4000" dirty="0">
                <a:solidFill>
                  <a:srgbClr val="5C5C5C"/>
                </a:solidFill>
                <a:latin typeface="Helvetica Neue Light"/>
                <a:cs typeface="Helvetica Neue Light"/>
              </a:rPr>
              <a:t>8,</a:t>
            </a:r>
            <a:r>
              <a:rPr sz="4000" spc="-80" dirty="0">
                <a:solidFill>
                  <a:srgbClr val="5C5C5C"/>
                </a:solidFill>
                <a:latin typeface="Helvetica Neue Light"/>
                <a:cs typeface="Helvetica Neue Light"/>
              </a:rPr>
              <a:t> </a:t>
            </a:r>
            <a:r>
              <a:rPr sz="4000" dirty="0">
                <a:solidFill>
                  <a:srgbClr val="5C5C5C"/>
                </a:solidFill>
                <a:latin typeface="Helvetica Neue Light"/>
                <a:cs typeface="Helvetica Neue Light"/>
              </a:rPr>
              <a:t>13,</a:t>
            </a:r>
            <a:r>
              <a:rPr sz="4000" spc="-75" dirty="0">
                <a:solidFill>
                  <a:srgbClr val="5C5C5C"/>
                </a:solidFill>
                <a:latin typeface="Helvetica Neue Light"/>
                <a:cs typeface="Helvetica Neue Light"/>
              </a:rPr>
              <a:t> </a:t>
            </a:r>
            <a:r>
              <a:rPr sz="4000" dirty="0">
                <a:solidFill>
                  <a:srgbClr val="5C5C5C"/>
                </a:solidFill>
                <a:latin typeface="Helvetica Neue Light"/>
                <a:cs typeface="Helvetica Neue Light"/>
              </a:rPr>
              <a:t>21,</a:t>
            </a:r>
            <a:r>
              <a:rPr sz="4000" spc="-80" dirty="0">
                <a:solidFill>
                  <a:srgbClr val="5C5C5C"/>
                </a:solidFill>
                <a:latin typeface="Helvetica Neue Light"/>
                <a:cs typeface="Helvetica Neue Light"/>
              </a:rPr>
              <a:t> </a:t>
            </a:r>
            <a:r>
              <a:rPr sz="4000" dirty="0">
                <a:solidFill>
                  <a:srgbClr val="5C5C5C"/>
                </a:solidFill>
                <a:latin typeface="Helvetica Neue Light"/>
                <a:cs typeface="Helvetica Neue Light"/>
              </a:rPr>
              <a:t>34,</a:t>
            </a:r>
            <a:r>
              <a:rPr sz="4000" spc="-95" dirty="0">
                <a:solidFill>
                  <a:srgbClr val="5C5C5C"/>
                </a:solidFill>
                <a:latin typeface="Helvetica Neue Light"/>
                <a:cs typeface="Helvetica Neue Light"/>
              </a:rPr>
              <a:t> </a:t>
            </a:r>
            <a:r>
              <a:rPr sz="4000" spc="-25" dirty="0">
                <a:solidFill>
                  <a:srgbClr val="5C5C5C"/>
                </a:solidFill>
                <a:latin typeface="Helvetica Neue Light"/>
                <a:cs typeface="Helvetica Neue Light"/>
              </a:rPr>
              <a:t>55, </a:t>
            </a:r>
            <a:r>
              <a:rPr sz="4000" dirty="0">
                <a:solidFill>
                  <a:srgbClr val="5C5C5C"/>
                </a:solidFill>
                <a:latin typeface="Helvetica Neue Light"/>
                <a:cs typeface="Helvetica Neue Light"/>
              </a:rPr>
              <a:t>89,</a:t>
            </a:r>
            <a:r>
              <a:rPr sz="4000" spc="-95" dirty="0">
                <a:solidFill>
                  <a:srgbClr val="5C5C5C"/>
                </a:solidFill>
                <a:latin typeface="Helvetica Neue Light"/>
                <a:cs typeface="Helvetica Neue Light"/>
              </a:rPr>
              <a:t> </a:t>
            </a:r>
            <a:r>
              <a:rPr sz="4000" dirty="0">
                <a:solidFill>
                  <a:srgbClr val="5C5C5C"/>
                </a:solidFill>
                <a:latin typeface="Helvetica Neue Light"/>
                <a:cs typeface="Helvetica Neue Light"/>
              </a:rPr>
              <a:t>144…</a:t>
            </a:r>
            <a:r>
              <a:rPr sz="4000" spc="-100" dirty="0">
                <a:solidFill>
                  <a:srgbClr val="5C5C5C"/>
                </a:solidFill>
                <a:latin typeface="Helvetica Neue Light"/>
                <a:cs typeface="Helvetica Neue Light"/>
              </a:rPr>
              <a:t> </a:t>
            </a:r>
            <a:r>
              <a:rPr sz="4000" dirty="0">
                <a:solidFill>
                  <a:srgbClr val="5C5C5C"/>
                </a:solidFill>
                <a:latin typeface="Helvetica Neue Light"/>
                <a:cs typeface="Helvetica Neue Light"/>
              </a:rPr>
              <a:t>and</a:t>
            </a:r>
            <a:r>
              <a:rPr sz="4000" spc="-165" dirty="0">
                <a:solidFill>
                  <a:srgbClr val="5C5C5C"/>
                </a:solidFill>
                <a:latin typeface="Helvetica Neue Light"/>
                <a:cs typeface="Helvetica Neue Light"/>
              </a:rPr>
              <a:t> </a:t>
            </a:r>
            <a:r>
              <a:rPr sz="4000" dirty="0">
                <a:solidFill>
                  <a:srgbClr val="5C5C5C"/>
                </a:solidFill>
                <a:latin typeface="Helvetica Neue Light"/>
                <a:cs typeface="Helvetica Neue Light"/>
              </a:rPr>
              <a:t>so</a:t>
            </a:r>
            <a:r>
              <a:rPr sz="4000" spc="-170" dirty="0">
                <a:solidFill>
                  <a:srgbClr val="5C5C5C"/>
                </a:solidFill>
                <a:latin typeface="Helvetica Neue Light"/>
                <a:cs typeface="Helvetica Neue Light"/>
              </a:rPr>
              <a:t> </a:t>
            </a:r>
            <a:r>
              <a:rPr sz="4000" spc="-25" dirty="0">
                <a:solidFill>
                  <a:srgbClr val="5C5C5C"/>
                </a:solidFill>
                <a:latin typeface="Helvetica Neue Light"/>
                <a:cs typeface="Helvetica Neue Light"/>
              </a:rPr>
              <a:t>on.</a:t>
            </a:r>
            <a:endParaRPr sz="4000">
              <a:latin typeface="Helvetica Neue Light"/>
              <a:cs typeface="Helvetica Neue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803400"/>
            <a:ext cx="13004800" cy="6769100"/>
          </a:xfrm>
          <a:prstGeom prst="rect">
            <a:avLst/>
          </a:prstGeom>
        </p:spPr>
      </p:pic>
      <p:sp>
        <p:nvSpPr>
          <p:cNvPr id="3" name="object 3"/>
          <p:cNvSpPr txBox="1">
            <a:spLocks noGrp="1"/>
          </p:cNvSpPr>
          <p:nvPr>
            <p:ph type="title"/>
          </p:nvPr>
        </p:nvSpPr>
        <p:spPr>
          <a:prstGeom prst="rect">
            <a:avLst/>
          </a:prstGeom>
        </p:spPr>
        <p:txBody>
          <a:bodyPr vert="horz" wrap="square" lIns="0" tIns="231647" rIns="0" bIns="0" rtlCol="0">
            <a:spAutoFit/>
          </a:bodyPr>
          <a:lstStyle/>
          <a:p>
            <a:pPr marL="3006725">
              <a:lnSpc>
                <a:spcPct val="100000"/>
              </a:lnSpc>
              <a:spcBef>
                <a:spcPts val="100"/>
              </a:spcBef>
            </a:pPr>
            <a:r>
              <a:rPr sz="5500" dirty="0"/>
              <a:t>The</a:t>
            </a:r>
            <a:r>
              <a:rPr sz="5500" spc="75" dirty="0"/>
              <a:t> </a:t>
            </a:r>
            <a:r>
              <a:rPr sz="5500" dirty="0"/>
              <a:t>Golden</a:t>
            </a:r>
            <a:r>
              <a:rPr sz="5500" spc="160" dirty="0"/>
              <a:t> </a:t>
            </a:r>
            <a:r>
              <a:rPr sz="5500" spc="-10" dirty="0"/>
              <a:t>Spiral</a:t>
            </a:r>
            <a:endParaRPr sz="5500"/>
          </a:p>
        </p:txBody>
      </p:sp>
      <p:sp>
        <p:nvSpPr>
          <p:cNvPr id="4" name="object 4"/>
          <p:cNvSpPr txBox="1"/>
          <p:nvPr/>
        </p:nvSpPr>
        <p:spPr>
          <a:xfrm>
            <a:off x="4412145" y="9119107"/>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3002895" cy="9753600"/>
            <a:chOff x="0" y="0"/>
            <a:chExt cx="13002895" cy="9753600"/>
          </a:xfrm>
        </p:grpSpPr>
        <p:pic>
          <p:nvPicPr>
            <p:cNvPr id="3" name="object 3"/>
            <p:cNvPicPr/>
            <p:nvPr/>
          </p:nvPicPr>
          <p:blipFill>
            <a:blip r:embed="rId2" cstate="print"/>
            <a:stretch>
              <a:fillRect/>
            </a:stretch>
          </p:blipFill>
          <p:spPr>
            <a:xfrm>
              <a:off x="0" y="0"/>
              <a:ext cx="8848227" cy="9753598"/>
            </a:xfrm>
            <a:prstGeom prst="rect">
              <a:avLst/>
            </a:prstGeom>
          </p:spPr>
        </p:pic>
        <p:pic>
          <p:nvPicPr>
            <p:cNvPr id="4" name="object 4"/>
            <p:cNvPicPr/>
            <p:nvPr/>
          </p:nvPicPr>
          <p:blipFill>
            <a:blip r:embed="rId3" cstate="print"/>
            <a:stretch>
              <a:fillRect/>
            </a:stretch>
          </p:blipFill>
          <p:spPr>
            <a:xfrm>
              <a:off x="8823959" y="0"/>
              <a:ext cx="4178806" cy="972311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3004800" cy="97535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706029"/>
            <a:ext cx="13004800" cy="63620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03004" y="186269"/>
            <a:ext cx="8924071" cy="6014350"/>
          </a:xfrm>
          <a:prstGeom prst="rect">
            <a:avLst/>
          </a:prstGeom>
        </p:spPr>
      </p:pic>
      <p:sp>
        <p:nvSpPr>
          <p:cNvPr id="3" name="object 3"/>
          <p:cNvSpPr txBox="1"/>
          <p:nvPr/>
        </p:nvSpPr>
        <p:spPr>
          <a:xfrm>
            <a:off x="1171333" y="6690868"/>
            <a:ext cx="10530840" cy="1732280"/>
          </a:xfrm>
          <a:prstGeom prst="rect">
            <a:avLst/>
          </a:prstGeom>
        </p:spPr>
        <p:txBody>
          <a:bodyPr vert="horz" wrap="square" lIns="0" tIns="5080" rIns="0" bIns="0" rtlCol="0">
            <a:spAutoFit/>
          </a:bodyPr>
          <a:lstStyle/>
          <a:p>
            <a:pPr marL="12700" marR="5080">
              <a:lnSpc>
                <a:spcPct val="102299"/>
              </a:lnSpc>
              <a:spcBef>
                <a:spcPts val="40"/>
              </a:spcBef>
            </a:pPr>
            <a:r>
              <a:rPr sz="2200" spc="-100" dirty="0">
                <a:latin typeface="Helvetica Neue"/>
                <a:cs typeface="Helvetica Neue"/>
              </a:rPr>
              <a:t>Volunteers</a:t>
            </a:r>
            <a:r>
              <a:rPr sz="2200" spc="-160" dirty="0">
                <a:latin typeface="Helvetica Neue"/>
                <a:cs typeface="Helvetica Neue"/>
              </a:rPr>
              <a:t> </a:t>
            </a:r>
            <a:r>
              <a:rPr sz="2200" dirty="0">
                <a:latin typeface="Helvetica Neue"/>
                <a:cs typeface="Helvetica Neue"/>
              </a:rPr>
              <a:t>with</a:t>
            </a:r>
            <a:r>
              <a:rPr sz="2200" spc="-155" dirty="0">
                <a:latin typeface="Helvetica Neue"/>
                <a:cs typeface="Helvetica Neue"/>
              </a:rPr>
              <a:t> </a:t>
            </a:r>
            <a:r>
              <a:rPr sz="2200" dirty="0">
                <a:latin typeface="Helvetica Neue"/>
                <a:cs typeface="Helvetica Neue"/>
              </a:rPr>
              <a:t>no</a:t>
            </a:r>
            <a:r>
              <a:rPr sz="2200" spc="-60" dirty="0">
                <a:latin typeface="Helvetica Neue"/>
                <a:cs typeface="Helvetica Neue"/>
              </a:rPr>
              <a:t> </a:t>
            </a:r>
            <a:r>
              <a:rPr sz="2200" spc="-25" dirty="0">
                <a:latin typeface="Helvetica Neue"/>
                <a:cs typeface="Helvetica Neue"/>
              </a:rPr>
              <a:t>background</a:t>
            </a:r>
            <a:r>
              <a:rPr sz="2200" spc="-75" dirty="0">
                <a:latin typeface="Helvetica Neue"/>
                <a:cs typeface="Helvetica Neue"/>
              </a:rPr>
              <a:t> </a:t>
            </a:r>
            <a:r>
              <a:rPr sz="2200" dirty="0">
                <a:latin typeface="Helvetica Neue"/>
                <a:cs typeface="Helvetica Neue"/>
              </a:rPr>
              <a:t>in</a:t>
            </a:r>
            <a:r>
              <a:rPr sz="2200" spc="-95" dirty="0">
                <a:latin typeface="Helvetica Neue"/>
                <a:cs typeface="Helvetica Neue"/>
              </a:rPr>
              <a:t> </a:t>
            </a:r>
            <a:r>
              <a:rPr sz="2200" dirty="0">
                <a:latin typeface="Helvetica Neue"/>
                <a:cs typeface="Helvetica Neue"/>
              </a:rPr>
              <a:t>art</a:t>
            </a:r>
            <a:r>
              <a:rPr sz="2200" spc="-75" dirty="0">
                <a:latin typeface="Helvetica Neue"/>
                <a:cs typeface="Helvetica Neue"/>
              </a:rPr>
              <a:t> </a:t>
            </a:r>
            <a:r>
              <a:rPr sz="2200" spc="-20" dirty="0">
                <a:latin typeface="Helvetica Neue"/>
                <a:cs typeface="Helvetica Neue"/>
              </a:rPr>
              <a:t>theory</a:t>
            </a:r>
            <a:r>
              <a:rPr sz="2200" spc="-85" dirty="0">
                <a:latin typeface="Helvetica Neue"/>
                <a:cs typeface="Helvetica Neue"/>
              </a:rPr>
              <a:t> </a:t>
            </a:r>
            <a:r>
              <a:rPr sz="2200" spc="-70" dirty="0">
                <a:latin typeface="Helvetica Neue"/>
                <a:cs typeface="Helvetica Neue"/>
              </a:rPr>
              <a:t>were</a:t>
            </a:r>
            <a:r>
              <a:rPr sz="2200" spc="-105" dirty="0">
                <a:latin typeface="Helvetica Neue"/>
                <a:cs typeface="Helvetica Neue"/>
              </a:rPr>
              <a:t> </a:t>
            </a:r>
            <a:r>
              <a:rPr sz="2200" spc="-10" dirty="0">
                <a:latin typeface="Helvetica Neue"/>
                <a:cs typeface="Helvetica Neue"/>
              </a:rPr>
              <a:t>shown</a:t>
            </a:r>
            <a:r>
              <a:rPr sz="2200" spc="-70" dirty="0">
                <a:latin typeface="Helvetica Neue"/>
                <a:cs typeface="Helvetica Neue"/>
              </a:rPr>
              <a:t> </a:t>
            </a:r>
            <a:r>
              <a:rPr sz="2200" dirty="0">
                <a:latin typeface="Helvetica Neue"/>
                <a:cs typeface="Helvetica Neue"/>
              </a:rPr>
              <a:t>an</a:t>
            </a:r>
            <a:r>
              <a:rPr sz="2200" spc="-85" dirty="0">
                <a:latin typeface="Helvetica Neue"/>
                <a:cs typeface="Helvetica Neue"/>
              </a:rPr>
              <a:t> </a:t>
            </a:r>
            <a:r>
              <a:rPr sz="2200" spc="-50" dirty="0">
                <a:latin typeface="Helvetica Neue"/>
                <a:cs typeface="Helvetica Neue"/>
              </a:rPr>
              <a:t>original</a:t>
            </a:r>
            <a:r>
              <a:rPr sz="2200" spc="-105" dirty="0">
                <a:latin typeface="Helvetica Neue"/>
                <a:cs typeface="Helvetica Neue"/>
              </a:rPr>
              <a:t> </a:t>
            </a:r>
            <a:r>
              <a:rPr sz="2200" spc="-55" dirty="0">
                <a:latin typeface="Helvetica Neue"/>
                <a:cs typeface="Helvetica Neue"/>
              </a:rPr>
              <a:t>image</a:t>
            </a:r>
            <a:r>
              <a:rPr sz="2200" spc="-100" dirty="0">
                <a:latin typeface="Helvetica Neue"/>
                <a:cs typeface="Helvetica Neue"/>
              </a:rPr>
              <a:t> </a:t>
            </a:r>
            <a:r>
              <a:rPr sz="2200" dirty="0">
                <a:latin typeface="Helvetica Neue"/>
                <a:cs typeface="Helvetica Neue"/>
              </a:rPr>
              <a:t>of</a:t>
            </a:r>
            <a:r>
              <a:rPr sz="2200" spc="-65" dirty="0">
                <a:latin typeface="Helvetica Neue"/>
                <a:cs typeface="Helvetica Neue"/>
              </a:rPr>
              <a:t> </a:t>
            </a:r>
            <a:r>
              <a:rPr sz="2200" spc="-50" dirty="0">
                <a:latin typeface="Helvetica Neue"/>
                <a:cs typeface="Helvetica Neue"/>
              </a:rPr>
              <a:t>a </a:t>
            </a:r>
            <a:r>
              <a:rPr sz="2200" spc="-40" dirty="0">
                <a:latin typeface="Helvetica Neue"/>
                <a:cs typeface="Helvetica Neue"/>
              </a:rPr>
              <a:t>sculpture,</a:t>
            </a:r>
            <a:r>
              <a:rPr sz="2200" spc="-80" dirty="0">
                <a:latin typeface="Helvetica Neue"/>
                <a:cs typeface="Helvetica Neue"/>
              </a:rPr>
              <a:t> </a:t>
            </a:r>
            <a:r>
              <a:rPr sz="2200" spc="-50" dirty="0">
                <a:latin typeface="Helvetica Neue"/>
                <a:cs typeface="Helvetica Neue"/>
              </a:rPr>
              <a:t>Doryphoros</a:t>
            </a:r>
            <a:r>
              <a:rPr sz="2200" spc="-100" dirty="0">
                <a:latin typeface="Helvetica Neue"/>
                <a:cs typeface="Helvetica Neue"/>
              </a:rPr>
              <a:t> </a:t>
            </a:r>
            <a:r>
              <a:rPr sz="2200" dirty="0">
                <a:latin typeface="Helvetica Neue"/>
                <a:cs typeface="Helvetica Neue"/>
              </a:rPr>
              <a:t>by</a:t>
            </a:r>
            <a:r>
              <a:rPr sz="2200" spc="-55" dirty="0">
                <a:latin typeface="Helvetica Neue"/>
                <a:cs typeface="Helvetica Neue"/>
              </a:rPr>
              <a:t> </a:t>
            </a:r>
            <a:r>
              <a:rPr sz="2200" spc="-50" dirty="0">
                <a:latin typeface="Helvetica Neue"/>
                <a:cs typeface="Helvetica Neue"/>
              </a:rPr>
              <a:t>Polykleitos</a:t>
            </a:r>
            <a:r>
              <a:rPr sz="2200" spc="-125" dirty="0">
                <a:latin typeface="Helvetica Neue"/>
                <a:cs typeface="Helvetica Neue"/>
              </a:rPr>
              <a:t> </a:t>
            </a:r>
            <a:r>
              <a:rPr sz="2200" spc="-70" dirty="0">
                <a:latin typeface="Helvetica Neue"/>
                <a:cs typeface="Helvetica Neue"/>
              </a:rPr>
              <a:t>(center)</a:t>
            </a:r>
            <a:r>
              <a:rPr sz="2200" spc="-190" dirty="0">
                <a:latin typeface="Helvetica Neue"/>
                <a:cs typeface="Helvetica Neue"/>
              </a:rPr>
              <a:t> </a:t>
            </a:r>
            <a:r>
              <a:rPr sz="2200" spc="-30" dirty="0">
                <a:latin typeface="Helvetica Neue"/>
                <a:cs typeface="Helvetica Neue"/>
              </a:rPr>
              <a:t>as</a:t>
            </a:r>
            <a:r>
              <a:rPr sz="2200" spc="-155" dirty="0">
                <a:latin typeface="Helvetica Neue"/>
                <a:cs typeface="Helvetica Neue"/>
              </a:rPr>
              <a:t> </a:t>
            </a:r>
            <a:r>
              <a:rPr sz="2200" spc="-50" dirty="0">
                <a:latin typeface="Helvetica Neue"/>
                <a:cs typeface="Helvetica Neue"/>
              </a:rPr>
              <a:t>well</a:t>
            </a:r>
            <a:r>
              <a:rPr sz="2200" spc="-150" dirty="0">
                <a:latin typeface="Helvetica Neue"/>
                <a:cs typeface="Helvetica Neue"/>
              </a:rPr>
              <a:t> </a:t>
            </a:r>
            <a:r>
              <a:rPr sz="2200" spc="-30" dirty="0">
                <a:latin typeface="Helvetica Neue"/>
                <a:cs typeface="Helvetica Neue"/>
              </a:rPr>
              <a:t>as</a:t>
            </a:r>
            <a:r>
              <a:rPr sz="2200" spc="-150" dirty="0">
                <a:latin typeface="Helvetica Neue"/>
                <a:cs typeface="Helvetica Neue"/>
              </a:rPr>
              <a:t> </a:t>
            </a:r>
            <a:r>
              <a:rPr sz="2200" spc="-10" dirty="0">
                <a:latin typeface="Helvetica Neue"/>
                <a:cs typeface="Helvetica Neue"/>
              </a:rPr>
              <a:t>distorted</a:t>
            </a:r>
            <a:r>
              <a:rPr sz="2200" spc="-45" dirty="0">
                <a:latin typeface="Helvetica Neue"/>
                <a:cs typeface="Helvetica Neue"/>
              </a:rPr>
              <a:t> </a:t>
            </a:r>
            <a:r>
              <a:rPr sz="2200" spc="-60" dirty="0">
                <a:latin typeface="Helvetica Neue"/>
                <a:cs typeface="Helvetica Neue"/>
              </a:rPr>
              <a:t>versions</a:t>
            </a:r>
            <a:r>
              <a:rPr sz="2200" spc="-165" dirty="0">
                <a:latin typeface="Helvetica Neue"/>
                <a:cs typeface="Helvetica Neue"/>
              </a:rPr>
              <a:t> </a:t>
            </a:r>
            <a:r>
              <a:rPr sz="2200" spc="-60" dirty="0">
                <a:latin typeface="Helvetica Neue"/>
                <a:cs typeface="Helvetica Neue"/>
              </a:rPr>
              <a:t>(left</a:t>
            </a:r>
            <a:r>
              <a:rPr sz="2200" spc="-210" dirty="0">
                <a:latin typeface="Helvetica Neue"/>
                <a:cs typeface="Helvetica Neue"/>
              </a:rPr>
              <a:t> </a:t>
            </a:r>
            <a:r>
              <a:rPr sz="2200" dirty="0">
                <a:latin typeface="Helvetica Neue"/>
                <a:cs typeface="Helvetica Neue"/>
              </a:rPr>
              <a:t>and</a:t>
            </a:r>
            <a:r>
              <a:rPr sz="2200" spc="-80" dirty="0">
                <a:latin typeface="Helvetica Neue"/>
                <a:cs typeface="Helvetica Neue"/>
              </a:rPr>
              <a:t> </a:t>
            </a:r>
            <a:r>
              <a:rPr sz="2200" spc="-10" dirty="0">
                <a:latin typeface="Helvetica Neue"/>
                <a:cs typeface="Helvetica Neue"/>
              </a:rPr>
              <a:t>right). </a:t>
            </a:r>
            <a:r>
              <a:rPr sz="2200" spc="-60" dirty="0">
                <a:latin typeface="Helvetica Neue"/>
                <a:cs typeface="Helvetica Neue"/>
              </a:rPr>
              <a:t>The</a:t>
            </a:r>
            <a:r>
              <a:rPr sz="2200" spc="-220" dirty="0">
                <a:latin typeface="Helvetica Neue"/>
                <a:cs typeface="Helvetica Neue"/>
              </a:rPr>
              <a:t> </a:t>
            </a:r>
            <a:r>
              <a:rPr sz="2200" spc="-55" dirty="0">
                <a:latin typeface="Helvetica Neue"/>
                <a:cs typeface="Helvetica Neue"/>
              </a:rPr>
              <a:t>original</a:t>
            </a:r>
            <a:r>
              <a:rPr sz="2200" spc="-165" dirty="0">
                <a:latin typeface="Helvetica Neue"/>
                <a:cs typeface="Helvetica Neue"/>
              </a:rPr>
              <a:t> </a:t>
            </a:r>
            <a:r>
              <a:rPr sz="2200" spc="-25" dirty="0">
                <a:latin typeface="Helvetica Neue"/>
                <a:cs typeface="Helvetica Neue"/>
              </a:rPr>
              <a:t>obeys</a:t>
            </a:r>
            <a:r>
              <a:rPr sz="2200" spc="-120" dirty="0">
                <a:latin typeface="Helvetica Neue"/>
                <a:cs typeface="Helvetica Neue"/>
              </a:rPr>
              <a:t> </a:t>
            </a:r>
            <a:r>
              <a:rPr sz="2200" dirty="0">
                <a:latin typeface="Helvetica Neue"/>
                <a:cs typeface="Helvetica Neue"/>
              </a:rPr>
              <a:t>the</a:t>
            </a:r>
            <a:r>
              <a:rPr sz="2200" spc="-80" dirty="0">
                <a:latin typeface="Helvetica Neue"/>
                <a:cs typeface="Helvetica Neue"/>
              </a:rPr>
              <a:t> </a:t>
            </a:r>
            <a:r>
              <a:rPr sz="2200" spc="-30" dirty="0">
                <a:latin typeface="Helvetica Neue"/>
                <a:cs typeface="Helvetica Neue"/>
              </a:rPr>
              <a:t>golden</a:t>
            </a:r>
            <a:r>
              <a:rPr sz="2200" spc="-95" dirty="0">
                <a:latin typeface="Helvetica Neue"/>
                <a:cs typeface="Helvetica Neue"/>
              </a:rPr>
              <a:t> </a:t>
            </a:r>
            <a:r>
              <a:rPr sz="2200" spc="-30" dirty="0">
                <a:latin typeface="Helvetica Neue"/>
                <a:cs typeface="Helvetica Neue"/>
              </a:rPr>
              <a:t>ratio,</a:t>
            </a:r>
            <a:r>
              <a:rPr sz="2200" spc="-90" dirty="0">
                <a:latin typeface="Helvetica Neue"/>
                <a:cs typeface="Helvetica Neue"/>
              </a:rPr>
              <a:t> </a:t>
            </a:r>
            <a:r>
              <a:rPr sz="2200" dirty="0">
                <a:latin typeface="Helvetica Neue"/>
                <a:cs typeface="Helvetica Neue"/>
              </a:rPr>
              <a:t>the</a:t>
            </a:r>
            <a:r>
              <a:rPr sz="2200" spc="-75" dirty="0">
                <a:latin typeface="Helvetica Neue"/>
                <a:cs typeface="Helvetica Neue"/>
              </a:rPr>
              <a:t> </a:t>
            </a:r>
            <a:r>
              <a:rPr sz="2200" spc="-55" dirty="0">
                <a:latin typeface="Helvetica Neue"/>
                <a:cs typeface="Helvetica Neue"/>
              </a:rPr>
              <a:t>original</a:t>
            </a:r>
            <a:r>
              <a:rPr sz="2200" spc="-165" dirty="0">
                <a:latin typeface="Helvetica Neue"/>
                <a:cs typeface="Helvetica Neue"/>
              </a:rPr>
              <a:t> </a:t>
            </a:r>
            <a:r>
              <a:rPr sz="2200" spc="-35" dirty="0">
                <a:latin typeface="Helvetica Neue"/>
                <a:cs typeface="Helvetica Neue"/>
              </a:rPr>
              <a:t>activated</a:t>
            </a:r>
            <a:r>
              <a:rPr sz="2200" spc="-105" dirty="0">
                <a:latin typeface="Helvetica Neue"/>
                <a:cs typeface="Helvetica Neue"/>
              </a:rPr>
              <a:t> </a:t>
            </a:r>
            <a:r>
              <a:rPr sz="2200" spc="-35" dirty="0">
                <a:latin typeface="Helvetica Neue"/>
                <a:cs typeface="Helvetica Neue"/>
              </a:rPr>
              <a:t>certain</a:t>
            </a:r>
            <a:r>
              <a:rPr sz="2200" spc="-100" dirty="0">
                <a:latin typeface="Helvetica Neue"/>
                <a:cs typeface="Helvetica Neue"/>
              </a:rPr>
              <a:t> </a:t>
            </a:r>
            <a:r>
              <a:rPr sz="2200" spc="-25" dirty="0">
                <a:latin typeface="Helvetica Neue"/>
                <a:cs typeface="Helvetica Neue"/>
              </a:rPr>
              <a:t>sets</a:t>
            </a:r>
            <a:r>
              <a:rPr sz="2200" spc="-110" dirty="0">
                <a:latin typeface="Helvetica Neue"/>
                <a:cs typeface="Helvetica Neue"/>
              </a:rPr>
              <a:t> </a:t>
            </a:r>
            <a:r>
              <a:rPr sz="2200" dirty="0">
                <a:latin typeface="Helvetica Neue"/>
                <a:cs typeface="Helvetica Neue"/>
              </a:rPr>
              <a:t>of</a:t>
            </a:r>
            <a:r>
              <a:rPr sz="2200" spc="-80" dirty="0">
                <a:latin typeface="Helvetica Neue"/>
                <a:cs typeface="Helvetica Neue"/>
              </a:rPr>
              <a:t> </a:t>
            </a:r>
            <a:r>
              <a:rPr sz="2200" spc="-45" dirty="0">
                <a:latin typeface="Helvetica Neue"/>
                <a:cs typeface="Helvetica Neue"/>
              </a:rPr>
              <a:t>brain</a:t>
            </a:r>
            <a:r>
              <a:rPr sz="2200" spc="-130" dirty="0">
                <a:latin typeface="Helvetica Neue"/>
                <a:cs typeface="Helvetica Neue"/>
              </a:rPr>
              <a:t> </a:t>
            </a:r>
            <a:r>
              <a:rPr sz="2200" spc="-45" dirty="0">
                <a:latin typeface="Helvetica Neue"/>
                <a:cs typeface="Helvetica Neue"/>
              </a:rPr>
              <a:t>cells</a:t>
            </a:r>
            <a:r>
              <a:rPr sz="2200" spc="-140" dirty="0">
                <a:latin typeface="Helvetica Neue"/>
                <a:cs typeface="Helvetica Neue"/>
              </a:rPr>
              <a:t> </a:t>
            </a:r>
            <a:r>
              <a:rPr sz="2200" spc="-20" dirty="0">
                <a:latin typeface="Helvetica Neue"/>
                <a:cs typeface="Helvetica Neue"/>
              </a:rPr>
              <a:t>more </a:t>
            </a:r>
            <a:r>
              <a:rPr sz="2200" spc="-10" dirty="0">
                <a:latin typeface="Helvetica Neue"/>
                <a:cs typeface="Helvetica Neue"/>
              </a:rPr>
              <a:t>than</a:t>
            </a:r>
            <a:r>
              <a:rPr sz="2200" spc="-130" dirty="0">
                <a:latin typeface="Helvetica Neue"/>
                <a:cs typeface="Helvetica Neue"/>
              </a:rPr>
              <a:t> </a:t>
            </a:r>
            <a:r>
              <a:rPr sz="2200" dirty="0">
                <a:latin typeface="Helvetica Neue"/>
                <a:cs typeface="Helvetica Neue"/>
              </a:rPr>
              <a:t>the</a:t>
            </a:r>
            <a:r>
              <a:rPr sz="2200" spc="-85" dirty="0">
                <a:latin typeface="Helvetica Neue"/>
                <a:cs typeface="Helvetica Neue"/>
              </a:rPr>
              <a:t> </a:t>
            </a:r>
            <a:r>
              <a:rPr sz="2200" spc="-10" dirty="0">
                <a:latin typeface="Helvetica Neue"/>
                <a:cs typeface="Helvetica Neue"/>
              </a:rPr>
              <a:t>distorted</a:t>
            </a:r>
            <a:r>
              <a:rPr sz="2200" spc="-80" dirty="0">
                <a:latin typeface="Helvetica Neue"/>
                <a:cs typeface="Helvetica Neue"/>
              </a:rPr>
              <a:t> </a:t>
            </a:r>
            <a:r>
              <a:rPr sz="2200" spc="-55" dirty="0">
                <a:latin typeface="Helvetica Neue"/>
                <a:cs typeface="Helvetica Neue"/>
              </a:rPr>
              <a:t>versions,</a:t>
            </a:r>
            <a:r>
              <a:rPr sz="2200" spc="-95" dirty="0">
                <a:latin typeface="Helvetica Neue"/>
                <a:cs typeface="Helvetica Neue"/>
              </a:rPr>
              <a:t> </a:t>
            </a:r>
            <a:r>
              <a:rPr sz="2200" spc="-35" dirty="0">
                <a:latin typeface="Helvetica Neue"/>
                <a:cs typeface="Helvetica Neue"/>
              </a:rPr>
              <a:t>suggesting</a:t>
            </a:r>
            <a:r>
              <a:rPr sz="2200" spc="-105" dirty="0">
                <a:latin typeface="Helvetica Neue"/>
                <a:cs typeface="Helvetica Neue"/>
              </a:rPr>
              <a:t> </a:t>
            </a:r>
            <a:r>
              <a:rPr sz="2200" dirty="0">
                <a:latin typeface="Helvetica Neue"/>
                <a:cs typeface="Helvetica Neue"/>
              </a:rPr>
              <a:t>the</a:t>
            </a:r>
            <a:r>
              <a:rPr sz="2200" spc="-80" dirty="0">
                <a:latin typeface="Helvetica Neue"/>
                <a:cs typeface="Helvetica Neue"/>
              </a:rPr>
              <a:t> </a:t>
            </a:r>
            <a:r>
              <a:rPr sz="2200" spc="-35" dirty="0">
                <a:latin typeface="Helvetica Neue"/>
                <a:cs typeface="Helvetica Neue"/>
              </a:rPr>
              <a:t>brain</a:t>
            </a:r>
            <a:r>
              <a:rPr sz="2200" spc="-114" dirty="0">
                <a:latin typeface="Helvetica Neue"/>
                <a:cs typeface="Helvetica Neue"/>
              </a:rPr>
              <a:t> </a:t>
            </a:r>
            <a:r>
              <a:rPr sz="2200" spc="-30" dirty="0">
                <a:latin typeface="Helvetica Neue"/>
                <a:cs typeface="Helvetica Neue"/>
              </a:rPr>
              <a:t>judges</a:t>
            </a:r>
            <a:r>
              <a:rPr sz="2200" spc="-105" dirty="0">
                <a:latin typeface="Helvetica Neue"/>
                <a:cs typeface="Helvetica Neue"/>
              </a:rPr>
              <a:t> </a:t>
            </a:r>
            <a:r>
              <a:rPr sz="2200" spc="-30" dirty="0">
                <a:latin typeface="Helvetica Neue"/>
                <a:cs typeface="Helvetica Neue"/>
              </a:rPr>
              <a:t>beauty</a:t>
            </a:r>
            <a:r>
              <a:rPr sz="2200" spc="-105" dirty="0">
                <a:latin typeface="Helvetica Neue"/>
                <a:cs typeface="Helvetica Neue"/>
              </a:rPr>
              <a:t> </a:t>
            </a:r>
            <a:r>
              <a:rPr sz="2200" dirty="0">
                <a:latin typeface="Helvetica Neue"/>
                <a:cs typeface="Helvetica Neue"/>
              </a:rPr>
              <a:t>by</a:t>
            </a:r>
            <a:r>
              <a:rPr sz="2200" spc="-70" dirty="0">
                <a:latin typeface="Helvetica Neue"/>
                <a:cs typeface="Helvetica Neue"/>
              </a:rPr>
              <a:t> </a:t>
            </a:r>
            <a:r>
              <a:rPr sz="2200" dirty="0">
                <a:latin typeface="Helvetica Neue"/>
                <a:cs typeface="Helvetica Neue"/>
              </a:rPr>
              <a:t>at</a:t>
            </a:r>
            <a:r>
              <a:rPr sz="2200" spc="-65" dirty="0">
                <a:latin typeface="Helvetica Neue"/>
                <a:cs typeface="Helvetica Neue"/>
              </a:rPr>
              <a:t> </a:t>
            </a:r>
            <a:r>
              <a:rPr sz="2200" spc="-40" dirty="0">
                <a:latin typeface="Helvetica Neue"/>
                <a:cs typeface="Helvetica Neue"/>
              </a:rPr>
              <a:t>least</a:t>
            </a:r>
            <a:r>
              <a:rPr sz="2200" spc="-114" dirty="0">
                <a:latin typeface="Helvetica Neue"/>
                <a:cs typeface="Helvetica Neue"/>
              </a:rPr>
              <a:t> </a:t>
            </a:r>
            <a:r>
              <a:rPr sz="2200" spc="-30" dirty="0">
                <a:latin typeface="Helvetica Neue"/>
                <a:cs typeface="Helvetica Neue"/>
              </a:rPr>
              <a:t>partly</a:t>
            </a:r>
            <a:r>
              <a:rPr sz="2200" spc="-110" dirty="0">
                <a:latin typeface="Helvetica Neue"/>
                <a:cs typeface="Helvetica Neue"/>
              </a:rPr>
              <a:t> </a:t>
            </a:r>
            <a:r>
              <a:rPr sz="2200" spc="-10" dirty="0">
                <a:latin typeface="Helvetica Neue"/>
                <a:cs typeface="Helvetica Neue"/>
              </a:rPr>
              <a:t>hard- </a:t>
            </a:r>
            <a:r>
              <a:rPr sz="2200" spc="-50" dirty="0">
                <a:latin typeface="Helvetica Neue"/>
                <a:cs typeface="Helvetica Neue"/>
              </a:rPr>
              <a:t>wired</a:t>
            </a:r>
            <a:r>
              <a:rPr sz="2200" spc="-70" dirty="0">
                <a:latin typeface="Helvetica Neue"/>
                <a:cs typeface="Helvetica Neue"/>
              </a:rPr>
              <a:t> </a:t>
            </a:r>
            <a:r>
              <a:rPr sz="2200" spc="-10" dirty="0">
                <a:latin typeface="Helvetica Neue"/>
                <a:cs typeface="Helvetica Neue"/>
              </a:rPr>
              <a:t>standards.</a:t>
            </a:r>
            <a:endParaRPr sz="2200">
              <a:latin typeface="Helvetica Neue"/>
              <a:cs typeface="Helvetica Neue"/>
            </a:endParaRPr>
          </a:p>
        </p:txBody>
      </p:sp>
      <p:sp>
        <p:nvSpPr>
          <p:cNvPr id="4" name="object 4"/>
          <p:cNvSpPr txBox="1"/>
          <p:nvPr/>
        </p:nvSpPr>
        <p:spPr>
          <a:xfrm>
            <a:off x="3480638" y="9082531"/>
            <a:ext cx="5374640" cy="208279"/>
          </a:xfrm>
          <a:prstGeom prst="rect">
            <a:avLst/>
          </a:prstGeom>
        </p:spPr>
        <p:txBody>
          <a:bodyPr vert="horz" wrap="square" lIns="0" tIns="12700" rIns="0" bIns="0" rtlCol="0">
            <a:spAutoFit/>
          </a:bodyPr>
          <a:lstStyle/>
          <a:p>
            <a:pPr marL="12700">
              <a:lnSpc>
                <a:spcPct val="100000"/>
              </a:lnSpc>
              <a:spcBef>
                <a:spcPts val="100"/>
              </a:spcBef>
            </a:pPr>
            <a:r>
              <a:rPr sz="1200" u="sng" spc="-25" dirty="0">
                <a:uFill>
                  <a:solidFill>
                    <a:srgbClr val="000000"/>
                  </a:solidFill>
                </a:uFill>
                <a:latin typeface="Arial"/>
                <a:cs typeface="Arial"/>
                <a:hlinkClick r:id="rId3"/>
              </a:rPr>
              <a:t>http://www.livescience.com/7389-</a:t>
            </a:r>
            <a:r>
              <a:rPr sz="1200" u="sng" spc="-20" dirty="0">
                <a:uFill>
                  <a:solidFill>
                    <a:srgbClr val="000000"/>
                  </a:solidFill>
                </a:uFill>
                <a:latin typeface="Arial"/>
                <a:cs typeface="Arial"/>
                <a:hlinkClick r:id="rId3"/>
              </a:rPr>
              <a:t>sense-beauty-partly-</a:t>
            </a:r>
            <a:r>
              <a:rPr sz="1200" u="sng" spc="-25" dirty="0">
                <a:uFill>
                  <a:solidFill>
                    <a:srgbClr val="000000"/>
                  </a:solidFill>
                </a:uFill>
                <a:latin typeface="Arial"/>
                <a:cs typeface="Arial"/>
                <a:hlinkClick r:id="rId3"/>
              </a:rPr>
              <a:t>innate-</a:t>
            </a:r>
            <a:r>
              <a:rPr sz="1200" u="sng" spc="-20" dirty="0">
                <a:uFill>
                  <a:solidFill>
                    <a:srgbClr val="000000"/>
                  </a:solidFill>
                </a:uFill>
                <a:latin typeface="Arial"/>
                <a:cs typeface="Arial"/>
                <a:hlinkClick r:id="rId3"/>
              </a:rPr>
              <a:t>study-</a:t>
            </a:r>
            <a:r>
              <a:rPr sz="1200" u="sng" spc="-10" dirty="0">
                <a:uFill>
                  <a:solidFill>
                    <a:srgbClr val="000000"/>
                  </a:solidFill>
                </a:uFill>
                <a:latin typeface="Arial"/>
                <a:cs typeface="Arial"/>
                <a:hlinkClick r:id="rId3"/>
              </a:rPr>
              <a:t>suggests.html</a:t>
            </a:r>
            <a:endParaRPr sz="12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807972"/>
            <a:ext cx="13004800" cy="8138159"/>
            <a:chOff x="0" y="807972"/>
            <a:chExt cx="13004800" cy="8138159"/>
          </a:xfrm>
        </p:grpSpPr>
        <p:sp>
          <p:nvSpPr>
            <p:cNvPr id="3" name="object 3"/>
            <p:cNvSpPr/>
            <p:nvPr/>
          </p:nvSpPr>
          <p:spPr>
            <a:xfrm>
              <a:off x="647700" y="1974849"/>
              <a:ext cx="11709400" cy="0"/>
            </a:xfrm>
            <a:custGeom>
              <a:avLst/>
              <a:gdLst/>
              <a:ahLst/>
              <a:cxnLst/>
              <a:rect l="l" t="t" r="r" b="b"/>
              <a:pathLst>
                <a:path w="11709400">
                  <a:moveTo>
                    <a:pt x="0" y="0"/>
                  </a:moveTo>
                  <a:lnTo>
                    <a:pt x="11709400" y="0"/>
                  </a:lnTo>
                </a:path>
              </a:pathLst>
            </a:custGeom>
            <a:ln w="12700">
              <a:solidFill>
                <a:srgbClr val="9A9A9A"/>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807972"/>
              <a:ext cx="13004800" cy="8137650"/>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7632" y="47243"/>
            <a:ext cx="11560810" cy="1244600"/>
          </a:xfrm>
          <a:prstGeom prst="rect">
            <a:avLst/>
          </a:prstGeom>
        </p:spPr>
        <p:txBody>
          <a:bodyPr vert="horz" wrap="square" lIns="0" tIns="12700" rIns="0" bIns="0" rtlCol="0">
            <a:spAutoFit/>
          </a:bodyPr>
          <a:lstStyle/>
          <a:p>
            <a:pPr marL="12700" marR="5080">
              <a:lnSpc>
                <a:spcPct val="153800"/>
              </a:lnSpc>
              <a:spcBef>
                <a:spcPts val="100"/>
              </a:spcBef>
              <a:tabLst>
                <a:tab pos="10647680" algn="l"/>
              </a:tabLst>
            </a:pPr>
            <a:r>
              <a:rPr sz="2600" spc="-50" dirty="0">
                <a:solidFill>
                  <a:srgbClr val="747474"/>
                </a:solidFill>
              </a:rPr>
              <a:t>Break</a:t>
            </a:r>
            <a:r>
              <a:rPr sz="2600" spc="-165" dirty="0">
                <a:solidFill>
                  <a:srgbClr val="747474"/>
                </a:solidFill>
              </a:rPr>
              <a:t> </a:t>
            </a:r>
            <a:r>
              <a:rPr sz="2600" spc="-20" dirty="0">
                <a:solidFill>
                  <a:srgbClr val="747474"/>
                </a:solidFill>
              </a:rPr>
              <a:t>a</a:t>
            </a:r>
            <a:r>
              <a:rPr sz="2600" spc="-190" dirty="0">
                <a:solidFill>
                  <a:srgbClr val="747474"/>
                </a:solidFill>
              </a:rPr>
              <a:t> </a:t>
            </a:r>
            <a:r>
              <a:rPr sz="2600" spc="-50" dirty="0">
                <a:solidFill>
                  <a:srgbClr val="747474"/>
                </a:solidFill>
              </a:rPr>
              <a:t>layout</a:t>
            </a:r>
            <a:r>
              <a:rPr sz="2600" spc="-140" dirty="0">
                <a:solidFill>
                  <a:srgbClr val="747474"/>
                </a:solidFill>
              </a:rPr>
              <a:t> </a:t>
            </a:r>
            <a:r>
              <a:rPr sz="2600" dirty="0">
                <a:solidFill>
                  <a:srgbClr val="747474"/>
                </a:solidFill>
              </a:rPr>
              <a:t>into</a:t>
            </a:r>
            <a:r>
              <a:rPr sz="2600" spc="-125" dirty="0">
                <a:solidFill>
                  <a:srgbClr val="747474"/>
                </a:solidFill>
              </a:rPr>
              <a:t> </a:t>
            </a:r>
            <a:r>
              <a:rPr sz="2600" dirty="0">
                <a:solidFill>
                  <a:srgbClr val="747474"/>
                </a:solidFill>
              </a:rPr>
              <a:t>two</a:t>
            </a:r>
            <a:r>
              <a:rPr sz="2600" spc="70" dirty="0">
                <a:solidFill>
                  <a:srgbClr val="747474"/>
                </a:solidFill>
              </a:rPr>
              <a:t> </a:t>
            </a:r>
            <a:r>
              <a:rPr sz="2600" spc="-30" dirty="0">
                <a:solidFill>
                  <a:srgbClr val="747474"/>
                </a:solidFill>
              </a:rPr>
              <a:t>columns</a:t>
            </a:r>
            <a:r>
              <a:rPr sz="2600" spc="-105" dirty="0">
                <a:solidFill>
                  <a:srgbClr val="747474"/>
                </a:solidFill>
              </a:rPr>
              <a:t> </a:t>
            </a:r>
            <a:r>
              <a:rPr sz="2600" spc="-50" dirty="0">
                <a:solidFill>
                  <a:srgbClr val="747474"/>
                </a:solidFill>
              </a:rPr>
              <a:t>using</a:t>
            </a:r>
            <a:r>
              <a:rPr sz="2600" spc="-135" dirty="0">
                <a:solidFill>
                  <a:srgbClr val="747474"/>
                </a:solidFill>
              </a:rPr>
              <a:t> </a:t>
            </a:r>
            <a:r>
              <a:rPr sz="2600" dirty="0">
                <a:solidFill>
                  <a:srgbClr val="747474"/>
                </a:solidFill>
              </a:rPr>
              <a:t>the</a:t>
            </a:r>
            <a:r>
              <a:rPr sz="2600" spc="-90" dirty="0">
                <a:solidFill>
                  <a:srgbClr val="747474"/>
                </a:solidFill>
              </a:rPr>
              <a:t> </a:t>
            </a:r>
            <a:r>
              <a:rPr sz="2600" spc="-60" dirty="0">
                <a:solidFill>
                  <a:srgbClr val="747474"/>
                </a:solidFill>
              </a:rPr>
              <a:t>Golden</a:t>
            </a:r>
            <a:r>
              <a:rPr sz="2600" spc="-135" dirty="0">
                <a:solidFill>
                  <a:srgbClr val="747474"/>
                </a:solidFill>
              </a:rPr>
              <a:t> </a:t>
            </a:r>
            <a:r>
              <a:rPr sz="2600" spc="-50" dirty="0">
                <a:solidFill>
                  <a:srgbClr val="747474"/>
                </a:solidFill>
              </a:rPr>
              <a:t>Ratio.</a:t>
            </a:r>
            <a:r>
              <a:rPr sz="2600" spc="-140" dirty="0">
                <a:solidFill>
                  <a:srgbClr val="747474"/>
                </a:solidFill>
              </a:rPr>
              <a:t> </a:t>
            </a:r>
            <a:r>
              <a:rPr sz="2600" spc="-50" dirty="0">
                <a:solidFill>
                  <a:srgbClr val="747474"/>
                </a:solidFill>
              </a:rPr>
              <a:t>Working</a:t>
            </a:r>
            <a:r>
              <a:rPr sz="2600" spc="-140" dirty="0">
                <a:solidFill>
                  <a:srgbClr val="747474"/>
                </a:solidFill>
              </a:rPr>
              <a:t> </a:t>
            </a:r>
            <a:r>
              <a:rPr sz="2600" spc="-30" dirty="0">
                <a:solidFill>
                  <a:srgbClr val="747474"/>
                </a:solidFill>
              </a:rPr>
              <a:t>within</a:t>
            </a:r>
            <a:r>
              <a:rPr sz="2600" spc="-110" dirty="0">
                <a:solidFill>
                  <a:srgbClr val="747474"/>
                </a:solidFill>
              </a:rPr>
              <a:t> </a:t>
            </a:r>
            <a:r>
              <a:rPr sz="2600" spc="-50" dirty="0">
                <a:solidFill>
                  <a:srgbClr val="747474"/>
                </a:solidFill>
              </a:rPr>
              <a:t>these</a:t>
            </a:r>
            <a:r>
              <a:rPr sz="2600" spc="-130" dirty="0">
                <a:solidFill>
                  <a:srgbClr val="747474"/>
                </a:solidFill>
              </a:rPr>
              <a:t> </a:t>
            </a:r>
            <a:r>
              <a:rPr sz="2600" spc="-25" dirty="0">
                <a:solidFill>
                  <a:srgbClr val="747474"/>
                </a:solidFill>
              </a:rPr>
              <a:t>two </a:t>
            </a:r>
            <a:r>
              <a:rPr sz="2600" spc="-45" dirty="0">
                <a:solidFill>
                  <a:srgbClr val="747474"/>
                </a:solidFill>
              </a:rPr>
              <a:t>shapes</a:t>
            </a:r>
            <a:r>
              <a:rPr sz="2600" spc="-140" dirty="0">
                <a:solidFill>
                  <a:srgbClr val="747474"/>
                </a:solidFill>
              </a:rPr>
              <a:t> </a:t>
            </a:r>
            <a:r>
              <a:rPr sz="2600" spc="-25" dirty="0">
                <a:solidFill>
                  <a:srgbClr val="747474"/>
                </a:solidFill>
              </a:rPr>
              <a:t>your</a:t>
            </a:r>
            <a:r>
              <a:rPr sz="2600" spc="-155" dirty="0">
                <a:solidFill>
                  <a:srgbClr val="747474"/>
                </a:solidFill>
              </a:rPr>
              <a:t> </a:t>
            </a:r>
            <a:r>
              <a:rPr sz="2600" spc="-40" dirty="0">
                <a:solidFill>
                  <a:srgbClr val="747474"/>
                </a:solidFill>
              </a:rPr>
              <a:t>layout</a:t>
            </a:r>
            <a:r>
              <a:rPr sz="2600" spc="-140" dirty="0">
                <a:solidFill>
                  <a:srgbClr val="747474"/>
                </a:solidFill>
              </a:rPr>
              <a:t> </a:t>
            </a:r>
            <a:r>
              <a:rPr sz="2600" spc="-45" dirty="0">
                <a:solidFill>
                  <a:srgbClr val="747474"/>
                </a:solidFill>
              </a:rPr>
              <a:t>will</a:t>
            </a:r>
            <a:r>
              <a:rPr sz="2600" spc="-135" dirty="0">
                <a:solidFill>
                  <a:srgbClr val="747474"/>
                </a:solidFill>
              </a:rPr>
              <a:t> </a:t>
            </a:r>
            <a:r>
              <a:rPr sz="2600" spc="-25" dirty="0">
                <a:solidFill>
                  <a:srgbClr val="747474"/>
                </a:solidFill>
              </a:rPr>
              <a:t>abide</a:t>
            </a:r>
            <a:r>
              <a:rPr sz="2600" spc="-150" dirty="0">
                <a:solidFill>
                  <a:srgbClr val="747474"/>
                </a:solidFill>
              </a:rPr>
              <a:t> </a:t>
            </a:r>
            <a:r>
              <a:rPr sz="2600" dirty="0">
                <a:solidFill>
                  <a:srgbClr val="747474"/>
                </a:solidFill>
              </a:rPr>
              <a:t>by</a:t>
            </a:r>
            <a:r>
              <a:rPr sz="2600" spc="-80" dirty="0">
                <a:solidFill>
                  <a:srgbClr val="747474"/>
                </a:solidFill>
              </a:rPr>
              <a:t> </a:t>
            </a:r>
            <a:r>
              <a:rPr sz="2600" dirty="0">
                <a:solidFill>
                  <a:srgbClr val="747474"/>
                </a:solidFill>
              </a:rPr>
              <a:t>the</a:t>
            </a:r>
            <a:r>
              <a:rPr sz="2600" spc="-95" dirty="0">
                <a:solidFill>
                  <a:srgbClr val="747474"/>
                </a:solidFill>
              </a:rPr>
              <a:t> </a:t>
            </a:r>
            <a:r>
              <a:rPr sz="2600" spc="-50" dirty="0">
                <a:solidFill>
                  <a:srgbClr val="747474"/>
                </a:solidFill>
              </a:rPr>
              <a:t>harmonious</a:t>
            </a:r>
            <a:r>
              <a:rPr sz="2600" spc="-130" dirty="0">
                <a:solidFill>
                  <a:srgbClr val="747474"/>
                </a:solidFill>
              </a:rPr>
              <a:t> </a:t>
            </a:r>
            <a:r>
              <a:rPr sz="2600" spc="-25" dirty="0">
                <a:solidFill>
                  <a:srgbClr val="747474"/>
                </a:solidFill>
              </a:rPr>
              <a:t>proportions</a:t>
            </a:r>
            <a:r>
              <a:rPr sz="2600" spc="-95" dirty="0">
                <a:solidFill>
                  <a:srgbClr val="747474"/>
                </a:solidFill>
              </a:rPr>
              <a:t> </a:t>
            </a:r>
            <a:r>
              <a:rPr sz="2600" spc="-25" dirty="0">
                <a:solidFill>
                  <a:srgbClr val="747474"/>
                </a:solidFill>
              </a:rPr>
              <a:t>of</a:t>
            </a:r>
            <a:r>
              <a:rPr sz="2600" spc="-365" dirty="0">
                <a:solidFill>
                  <a:srgbClr val="747474"/>
                </a:solidFill>
              </a:rPr>
              <a:t> </a:t>
            </a:r>
            <a:r>
              <a:rPr sz="2600" dirty="0">
                <a:solidFill>
                  <a:srgbClr val="747474"/>
                </a:solidFill>
              </a:rPr>
              <a:t>the</a:t>
            </a:r>
            <a:r>
              <a:rPr sz="2600" spc="-120" dirty="0">
                <a:solidFill>
                  <a:srgbClr val="747474"/>
                </a:solidFill>
              </a:rPr>
              <a:t> </a:t>
            </a:r>
            <a:r>
              <a:rPr sz="2600" spc="-10" dirty="0">
                <a:solidFill>
                  <a:srgbClr val="747474"/>
                </a:solidFill>
              </a:rPr>
              <a:t>Golden</a:t>
            </a:r>
            <a:r>
              <a:rPr sz="2600" dirty="0">
                <a:solidFill>
                  <a:srgbClr val="747474"/>
                </a:solidFill>
              </a:rPr>
              <a:t>	</a:t>
            </a:r>
            <a:r>
              <a:rPr sz="2600" spc="-10" dirty="0">
                <a:solidFill>
                  <a:srgbClr val="747474"/>
                </a:solidFill>
              </a:rPr>
              <a:t>Ratio.</a:t>
            </a:r>
            <a:endParaRPr sz="2600"/>
          </a:p>
        </p:txBody>
      </p:sp>
      <p:pic>
        <p:nvPicPr>
          <p:cNvPr id="3" name="object 3"/>
          <p:cNvPicPr/>
          <p:nvPr/>
        </p:nvPicPr>
        <p:blipFill>
          <a:blip r:embed="rId2" cstate="print"/>
          <a:stretch>
            <a:fillRect/>
          </a:stretch>
        </p:blipFill>
        <p:spPr>
          <a:xfrm>
            <a:off x="643126" y="1886710"/>
            <a:ext cx="11719559" cy="7254240"/>
          </a:xfrm>
          <a:prstGeom prst="rect">
            <a:avLst/>
          </a:prstGeom>
        </p:spPr>
      </p:pic>
      <p:sp>
        <p:nvSpPr>
          <p:cNvPr id="4" name="object 4"/>
          <p:cNvSpPr txBox="1"/>
          <p:nvPr/>
        </p:nvSpPr>
        <p:spPr>
          <a:xfrm>
            <a:off x="4412145" y="9314180"/>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8963" y="1549184"/>
            <a:ext cx="12512675" cy="7591425"/>
            <a:chOff x="148963" y="1549184"/>
            <a:chExt cx="12512675" cy="7591425"/>
          </a:xfrm>
        </p:grpSpPr>
        <p:pic>
          <p:nvPicPr>
            <p:cNvPr id="3" name="object 3"/>
            <p:cNvPicPr/>
            <p:nvPr/>
          </p:nvPicPr>
          <p:blipFill>
            <a:blip r:embed="rId2" cstate="print"/>
            <a:stretch>
              <a:fillRect/>
            </a:stretch>
          </p:blipFill>
          <p:spPr>
            <a:xfrm>
              <a:off x="148963" y="1549184"/>
              <a:ext cx="6096392" cy="7591170"/>
            </a:xfrm>
            <a:prstGeom prst="rect">
              <a:avLst/>
            </a:prstGeom>
          </p:spPr>
        </p:pic>
        <p:pic>
          <p:nvPicPr>
            <p:cNvPr id="4" name="object 4"/>
            <p:cNvPicPr/>
            <p:nvPr/>
          </p:nvPicPr>
          <p:blipFill>
            <a:blip r:embed="rId3" cstate="print"/>
            <a:stretch>
              <a:fillRect/>
            </a:stretch>
          </p:blipFill>
          <p:spPr>
            <a:xfrm>
              <a:off x="6248932" y="1741816"/>
              <a:ext cx="6412611" cy="3281831"/>
            </a:xfrm>
            <a:prstGeom prst="rect">
              <a:avLst/>
            </a:prstGeom>
          </p:spPr>
        </p:pic>
        <p:pic>
          <p:nvPicPr>
            <p:cNvPr id="5" name="object 5"/>
            <p:cNvPicPr/>
            <p:nvPr/>
          </p:nvPicPr>
          <p:blipFill>
            <a:blip r:embed="rId4" cstate="print"/>
            <a:stretch>
              <a:fillRect/>
            </a:stretch>
          </p:blipFill>
          <p:spPr>
            <a:xfrm>
              <a:off x="7239782" y="5277158"/>
              <a:ext cx="4373189" cy="3677385"/>
            </a:xfrm>
            <a:prstGeom prst="rect">
              <a:avLst/>
            </a:prstGeom>
          </p:spPr>
        </p:pic>
      </p:grpSp>
      <p:sp>
        <p:nvSpPr>
          <p:cNvPr id="6" name="object 6"/>
          <p:cNvSpPr txBox="1">
            <a:spLocks noGrp="1"/>
          </p:cNvSpPr>
          <p:nvPr>
            <p:ph type="title"/>
          </p:nvPr>
        </p:nvSpPr>
        <p:spPr>
          <a:xfrm>
            <a:off x="609600" y="468883"/>
            <a:ext cx="5022215" cy="665480"/>
          </a:xfrm>
          <a:prstGeom prst="rect">
            <a:avLst/>
          </a:prstGeom>
        </p:spPr>
        <p:txBody>
          <a:bodyPr vert="horz" wrap="square" lIns="0" tIns="12700" rIns="0" bIns="0" rtlCol="0">
            <a:spAutoFit/>
          </a:bodyPr>
          <a:lstStyle/>
          <a:p>
            <a:pPr marL="12700">
              <a:lnSpc>
                <a:spcPct val="100000"/>
              </a:lnSpc>
              <a:spcBef>
                <a:spcPts val="100"/>
              </a:spcBef>
            </a:pPr>
            <a:r>
              <a:rPr spc="-65" dirty="0"/>
              <a:t>More</a:t>
            </a:r>
            <a:r>
              <a:rPr spc="-170" dirty="0"/>
              <a:t> </a:t>
            </a:r>
            <a:r>
              <a:rPr spc="-80" dirty="0"/>
              <a:t>layout</a:t>
            </a:r>
            <a:r>
              <a:rPr spc="-320" dirty="0"/>
              <a:t> </a:t>
            </a:r>
            <a:r>
              <a:rPr spc="-60" dirty="0"/>
              <a:t>examples</a:t>
            </a:r>
          </a:p>
        </p:txBody>
      </p:sp>
      <p:sp>
        <p:nvSpPr>
          <p:cNvPr id="7" name="object 7"/>
          <p:cNvSpPr txBox="1"/>
          <p:nvPr/>
        </p:nvSpPr>
        <p:spPr>
          <a:xfrm>
            <a:off x="4412145" y="9280652"/>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4868" rIns="0" bIns="0" rtlCol="0">
            <a:spAutoFit/>
          </a:bodyPr>
          <a:lstStyle/>
          <a:p>
            <a:pPr marL="12700">
              <a:lnSpc>
                <a:spcPct val="100000"/>
              </a:lnSpc>
              <a:spcBef>
                <a:spcPts val="100"/>
              </a:spcBef>
            </a:pPr>
            <a:r>
              <a:rPr spc="-25" dirty="0"/>
              <a:t>Content</a:t>
            </a:r>
            <a:r>
              <a:rPr spc="-265" dirty="0"/>
              <a:t> </a:t>
            </a:r>
            <a:r>
              <a:rPr dirty="0"/>
              <a:t>with</a:t>
            </a:r>
            <a:r>
              <a:rPr spc="-160" dirty="0"/>
              <a:t> </a:t>
            </a:r>
            <a:r>
              <a:rPr dirty="0"/>
              <a:t>the</a:t>
            </a:r>
            <a:r>
              <a:rPr spc="-190" dirty="0"/>
              <a:t> </a:t>
            </a:r>
            <a:r>
              <a:rPr spc="-65" dirty="0"/>
              <a:t>golden</a:t>
            </a:r>
            <a:r>
              <a:rPr spc="-225" dirty="0"/>
              <a:t> </a:t>
            </a:r>
            <a:r>
              <a:rPr spc="-10" dirty="0"/>
              <a:t>spiral</a:t>
            </a:r>
          </a:p>
        </p:txBody>
      </p:sp>
      <p:sp>
        <p:nvSpPr>
          <p:cNvPr id="3" name="object 3"/>
          <p:cNvSpPr txBox="1"/>
          <p:nvPr/>
        </p:nvSpPr>
        <p:spPr>
          <a:xfrm>
            <a:off x="609600" y="1927859"/>
            <a:ext cx="6154420" cy="4926965"/>
          </a:xfrm>
          <a:prstGeom prst="rect">
            <a:avLst/>
          </a:prstGeom>
        </p:spPr>
        <p:txBody>
          <a:bodyPr vert="horz" wrap="square" lIns="0" tIns="12700" rIns="0" bIns="0" rtlCol="0">
            <a:spAutoFit/>
          </a:bodyPr>
          <a:lstStyle/>
          <a:p>
            <a:pPr marL="12700" marR="5080">
              <a:lnSpc>
                <a:spcPct val="153800"/>
              </a:lnSpc>
              <a:spcBef>
                <a:spcPts val="100"/>
              </a:spcBef>
              <a:tabLst>
                <a:tab pos="5851525" algn="l"/>
              </a:tabLst>
            </a:pPr>
            <a:r>
              <a:rPr sz="2600" spc="-90" dirty="0">
                <a:solidFill>
                  <a:srgbClr val="747474"/>
                </a:solidFill>
                <a:latin typeface="Helvetica Neue Light"/>
                <a:cs typeface="Helvetica Neue Light"/>
              </a:rPr>
              <a:t>The</a:t>
            </a:r>
            <a:r>
              <a:rPr sz="2600" spc="-200" dirty="0">
                <a:solidFill>
                  <a:srgbClr val="747474"/>
                </a:solidFill>
                <a:latin typeface="Helvetica Neue Light"/>
                <a:cs typeface="Helvetica Neue Light"/>
              </a:rPr>
              <a:t> </a:t>
            </a:r>
            <a:r>
              <a:rPr sz="2600" spc="-55" dirty="0">
                <a:solidFill>
                  <a:srgbClr val="747474"/>
                </a:solidFill>
                <a:latin typeface="Helvetica Neue Light"/>
                <a:cs typeface="Helvetica Neue Light"/>
              </a:rPr>
              <a:t>Golden</a:t>
            </a:r>
            <a:r>
              <a:rPr sz="2600" spc="-130" dirty="0">
                <a:solidFill>
                  <a:srgbClr val="747474"/>
                </a:solidFill>
                <a:latin typeface="Helvetica Neue Light"/>
                <a:cs typeface="Helvetica Neue Light"/>
              </a:rPr>
              <a:t> </a:t>
            </a:r>
            <a:r>
              <a:rPr sz="2600" spc="-65" dirty="0">
                <a:solidFill>
                  <a:srgbClr val="747474"/>
                </a:solidFill>
                <a:latin typeface="Helvetica Neue Light"/>
                <a:cs typeface="Helvetica Neue Light"/>
              </a:rPr>
              <a:t>Spiral</a:t>
            </a:r>
            <a:r>
              <a:rPr sz="2600" spc="-140" dirty="0">
                <a:solidFill>
                  <a:srgbClr val="747474"/>
                </a:solidFill>
                <a:latin typeface="Helvetica Neue Light"/>
                <a:cs typeface="Helvetica Neue Light"/>
              </a:rPr>
              <a:t> </a:t>
            </a:r>
            <a:r>
              <a:rPr sz="2600" dirty="0">
                <a:solidFill>
                  <a:srgbClr val="747474"/>
                </a:solidFill>
                <a:latin typeface="Helvetica Neue Light"/>
                <a:cs typeface="Helvetica Neue Light"/>
              </a:rPr>
              <a:t>can</a:t>
            </a:r>
            <a:r>
              <a:rPr sz="2600" spc="-145" dirty="0">
                <a:solidFill>
                  <a:srgbClr val="747474"/>
                </a:solidFill>
                <a:latin typeface="Helvetica Neue Light"/>
                <a:cs typeface="Helvetica Neue Light"/>
              </a:rPr>
              <a:t> </a:t>
            </a:r>
            <a:r>
              <a:rPr sz="2600" dirty="0">
                <a:solidFill>
                  <a:srgbClr val="747474"/>
                </a:solidFill>
                <a:latin typeface="Helvetica Neue Light"/>
                <a:cs typeface="Helvetica Neue Light"/>
              </a:rPr>
              <a:t>be</a:t>
            </a:r>
            <a:r>
              <a:rPr sz="2600" spc="-80" dirty="0">
                <a:solidFill>
                  <a:srgbClr val="747474"/>
                </a:solidFill>
                <a:latin typeface="Helvetica Neue Light"/>
                <a:cs typeface="Helvetica Neue Light"/>
              </a:rPr>
              <a:t> </a:t>
            </a:r>
            <a:r>
              <a:rPr sz="2600" spc="-25" dirty="0">
                <a:solidFill>
                  <a:srgbClr val="747474"/>
                </a:solidFill>
                <a:latin typeface="Helvetica Neue Light"/>
                <a:cs typeface="Helvetica Neue Light"/>
              </a:rPr>
              <a:t>used</a:t>
            </a:r>
            <a:r>
              <a:rPr sz="2600" spc="-114" dirty="0">
                <a:solidFill>
                  <a:srgbClr val="747474"/>
                </a:solidFill>
                <a:latin typeface="Helvetica Neue Light"/>
                <a:cs typeface="Helvetica Neue Light"/>
              </a:rPr>
              <a:t> </a:t>
            </a:r>
            <a:r>
              <a:rPr sz="2600" spc="-50" dirty="0">
                <a:solidFill>
                  <a:srgbClr val="747474"/>
                </a:solidFill>
                <a:latin typeface="Helvetica Neue Light"/>
                <a:cs typeface="Helvetica Neue Light"/>
              </a:rPr>
              <a:t>as</a:t>
            </a:r>
            <a:r>
              <a:rPr sz="2600" spc="-150" dirty="0">
                <a:solidFill>
                  <a:srgbClr val="747474"/>
                </a:solidFill>
                <a:latin typeface="Helvetica Neue Light"/>
                <a:cs typeface="Helvetica Neue Light"/>
              </a:rPr>
              <a:t> </a:t>
            </a:r>
            <a:r>
              <a:rPr sz="2600" spc="-20" dirty="0">
                <a:solidFill>
                  <a:srgbClr val="747474"/>
                </a:solidFill>
                <a:latin typeface="Helvetica Neue Light"/>
                <a:cs typeface="Helvetica Neue Light"/>
              </a:rPr>
              <a:t>a</a:t>
            </a:r>
            <a:r>
              <a:rPr sz="2600" spc="-200" dirty="0">
                <a:solidFill>
                  <a:srgbClr val="747474"/>
                </a:solidFill>
                <a:latin typeface="Helvetica Neue Light"/>
                <a:cs typeface="Helvetica Neue Light"/>
              </a:rPr>
              <a:t> </a:t>
            </a:r>
            <a:r>
              <a:rPr sz="2600" spc="-10" dirty="0">
                <a:solidFill>
                  <a:srgbClr val="747474"/>
                </a:solidFill>
                <a:latin typeface="Helvetica Neue Light"/>
                <a:cs typeface="Helvetica Neue Light"/>
              </a:rPr>
              <a:t>guide</a:t>
            </a:r>
            <a:r>
              <a:rPr sz="2600" dirty="0">
                <a:solidFill>
                  <a:srgbClr val="747474"/>
                </a:solidFill>
                <a:latin typeface="Helvetica Neue Light"/>
                <a:cs typeface="Helvetica Neue Light"/>
              </a:rPr>
              <a:t>	</a:t>
            </a:r>
            <a:r>
              <a:rPr sz="2600" spc="-25" dirty="0">
                <a:solidFill>
                  <a:srgbClr val="747474"/>
                </a:solidFill>
                <a:latin typeface="Helvetica Neue Light"/>
                <a:cs typeface="Helvetica Neue Light"/>
              </a:rPr>
              <a:t>to </a:t>
            </a:r>
            <a:r>
              <a:rPr sz="2600" spc="-45" dirty="0">
                <a:solidFill>
                  <a:srgbClr val="747474"/>
                </a:solidFill>
                <a:latin typeface="Helvetica Neue Light"/>
                <a:cs typeface="Helvetica Neue Light"/>
              </a:rPr>
              <a:t>determine</a:t>
            </a:r>
            <a:r>
              <a:rPr sz="2600" spc="-135" dirty="0">
                <a:solidFill>
                  <a:srgbClr val="747474"/>
                </a:solidFill>
                <a:latin typeface="Helvetica Neue Light"/>
                <a:cs typeface="Helvetica Neue Light"/>
              </a:rPr>
              <a:t> </a:t>
            </a:r>
            <a:r>
              <a:rPr sz="2600" dirty="0">
                <a:solidFill>
                  <a:srgbClr val="747474"/>
                </a:solidFill>
                <a:latin typeface="Helvetica Neue Light"/>
                <a:cs typeface="Helvetica Neue Light"/>
              </a:rPr>
              <a:t>the</a:t>
            </a:r>
            <a:r>
              <a:rPr sz="2600" spc="-100" dirty="0">
                <a:solidFill>
                  <a:srgbClr val="747474"/>
                </a:solidFill>
                <a:latin typeface="Helvetica Neue Light"/>
                <a:cs typeface="Helvetica Neue Light"/>
              </a:rPr>
              <a:t> </a:t>
            </a:r>
            <a:r>
              <a:rPr sz="2600" spc="-35" dirty="0">
                <a:solidFill>
                  <a:srgbClr val="747474"/>
                </a:solidFill>
                <a:latin typeface="Helvetica Neue Light"/>
                <a:cs typeface="Helvetica Neue Light"/>
              </a:rPr>
              <a:t>placement</a:t>
            </a:r>
            <a:r>
              <a:rPr sz="2600" spc="-110" dirty="0">
                <a:solidFill>
                  <a:srgbClr val="747474"/>
                </a:solidFill>
                <a:latin typeface="Helvetica Neue Light"/>
                <a:cs typeface="Helvetica Neue Light"/>
              </a:rPr>
              <a:t> </a:t>
            </a:r>
            <a:r>
              <a:rPr sz="2600" dirty="0">
                <a:solidFill>
                  <a:srgbClr val="747474"/>
                </a:solidFill>
                <a:latin typeface="Helvetica Neue Light"/>
                <a:cs typeface="Helvetica Neue Light"/>
              </a:rPr>
              <a:t>of</a:t>
            </a:r>
            <a:r>
              <a:rPr sz="2600" spc="-130" dirty="0">
                <a:solidFill>
                  <a:srgbClr val="747474"/>
                </a:solidFill>
                <a:latin typeface="Helvetica Neue Light"/>
                <a:cs typeface="Helvetica Neue Light"/>
              </a:rPr>
              <a:t> </a:t>
            </a:r>
            <a:r>
              <a:rPr sz="2600" spc="-10" dirty="0">
                <a:solidFill>
                  <a:srgbClr val="747474"/>
                </a:solidFill>
                <a:latin typeface="Helvetica Neue Light"/>
                <a:cs typeface="Helvetica Neue Light"/>
              </a:rPr>
              <a:t>content.</a:t>
            </a:r>
            <a:endParaRPr sz="2600">
              <a:latin typeface="Helvetica Neue Light"/>
              <a:cs typeface="Helvetica Neue Light"/>
            </a:endParaRPr>
          </a:p>
          <a:p>
            <a:pPr>
              <a:lnSpc>
                <a:spcPct val="100000"/>
              </a:lnSpc>
              <a:spcBef>
                <a:spcPts val="1964"/>
              </a:spcBef>
            </a:pPr>
            <a:endParaRPr sz="2600">
              <a:latin typeface="Helvetica Neue Light"/>
              <a:cs typeface="Helvetica Neue Light"/>
            </a:endParaRPr>
          </a:p>
          <a:p>
            <a:pPr marL="12700" marR="29209">
              <a:lnSpc>
                <a:spcPct val="153100"/>
              </a:lnSpc>
              <a:spcBef>
                <a:spcPts val="5"/>
              </a:spcBef>
              <a:tabLst>
                <a:tab pos="4344035" algn="l"/>
                <a:tab pos="5059045" algn="l"/>
              </a:tabLst>
            </a:pPr>
            <a:r>
              <a:rPr sz="2600" spc="-30" dirty="0">
                <a:solidFill>
                  <a:srgbClr val="747474"/>
                </a:solidFill>
                <a:latin typeface="Helvetica Neue Light"/>
                <a:cs typeface="Helvetica Neue Light"/>
              </a:rPr>
              <a:t>Our</a:t>
            </a:r>
            <a:r>
              <a:rPr sz="2600" spc="-155" dirty="0">
                <a:solidFill>
                  <a:srgbClr val="747474"/>
                </a:solidFill>
                <a:latin typeface="Helvetica Neue Light"/>
                <a:cs typeface="Helvetica Neue Light"/>
              </a:rPr>
              <a:t> </a:t>
            </a:r>
            <a:r>
              <a:rPr sz="2600" spc="-60" dirty="0">
                <a:solidFill>
                  <a:srgbClr val="747474"/>
                </a:solidFill>
                <a:latin typeface="Helvetica Neue Light"/>
                <a:cs typeface="Helvetica Neue Light"/>
              </a:rPr>
              <a:t>eye</a:t>
            </a:r>
            <a:r>
              <a:rPr sz="2600" spc="-140" dirty="0">
                <a:solidFill>
                  <a:srgbClr val="747474"/>
                </a:solidFill>
                <a:latin typeface="Helvetica Neue Light"/>
                <a:cs typeface="Helvetica Neue Light"/>
              </a:rPr>
              <a:t> </a:t>
            </a:r>
            <a:r>
              <a:rPr sz="2600" dirty="0">
                <a:solidFill>
                  <a:srgbClr val="747474"/>
                </a:solidFill>
                <a:latin typeface="Helvetica Neue Light"/>
                <a:cs typeface="Helvetica Neue Light"/>
              </a:rPr>
              <a:t>is</a:t>
            </a:r>
            <a:r>
              <a:rPr sz="2600" spc="-180" dirty="0">
                <a:solidFill>
                  <a:srgbClr val="747474"/>
                </a:solidFill>
                <a:latin typeface="Helvetica Neue Light"/>
                <a:cs typeface="Helvetica Neue Light"/>
              </a:rPr>
              <a:t> </a:t>
            </a:r>
            <a:r>
              <a:rPr sz="2600" spc="-65" dirty="0">
                <a:solidFill>
                  <a:srgbClr val="747474"/>
                </a:solidFill>
                <a:latin typeface="Helvetica Neue Light"/>
                <a:cs typeface="Helvetica Neue Light"/>
              </a:rPr>
              <a:t>naturally</a:t>
            </a:r>
            <a:r>
              <a:rPr sz="2600" spc="-125" dirty="0">
                <a:solidFill>
                  <a:srgbClr val="747474"/>
                </a:solidFill>
                <a:latin typeface="Helvetica Neue Light"/>
                <a:cs typeface="Helvetica Neue Light"/>
              </a:rPr>
              <a:t> </a:t>
            </a:r>
            <a:r>
              <a:rPr sz="2600" dirty="0">
                <a:solidFill>
                  <a:srgbClr val="747474"/>
                </a:solidFill>
                <a:latin typeface="Helvetica Neue Light"/>
                <a:cs typeface="Helvetica Neue Light"/>
              </a:rPr>
              <a:t>drawn</a:t>
            </a:r>
            <a:r>
              <a:rPr sz="2600" spc="-100" dirty="0">
                <a:solidFill>
                  <a:srgbClr val="747474"/>
                </a:solidFill>
                <a:latin typeface="Helvetica Neue Light"/>
                <a:cs typeface="Helvetica Neue Light"/>
              </a:rPr>
              <a:t> </a:t>
            </a:r>
            <a:r>
              <a:rPr sz="2600" dirty="0">
                <a:solidFill>
                  <a:srgbClr val="747474"/>
                </a:solidFill>
                <a:latin typeface="Helvetica Neue Light"/>
                <a:cs typeface="Helvetica Neue Light"/>
              </a:rPr>
              <a:t>to</a:t>
            </a:r>
            <a:r>
              <a:rPr sz="2600" spc="-35" dirty="0">
                <a:solidFill>
                  <a:srgbClr val="747474"/>
                </a:solidFill>
                <a:latin typeface="Helvetica Neue Light"/>
                <a:cs typeface="Helvetica Neue Light"/>
              </a:rPr>
              <a:t> </a:t>
            </a:r>
            <a:r>
              <a:rPr sz="2600" dirty="0">
                <a:solidFill>
                  <a:srgbClr val="747474"/>
                </a:solidFill>
                <a:latin typeface="Helvetica Neue Light"/>
                <a:cs typeface="Helvetica Neue Light"/>
              </a:rPr>
              <a:t>the</a:t>
            </a:r>
            <a:r>
              <a:rPr sz="2600" spc="-100" dirty="0">
                <a:solidFill>
                  <a:srgbClr val="747474"/>
                </a:solidFill>
                <a:latin typeface="Helvetica Neue Light"/>
                <a:cs typeface="Helvetica Neue Light"/>
              </a:rPr>
              <a:t> </a:t>
            </a:r>
            <a:r>
              <a:rPr sz="2600" spc="-20" dirty="0">
                <a:solidFill>
                  <a:srgbClr val="747474"/>
                </a:solidFill>
                <a:latin typeface="Helvetica Neue Light"/>
                <a:cs typeface="Helvetica Neue Light"/>
              </a:rPr>
              <a:t>center</a:t>
            </a:r>
            <a:r>
              <a:rPr sz="2600" spc="-105" dirty="0">
                <a:solidFill>
                  <a:srgbClr val="747474"/>
                </a:solidFill>
                <a:latin typeface="Helvetica Neue Light"/>
                <a:cs typeface="Helvetica Neue Light"/>
              </a:rPr>
              <a:t> </a:t>
            </a:r>
            <a:r>
              <a:rPr sz="2600" spc="-25" dirty="0">
                <a:solidFill>
                  <a:srgbClr val="747474"/>
                </a:solidFill>
                <a:latin typeface="Helvetica Neue Light"/>
                <a:cs typeface="Helvetica Neue Light"/>
              </a:rPr>
              <a:t>of </a:t>
            </a:r>
            <a:r>
              <a:rPr sz="2600" dirty="0">
                <a:solidFill>
                  <a:srgbClr val="747474"/>
                </a:solidFill>
                <a:latin typeface="Helvetica Neue Light"/>
                <a:cs typeface="Helvetica Neue Light"/>
              </a:rPr>
              <a:t>the</a:t>
            </a:r>
            <a:r>
              <a:rPr sz="2600" spc="-170" dirty="0">
                <a:solidFill>
                  <a:srgbClr val="747474"/>
                </a:solidFill>
                <a:latin typeface="Helvetica Neue Light"/>
                <a:cs typeface="Helvetica Neue Light"/>
              </a:rPr>
              <a:t> </a:t>
            </a:r>
            <a:r>
              <a:rPr sz="2600" spc="-45" dirty="0">
                <a:solidFill>
                  <a:srgbClr val="747474"/>
                </a:solidFill>
                <a:latin typeface="Helvetica Neue Light"/>
                <a:cs typeface="Helvetica Neue Light"/>
              </a:rPr>
              <a:t>spiral,</a:t>
            </a:r>
            <a:r>
              <a:rPr sz="2600" spc="-135" dirty="0">
                <a:solidFill>
                  <a:srgbClr val="747474"/>
                </a:solidFill>
                <a:latin typeface="Helvetica Neue Light"/>
                <a:cs typeface="Helvetica Neue Light"/>
              </a:rPr>
              <a:t> </a:t>
            </a:r>
            <a:r>
              <a:rPr sz="2600" spc="-10" dirty="0">
                <a:solidFill>
                  <a:srgbClr val="747474"/>
                </a:solidFill>
                <a:latin typeface="Helvetica Neue Light"/>
                <a:cs typeface="Helvetica Neue Light"/>
              </a:rPr>
              <a:t>which</a:t>
            </a:r>
            <a:r>
              <a:rPr sz="2600" spc="-80" dirty="0">
                <a:solidFill>
                  <a:srgbClr val="747474"/>
                </a:solidFill>
                <a:latin typeface="Helvetica Neue Light"/>
                <a:cs typeface="Helvetica Neue Light"/>
              </a:rPr>
              <a:t> </a:t>
            </a:r>
            <a:r>
              <a:rPr sz="2600" dirty="0">
                <a:solidFill>
                  <a:srgbClr val="747474"/>
                </a:solidFill>
                <a:latin typeface="Helvetica Neue Light"/>
                <a:cs typeface="Helvetica Neue Light"/>
              </a:rPr>
              <a:t>is</a:t>
            </a:r>
            <a:r>
              <a:rPr sz="2600" spc="-135" dirty="0">
                <a:solidFill>
                  <a:srgbClr val="747474"/>
                </a:solidFill>
                <a:latin typeface="Helvetica Neue Light"/>
                <a:cs typeface="Helvetica Neue Light"/>
              </a:rPr>
              <a:t> </a:t>
            </a:r>
            <a:r>
              <a:rPr sz="2600" spc="-80" dirty="0">
                <a:solidFill>
                  <a:srgbClr val="747474"/>
                </a:solidFill>
                <a:latin typeface="Helvetica Neue Light"/>
                <a:cs typeface="Helvetica Neue Light"/>
              </a:rPr>
              <a:t>where</a:t>
            </a:r>
            <a:r>
              <a:rPr sz="2600" spc="-120" dirty="0">
                <a:solidFill>
                  <a:srgbClr val="747474"/>
                </a:solidFill>
                <a:latin typeface="Helvetica Neue Light"/>
                <a:cs typeface="Helvetica Neue Light"/>
              </a:rPr>
              <a:t> </a:t>
            </a:r>
            <a:r>
              <a:rPr sz="2600" dirty="0">
                <a:solidFill>
                  <a:srgbClr val="747474"/>
                </a:solidFill>
                <a:latin typeface="Helvetica Neue Light"/>
                <a:cs typeface="Helvetica Neue Light"/>
              </a:rPr>
              <a:t>it</a:t>
            </a:r>
            <a:r>
              <a:rPr sz="2600" spc="-85" dirty="0">
                <a:solidFill>
                  <a:srgbClr val="747474"/>
                </a:solidFill>
                <a:latin typeface="Helvetica Neue Light"/>
                <a:cs typeface="Helvetica Neue Light"/>
              </a:rPr>
              <a:t> </a:t>
            </a:r>
            <a:r>
              <a:rPr sz="2600" spc="-45" dirty="0">
                <a:solidFill>
                  <a:srgbClr val="747474"/>
                </a:solidFill>
                <a:latin typeface="Helvetica Neue Light"/>
                <a:cs typeface="Helvetica Neue Light"/>
              </a:rPr>
              <a:t>will</a:t>
            </a:r>
            <a:r>
              <a:rPr sz="2600" spc="-135" dirty="0">
                <a:solidFill>
                  <a:srgbClr val="747474"/>
                </a:solidFill>
                <a:latin typeface="Helvetica Neue Light"/>
                <a:cs typeface="Helvetica Neue Light"/>
              </a:rPr>
              <a:t> </a:t>
            </a:r>
            <a:r>
              <a:rPr sz="2600" dirty="0">
                <a:solidFill>
                  <a:srgbClr val="747474"/>
                </a:solidFill>
                <a:latin typeface="Helvetica Neue Light"/>
                <a:cs typeface="Helvetica Neue Light"/>
              </a:rPr>
              <a:t>look</a:t>
            </a:r>
            <a:r>
              <a:rPr sz="2600" spc="-95" dirty="0">
                <a:solidFill>
                  <a:srgbClr val="747474"/>
                </a:solidFill>
                <a:latin typeface="Helvetica Neue Light"/>
                <a:cs typeface="Helvetica Neue Light"/>
              </a:rPr>
              <a:t> </a:t>
            </a:r>
            <a:r>
              <a:rPr sz="2600" spc="-25" dirty="0">
                <a:solidFill>
                  <a:srgbClr val="747474"/>
                </a:solidFill>
                <a:latin typeface="Helvetica Neue Light"/>
                <a:cs typeface="Helvetica Neue Light"/>
              </a:rPr>
              <a:t>for </a:t>
            </a:r>
            <a:r>
              <a:rPr sz="2600" spc="-40" dirty="0">
                <a:solidFill>
                  <a:srgbClr val="747474"/>
                </a:solidFill>
                <a:latin typeface="Helvetica Neue Light"/>
                <a:cs typeface="Helvetica Neue Light"/>
              </a:rPr>
              <a:t>details,</a:t>
            </a:r>
            <a:r>
              <a:rPr sz="2600" spc="-145" dirty="0">
                <a:solidFill>
                  <a:srgbClr val="747474"/>
                </a:solidFill>
                <a:latin typeface="Helvetica Neue Light"/>
                <a:cs typeface="Helvetica Neue Light"/>
              </a:rPr>
              <a:t> </a:t>
            </a:r>
            <a:r>
              <a:rPr sz="2600" dirty="0">
                <a:solidFill>
                  <a:srgbClr val="747474"/>
                </a:solidFill>
                <a:latin typeface="Helvetica Neue Light"/>
                <a:cs typeface="Helvetica Neue Light"/>
              </a:rPr>
              <a:t>so</a:t>
            </a:r>
            <a:r>
              <a:rPr sz="2600" spc="-110" dirty="0">
                <a:solidFill>
                  <a:srgbClr val="747474"/>
                </a:solidFill>
                <a:latin typeface="Helvetica Neue Light"/>
                <a:cs typeface="Helvetica Neue Light"/>
              </a:rPr>
              <a:t> </a:t>
            </a:r>
            <a:r>
              <a:rPr sz="2600" dirty="0">
                <a:solidFill>
                  <a:srgbClr val="747474"/>
                </a:solidFill>
                <a:latin typeface="Helvetica Neue Light"/>
                <a:cs typeface="Helvetica Neue Light"/>
              </a:rPr>
              <a:t>focus</a:t>
            </a:r>
            <a:r>
              <a:rPr sz="2600" spc="-90" dirty="0">
                <a:solidFill>
                  <a:srgbClr val="747474"/>
                </a:solidFill>
                <a:latin typeface="Helvetica Neue Light"/>
                <a:cs typeface="Helvetica Neue Light"/>
              </a:rPr>
              <a:t> </a:t>
            </a:r>
            <a:r>
              <a:rPr sz="2600" spc="-25" dirty="0">
                <a:solidFill>
                  <a:srgbClr val="747474"/>
                </a:solidFill>
                <a:latin typeface="Helvetica Neue Light"/>
                <a:cs typeface="Helvetica Neue Light"/>
              </a:rPr>
              <a:t>your</a:t>
            </a:r>
            <a:r>
              <a:rPr sz="2600" spc="-125" dirty="0">
                <a:solidFill>
                  <a:srgbClr val="747474"/>
                </a:solidFill>
                <a:latin typeface="Helvetica Neue Light"/>
                <a:cs typeface="Helvetica Neue Light"/>
              </a:rPr>
              <a:t> </a:t>
            </a:r>
            <a:r>
              <a:rPr sz="2600" spc="-50" dirty="0">
                <a:solidFill>
                  <a:srgbClr val="747474"/>
                </a:solidFill>
                <a:latin typeface="Helvetica Neue Light"/>
                <a:cs typeface="Helvetica Neue Light"/>
              </a:rPr>
              <a:t>design</a:t>
            </a:r>
            <a:r>
              <a:rPr sz="2600" spc="-225" dirty="0">
                <a:solidFill>
                  <a:srgbClr val="747474"/>
                </a:solidFill>
                <a:latin typeface="Helvetica Neue Light"/>
                <a:cs typeface="Helvetica Neue Light"/>
              </a:rPr>
              <a:t> </a:t>
            </a:r>
            <a:r>
              <a:rPr sz="2600" dirty="0">
                <a:solidFill>
                  <a:srgbClr val="747474"/>
                </a:solidFill>
                <a:latin typeface="Helvetica Neue Light"/>
                <a:cs typeface="Helvetica Neue Light"/>
              </a:rPr>
              <a:t>on</a:t>
            </a:r>
            <a:r>
              <a:rPr sz="2600" spc="-105" dirty="0">
                <a:solidFill>
                  <a:srgbClr val="747474"/>
                </a:solidFill>
                <a:latin typeface="Helvetica Neue Light"/>
                <a:cs typeface="Helvetica Neue Light"/>
              </a:rPr>
              <a:t> </a:t>
            </a:r>
            <a:r>
              <a:rPr sz="2600" spc="-25" dirty="0">
                <a:solidFill>
                  <a:srgbClr val="747474"/>
                </a:solidFill>
                <a:latin typeface="Helvetica Neue Light"/>
                <a:cs typeface="Helvetica Neue Light"/>
              </a:rPr>
              <a:t>the</a:t>
            </a:r>
            <a:r>
              <a:rPr sz="2600" dirty="0">
                <a:solidFill>
                  <a:srgbClr val="747474"/>
                </a:solidFill>
                <a:latin typeface="Helvetica Neue Light"/>
                <a:cs typeface="Helvetica Neue Light"/>
              </a:rPr>
              <a:t>	</a:t>
            </a:r>
            <a:r>
              <a:rPr sz="2600" spc="-10" dirty="0">
                <a:solidFill>
                  <a:srgbClr val="747474"/>
                </a:solidFill>
                <a:latin typeface="Helvetica Neue Light"/>
                <a:cs typeface="Helvetica Neue Light"/>
              </a:rPr>
              <a:t>center </a:t>
            </a:r>
            <a:r>
              <a:rPr sz="2600" dirty="0">
                <a:solidFill>
                  <a:srgbClr val="747474"/>
                </a:solidFill>
                <a:latin typeface="Helvetica Neue Light"/>
                <a:cs typeface="Helvetica Neue Light"/>
              </a:rPr>
              <a:t>of</a:t>
            </a:r>
            <a:r>
              <a:rPr sz="2600" spc="-110" dirty="0">
                <a:solidFill>
                  <a:srgbClr val="747474"/>
                </a:solidFill>
                <a:latin typeface="Helvetica Neue Light"/>
                <a:cs typeface="Helvetica Neue Light"/>
              </a:rPr>
              <a:t> </a:t>
            </a:r>
            <a:r>
              <a:rPr sz="2600" dirty="0">
                <a:solidFill>
                  <a:srgbClr val="747474"/>
                </a:solidFill>
                <a:latin typeface="Helvetica Neue Light"/>
                <a:cs typeface="Helvetica Neue Light"/>
              </a:rPr>
              <a:t>the</a:t>
            </a:r>
            <a:r>
              <a:rPr sz="2600" spc="-75" dirty="0">
                <a:solidFill>
                  <a:srgbClr val="747474"/>
                </a:solidFill>
                <a:latin typeface="Helvetica Neue Light"/>
                <a:cs typeface="Helvetica Neue Light"/>
              </a:rPr>
              <a:t> </a:t>
            </a:r>
            <a:r>
              <a:rPr sz="2600" spc="-50" dirty="0">
                <a:solidFill>
                  <a:srgbClr val="747474"/>
                </a:solidFill>
                <a:latin typeface="Helvetica Neue Light"/>
                <a:cs typeface="Helvetica Neue Light"/>
              </a:rPr>
              <a:t>spiral</a:t>
            </a:r>
            <a:r>
              <a:rPr sz="2600" spc="-135" dirty="0">
                <a:solidFill>
                  <a:srgbClr val="747474"/>
                </a:solidFill>
                <a:latin typeface="Helvetica Neue Light"/>
                <a:cs typeface="Helvetica Neue Light"/>
              </a:rPr>
              <a:t> </a:t>
            </a:r>
            <a:r>
              <a:rPr sz="2600" dirty="0">
                <a:solidFill>
                  <a:srgbClr val="747474"/>
                </a:solidFill>
                <a:latin typeface="Helvetica Neue Light"/>
                <a:cs typeface="Helvetica Neue Light"/>
              </a:rPr>
              <a:t>and</a:t>
            </a:r>
            <a:r>
              <a:rPr sz="2600" spc="-80" dirty="0">
                <a:solidFill>
                  <a:srgbClr val="747474"/>
                </a:solidFill>
                <a:latin typeface="Helvetica Neue Light"/>
                <a:cs typeface="Helvetica Neue Light"/>
              </a:rPr>
              <a:t> </a:t>
            </a:r>
            <a:r>
              <a:rPr sz="2600" spc="-45" dirty="0">
                <a:solidFill>
                  <a:srgbClr val="747474"/>
                </a:solidFill>
                <a:latin typeface="Helvetica Neue Light"/>
                <a:cs typeface="Helvetica Neue Light"/>
              </a:rPr>
              <a:t>place</a:t>
            </a:r>
            <a:r>
              <a:rPr sz="2600" spc="-285" dirty="0">
                <a:solidFill>
                  <a:srgbClr val="747474"/>
                </a:solidFill>
                <a:latin typeface="Helvetica Neue Light"/>
                <a:cs typeface="Helvetica Neue Light"/>
              </a:rPr>
              <a:t> </a:t>
            </a:r>
            <a:r>
              <a:rPr sz="2600" spc="-95" dirty="0">
                <a:solidFill>
                  <a:srgbClr val="747474"/>
                </a:solidFill>
                <a:latin typeface="Helvetica Neue Light"/>
                <a:cs typeface="Helvetica Neue Light"/>
              </a:rPr>
              <a:t>areas</a:t>
            </a:r>
            <a:r>
              <a:rPr sz="2600" spc="-260" dirty="0">
                <a:solidFill>
                  <a:srgbClr val="747474"/>
                </a:solidFill>
                <a:latin typeface="Helvetica Neue Light"/>
                <a:cs typeface="Helvetica Neue Light"/>
              </a:rPr>
              <a:t> </a:t>
            </a:r>
            <a:r>
              <a:rPr sz="2600" spc="-25" dirty="0">
                <a:solidFill>
                  <a:srgbClr val="747474"/>
                </a:solidFill>
                <a:latin typeface="Helvetica Neue Light"/>
                <a:cs typeface="Helvetica Neue Light"/>
              </a:rPr>
              <a:t>of</a:t>
            </a:r>
            <a:r>
              <a:rPr sz="2600" dirty="0">
                <a:solidFill>
                  <a:srgbClr val="747474"/>
                </a:solidFill>
                <a:latin typeface="Helvetica Neue Light"/>
                <a:cs typeface="Helvetica Neue Light"/>
              </a:rPr>
              <a:t>	</a:t>
            </a:r>
            <a:r>
              <a:rPr sz="2600" spc="-75" dirty="0">
                <a:solidFill>
                  <a:srgbClr val="747474"/>
                </a:solidFill>
                <a:latin typeface="Helvetica Neue Light"/>
                <a:cs typeface="Helvetica Neue Light"/>
              </a:rPr>
              <a:t>visual</a:t>
            </a:r>
            <a:r>
              <a:rPr sz="2600" spc="-285" dirty="0">
                <a:solidFill>
                  <a:srgbClr val="747474"/>
                </a:solidFill>
                <a:latin typeface="Helvetica Neue Light"/>
                <a:cs typeface="Helvetica Neue Light"/>
              </a:rPr>
              <a:t> </a:t>
            </a:r>
            <a:r>
              <a:rPr sz="2600" spc="-60" dirty="0">
                <a:solidFill>
                  <a:srgbClr val="747474"/>
                </a:solidFill>
                <a:latin typeface="Helvetica Neue Light"/>
                <a:cs typeface="Helvetica Neue Light"/>
              </a:rPr>
              <a:t>interest </a:t>
            </a:r>
            <a:r>
              <a:rPr sz="2600" spc="-25" dirty="0">
                <a:solidFill>
                  <a:srgbClr val="747474"/>
                </a:solidFill>
                <a:latin typeface="Helvetica Neue Light"/>
                <a:cs typeface="Helvetica Neue Light"/>
              </a:rPr>
              <a:t>within</a:t>
            </a:r>
            <a:r>
              <a:rPr sz="2600" spc="-140" dirty="0">
                <a:solidFill>
                  <a:srgbClr val="747474"/>
                </a:solidFill>
                <a:latin typeface="Helvetica Neue Light"/>
                <a:cs typeface="Helvetica Neue Light"/>
              </a:rPr>
              <a:t> </a:t>
            </a:r>
            <a:r>
              <a:rPr sz="2600" dirty="0">
                <a:solidFill>
                  <a:srgbClr val="747474"/>
                </a:solidFill>
                <a:latin typeface="Helvetica Neue Light"/>
                <a:cs typeface="Helvetica Neue Light"/>
              </a:rPr>
              <a:t>the</a:t>
            </a:r>
            <a:r>
              <a:rPr sz="2600" spc="-25" dirty="0">
                <a:solidFill>
                  <a:srgbClr val="747474"/>
                </a:solidFill>
                <a:latin typeface="Helvetica Neue Light"/>
                <a:cs typeface="Helvetica Neue Light"/>
              </a:rPr>
              <a:t> </a:t>
            </a:r>
            <a:r>
              <a:rPr sz="2600" spc="-10" dirty="0">
                <a:solidFill>
                  <a:srgbClr val="747474"/>
                </a:solidFill>
                <a:latin typeface="Helvetica Neue Light"/>
                <a:cs typeface="Helvetica Neue Light"/>
              </a:rPr>
              <a:t>spiral.</a:t>
            </a:r>
            <a:endParaRPr sz="2600">
              <a:latin typeface="Helvetica Neue Light"/>
              <a:cs typeface="Helvetica Neue Light"/>
            </a:endParaRPr>
          </a:p>
        </p:txBody>
      </p:sp>
      <p:pic>
        <p:nvPicPr>
          <p:cNvPr id="4" name="object 4"/>
          <p:cNvPicPr/>
          <p:nvPr/>
        </p:nvPicPr>
        <p:blipFill>
          <a:blip r:embed="rId2" cstate="print"/>
          <a:stretch>
            <a:fillRect/>
          </a:stretch>
        </p:blipFill>
        <p:spPr>
          <a:xfrm>
            <a:off x="7374623" y="2209925"/>
            <a:ext cx="4734306" cy="3167085"/>
          </a:xfrm>
          <a:prstGeom prst="rect">
            <a:avLst/>
          </a:prstGeom>
        </p:spPr>
      </p:pic>
      <p:pic>
        <p:nvPicPr>
          <p:cNvPr id="5" name="object 5"/>
          <p:cNvPicPr/>
          <p:nvPr/>
        </p:nvPicPr>
        <p:blipFill>
          <a:blip r:embed="rId3" cstate="print"/>
          <a:stretch>
            <a:fillRect/>
          </a:stretch>
        </p:blipFill>
        <p:spPr>
          <a:xfrm>
            <a:off x="7302500" y="5613400"/>
            <a:ext cx="4803405" cy="3721099"/>
          </a:xfrm>
          <a:prstGeom prst="rect">
            <a:avLst/>
          </a:prstGeom>
        </p:spPr>
      </p:pic>
      <p:sp>
        <p:nvSpPr>
          <p:cNvPr id="6" name="object 6"/>
          <p:cNvSpPr txBox="1"/>
          <p:nvPr/>
        </p:nvSpPr>
        <p:spPr>
          <a:xfrm>
            <a:off x="4412145" y="9439147"/>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4868" rIns="0" bIns="0" rtlCol="0">
            <a:spAutoFit/>
          </a:bodyPr>
          <a:lstStyle/>
          <a:p>
            <a:pPr marL="12700">
              <a:lnSpc>
                <a:spcPct val="100000"/>
              </a:lnSpc>
              <a:spcBef>
                <a:spcPts val="100"/>
              </a:spcBef>
            </a:pPr>
            <a:r>
              <a:rPr spc="-120" dirty="0"/>
              <a:t>Rule</a:t>
            </a:r>
            <a:r>
              <a:rPr spc="-245" dirty="0"/>
              <a:t> </a:t>
            </a:r>
            <a:r>
              <a:rPr dirty="0"/>
              <a:t>of</a:t>
            </a:r>
            <a:r>
              <a:rPr spc="-60" dirty="0"/>
              <a:t> </a:t>
            </a:r>
            <a:r>
              <a:rPr spc="-85" dirty="0"/>
              <a:t>Thirds</a:t>
            </a:r>
            <a:r>
              <a:rPr spc="-180" dirty="0"/>
              <a:t> </a:t>
            </a:r>
            <a:r>
              <a:rPr dirty="0"/>
              <a:t>-</a:t>
            </a:r>
            <a:r>
              <a:rPr spc="-90" dirty="0"/>
              <a:t> </a:t>
            </a:r>
            <a:r>
              <a:rPr spc="-55" dirty="0"/>
              <a:t>Dynamism</a:t>
            </a:r>
          </a:p>
        </p:txBody>
      </p:sp>
      <p:sp>
        <p:nvSpPr>
          <p:cNvPr id="3" name="object 3"/>
          <p:cNvSpPr txBox="1"/>
          <p:nvPr/>
        </p:nvSpPr>
        <p:spPr>
          <a:xfrm>
            <a:off x="609600" y="2333243"/>
            <a:ext cx="10833100" cy="4713605"/>
          </a:xfrm>
          <a:prstGeom prst="rect">
            <a:avLst/>
          </a:prstGeom>
        </p:spPr>
        <p:txBody>
          <a:bodyPr vert="horz" wrap="square" lIns="0" tIns="12700" rIns="0" bIns="0" rtlCol="0">
            <a:spAutoFit/>
          </a:bodyPr>
          <a:lstStyle/>
          <a:p>
            <a:pPr marL="278765" indent="-266065">
              <a:lnSpc>
                <a:spcPct val="100000"/>
              </a:lnSpc>
              <a:spcBef>
                <a:spcPts val="100"/>
              </a:spcBef>
              <a:buChar char="•"/>
              <a:tabLst>
                <a:tab pos="278765" algn="l"/>
              </a:tabLst>
            </a:pPr>
            <a:r>
              <a:rPr sz="2600" dirty="0">
                <a:solidFill>
                  <a:srgbClr val="747474"/>
                </a:solidFill>
                <a:latin typeface="Arial"/>
                <a:cs typeface="Arial"/>
              </a:rPr>
              <a:t>Using</a:t>
            </a:r>
            <a:r>
              <a:rPr sz="2600" spc="-50" dirty="0">
                <a:solidFill>
                  <a:srgbClr val="747474"/>
                </a:solidFill>
                <a:latin typeface="Arial"/>
                <a:cs typeface="Arial"/>
              </a:rPr>
              <a:t> </a:t>
            </a:r>
            <a:r>
              <a:rPr sz="2600" dirty="0">
                <a:solidFill>
                  <a:srgbClr val="747474"/>
                </a:solidFill>
                <a:latin typeface="Arial"/>
                <a:cs typeface="Arial"/>
              </a:rPr>
              <a:t>the</a:t>
            </a:r>
            <a:r>
              <a:rPr sz="2600" spc="-45" dirty="0">
                <a:solidFill>
                  <a:srgbClr val="747474"/>
                </a:solidFill>
                <a:latin typeface="Arial"/>
                <a:cs typeface="Arial"/>
              </a:rPr>
              <a:t> </a:t>
            </a:r>
            <a:r>
              <a:rPr sz="2600" dirty="0">
                <a:solidFill>
                  <a:srgbClr val="747474"/>
                </a:solidFill>
                <a:latin typeface="Arial"/>
                <a:cs typeface="Arial"/>
              </a:rPr>
              <a:t>rule</a:t>
            </a:r>
            <a:r>
              <a:rPr sz="2600" spc="-70" dirty="0">
                <a:solidFill>
                  <a:srgbClr val="747474"/>
                </a:solidFill>
                <a:latin typeface="Arial"/>
                <a:cs typeface="Arial"/>
              </a:rPr>
              <a:t> </a:t>
            </a:r>
            <a:r>
              <a:rPr sz="2600" dirty="0">
                <a:solidFill>
                  <a:srgbClr val="747474"/>
                </a:solidFill>
                <a:latin typeface="Arial"/>
                <a:cs typeface="Arial"/>
              </a:rPr>
              <a:t>of</a:t>
            </a:r>
            <a:r>
              <a:rPr sz="2600" spc="-25" dirty="0">
                <a:solidFill>
                  <a:srgbClr val="747474"/>
                </a:solidFill>
                <a:latin typeface="Arial"/>
                <a:cs typeface="Arial"/>
              </a:rPr>
              <a:t> </a:t>
            </a:r>
            <a:r>
              <a:rPr sz="2600" dirty="0">
                <a:solidFill>
                  <a:srgbClr val="747474"/>
                </a:solidFill>
                <a:latin typeface="Arial"/>
                <a:cs typeface="Arial"/>
              </a:rPr>
              <a:t>thirds</a:t>
            </a:r>
            <a:r>
              <a:rPr sz="2600" spc="-40" dirty="0">
                <a:solidFill>
                  <a:srgbClr val="747474"/>
                </a:solidFill>
                <a:latin typeface="Arial"/>
                <a:cs typeface="Arial"/>
              </a:rPr>
              <a:t> </a:t>
            </a:r>
            <a:r>
              <a:rPr sz="2600" dirty="0">
                <a:solidFill>
                  <a:srgbClr val="747474"/>
                </a:solidFill>
                <a:latin typeface="Arial"/>
                <a:cs typeface="Arial"/>
              </a:rPr>
              <a:t>can</a:t>
            </a:r>
            <a:r>
              <a:rPr sz="2600" spc="-45" dirty="0">
                <a:solidFill>
                  <a:srgbClr val="747474"/>
                </a:solidFill>
                <a:latin typeface="Arial"/>
                <a:cs typeface="Arial"/>
              </a:rPr>
              <a:t> </a:t>
            </a:r>
            <a:r>
              <a:rPr sz="2600" dirty="0">
                <a:solidFill>
                  <a:srgbClr val="747474"/>
                </a:solidFill>
                <a:latin typeface="Arial"/>
                <a:cs typeface="Arial"/>
              </a:rPr>
              <a:t>help</a:t>
            </a:r>
            <a:r>
              <a:rPr sz="2600" spc="-45" dirty="0">
                <a:solidFill>
                  <a:srgbClr val="747474"/>
                </a:solidFill>
                <a:latin typeface="Arial"/>
                <a:cs typeface="Arial"/>
              </a:rPr>
              <a:t> </a:t>
            </a:r>
            <a:r>
              <a:rPr sz="2600" dirty="0">
                <a:solidFill>
                  <a:srgbClr val="747474"/>
                </a:solidFill>
                <a:latin typeface="Arial"/>
                <a:cs typeface="Arial"/>
              </a:rPr>
              <a:t>create</a:t>
            </a:r>
            <a:r>
              <a:rPr sz="2600" spc="-60" dirty="0">
                <a:solidFill>
                  <a:srgbClr val="747474"/>
                </a:solidFill>
                <a:latin typeface="Arial"/>
                <a:cs typeface="Arial"/>
              </a:rPr>
              <a:t> </a:t>
            </a:r>
            <a:r>
              <a:rPr sz="2600" dirty="0">
                <a:solidFill>
                  <a:srgbClr val="747474"/>
                </a:solidFill>
                <a:latin typeface="Arial"/>
                <a:cs typeface="Arial"/>
              </a:rPr>
              <a:t>dynamic</a:t>
            </a:r>
            <a:r>
              <a:rPr sz="2600" spc="-35" dirty="0">
                <a:solidFill>
                  <a:srgbClr val="747474"/>
                </a:solidFill>
                <a:latin typeface="Arial"/>
                <a:cs typeface="Arial"/>
              </a:rPr>
              <a:t> </a:t>
            </a:r>
            <a:r>
              <a:rPr sz="2600" dirty="0">
                <a:solidFill>
                  <a:srgbClr val="747474"/>
                </a:solidFill>
                <a:latin typeface="Arial"/>
                <a:cs typeface="Arial"/>
              </a:rPr>
              <a:t>and</a:t>
            </a:r>
            <a:r>
              <a:rPr sz="2600" spc="-45" dirty="0">
                <a:solidFill>
                  <a:srgbClr val="747474"/>
                </a:solidFill>
                <a:latin typeface="Arial"/>
                <a:cs typeface="Arial"/>
              </a:rPr>
              <a:t> </a:t>
            </a:r>
            <a:r>
              <a:rPr sz="2600" dirty="0">
                <a:solidFill>
                  <a:srgbClr val="747474"/>
                </a:solidFill>
                <a:latin typeface="Arial"/>
                <a:cs typeface="Arial"/>
              </a:rPr>
              <a:t>interesting</a:t>
            </a:r>
            <a:r>
              <a:rPr sz="2600" spc="254" dirty="0">
                <a:solidFill>
                  <a:srgbClr val="747474"/>
                </a:solidFill>
                <a:latin typeface="Arial"/>
                <a:cs typeface="Arial"/>
              </a:rPr>
              <a:t> </a:t>
            </a:r>
            <a:r>
              <a:rPr sz="2600" spc="-10" dirty="0">
                <a:solidFill>
                  <a:srgbClr val="747474"/>
                </a:solidFill>
                <a:latin typeface="Arial"/>
                <a:cs typeface="Arial"/>
              </a:rPr>
              <a:t>images.</a:t>
            </a:r>
            <a:endParaRPr sz="2600">
              <a:latin typeface="Arial"/>
              <a:cs typeface="Arial"/>
            </a:endParaRPr>
          </a:p>
          <a:p>
            <a:pPr>
              <a:lnSpc>
                <a:spcPct val="100000"/>
              </a:lnSpc>
              <a:spcBef>
                <a:spcPts val="2385"/>
              </a:spcBef>
              <a:buClr>
                <a:srgbClr val="747474"/>
              </a:buClr>
              <a:buFont typeface="Arial"/>
              <a:buChar char="•"/>
            </a:pPr>
            <a:endParaRPr sz="2600">
              <a:latin typeface="Arial"/>
              <a:cs typeface="Arial"/>
            </a:endParaRPr>
          </a:p>
          <a:p>
            <a:pPr marL="278765" indent="-266065">
              <a:lnSpc>
                <a:spcPct val="100000"/>
              </a:lnSpc>
              <a:buChar char="•"/>
              <a:tabLst>
                <a:tab pos="278765" algn="l"/>
              </a:tabLst>
            </a:pPr>
            <a:r>
              <a:rPr sz="2600" spc="-120" dirty="0">
                <a:solidFill>
                  <a:srgbClr val="747474"/>
                </a:solidFill>
                <a:latin typeface="Arial"/>
                <a:cs typeface="Arial"/>
              </a:rPr>
              <a:t>Try</a:t>
            </a:r>
            <a:r>
              <a:rPr sz="2600" spc="-225" dirty="0">
                <a:solidFill>
                  <a:srgbClr val="747474"/>
                </a:solidFill>
                <a:latin typeface="Arial"/>
                <a:cs typeface="Arial"/>
              </a:rPr>
              <a:t> </a:t>
            </a:r>
            <a:r>
              <a:rPr sz="2600" dirty="0">
                <a:solidFill>
                  <a:srgbClr val="747474"/>
                </a:solidFill>
                <a:latin typeface="Arial"/>
                <a:cs typeface="Arial"/>
              </a:rPr>
              <a:t>to</a:t>
            </a:r>
            <a:r>
              <a:rPr sz="2600" spc="40" dirty="0">
                <a:solidFill>
                  <a:srgbClr val="747474"/>
                </a:solidFill>
                <a:latin typeface="Arial"/>
                <a:cs typeface="Arial"/>
              </a:rPr>
              <a:t> </a:t>
            </a:r>
            <a:r>
              <a:rPr sz="2600" dirty="0">
                <a:solidFill>
                  <a:srgbClr val="747474"/>
                </a:solidFill>
                <a:latin typeface="Arial"/>
                <a:cs typeface="Arial"/>
              </a:rPr>
              <a:t>consider this when</a:t>
            </a:r>
            <a:r>
              <a:rPr sz="2600" spc="-10" dirty="0">
                <a:solidFill>
                  <a:srgbClr val="747474"/>
                </a:solidFill>
                <a:latin typeface="Arial"/>
                <a:cs typeface="Arial"/>
              </a:rPr>
              <a:t> </a:t>
            </a:r>
            <a:r>
              <a:rPr sz="2600" dirty="0">
                <a:solidFill>
                  <a:srgbClr val="747474"/>
                </a:solidFill>
                <a:latin typeface="Arial"/>
                <a:cs typeface="Arial"/>
              </a:rPr>
              <a:t>taking</a:t>
            </a:r>
            <a:r>
              <a:rPr sz="2600" spc="5" dirty="0">
                <a:solidFill>
                  <a:srgbClr val="747474"/>
                </a:solidFill>
                <a:latin typeface="Arial"/>
                <a:cs typeface="Arial"/>
              </a:rPr>
              <a:t> </a:t>
            </a:r>
            <a:r>
              <a:rPr sz="2600" dirty="0">
                <a:solidFill>
                  <a:srgbClr val="747474"/>
                </a:solidFill>
                <a:latin typeface="Arial"/>
                <a:cs typeface="Arial"/>
              </a:rPr>
              <a:t>or</a:t>
            </a:r>
            <a:r>
              <a:rPr sz="2600" spc="-10" dirty="0">
                <a:solidFill>
                  <a:srgbClr val="747474"/>
                </a:solidFill>
                <a:latin typeface="Arial"/>
                <a:cs typeface="Arial"/>
              </a:rPr>
              <a:t> </a:t>
            </a:r>
            <a:r>
              <a:rPr sz="2600" dirty="0">
                <a:solidFill>
                  <a:srgbClr val="747474"/>
                </a:solidFill>
                <a:latin typeface="Arial"/>
                <a:cs typeface="Arial"/>
              </a:rPr>
              <a:t>cropping</a:t>
            </a:r>
            <a:r>
              <a:rPr sz="2600" spc="170" dirty="0">
                <a:solidFill>
                  <a:srgbClr val="747474"/>
                </a:solidFill>
                <a:latin typeface="Arial"/>
                <a:cs typeface="Arial"/>
              </a:rPr>
              <a:t> </a:t>
            </a:r>
            <a:r>
              <a:rPr sz="2600" spc="-10" dirty="0">
                <a:solidFill>
                  <a:srgbClr val="747474"/>
                </a:solidFill>
                <a:latin typeface="Arial"/>
                <a:cs typeface="Arial"/>
              </a:rPr>
              <a:t>images.</a:t>
            </a:r>
            <a:endParaRPr sz="2600">
              <a:latin typeface="Arial"/>
              <a:cs typeface="Arial"/>
            </a:endParaRPr>
          </a:p>
          <a:p>
            <a:pPr>
              <a:lnSpc>
                <a:spcPct val="100000"/>
              </a:lnSpc>
              <a:spcBef>
                <a:spcPts val="2290"/>
              </a:spcBef>
              <a:buClr>
                <a:srgbClr val="747474"/>
              </a:buClr>
              <a:buFont typeface="Arial"/>
              <a:buChar char="•"/>
            </a:pPr>
            <a:endParaRPr sz="2600">
              <a:latin typeface="Arial"/>
              <a:cs typeface="Arial"/>
            </a:endParaRPr>
          </a:p>
          <a:p>
            <a:pPr marL="278765" indent="-266065">
              <a:lnSpc>
                <a:spcPct val="100000"/>
              </a:lnSpc>
              <a:buChar char="•"/>
              <a:tabLst>
                <a:tab pos="278765" algn="l"/>
              </a:tabLst>
            </a:pPr>
            <a:r>
              <a:rPr sz="2600" dirty="0">
                <a:solidFill>
                  <a:srgbClr val="747474"/>
                </a:solidFill>
                <a:latin typeface="Arial"/>
                <a:cs typeface="Arial"/>
              </a:rPr>
              <a:t>Images,</a:t>
            </a:r>
            <a:r>
              <a:rPr sz="2600" spc="-60" dirty="0">
                <a:solidFill>
                  <a:srgbClr val="747474"/>
                </a:solidFill>
                <a:latin typeface="Arial"/>
                <a:cs typeface="Arial"/>
              </a:rPr>
              <a:t> </a:t>
            </a:r>
            <a:r>
              <a:rPr sz="2600" dirty="0">
                <a:solidFill>
                  <a:srgbClr val="747474"/>
                </a:solidFill>
                <a:latin typeface="Arial"/>
                <a:cs typeface="Arial"/>
              </a:rPr>
              <a:t>pages</a:t>
            </a:r>
            <a:r>
              <a:rPr sz="2600" spc="-35" dirty="0">
                <a:solidFill>
                  <a:srgbClr val="747474"/>
                </a:solidFill>
                <a:latin typeface="Arial"/>
                <a:cs typeface="Arial"/>
              </a:rPr>
              <a:t> </a:t>
            </a:r>
            <a:r>
              <a:rPr sz="2600" dirty="0">
                <a:solidFill>
                  <a:srgbClr val="747474"/>
                </a:solidFill>
                <a:latin typeface="Arial"/>
                <a:cs typeface="Arial"/>
              </a:rPr>
              <a:t>etc. can</a:t>
            </a:r>
            <a:r>
              <a:rPr sz="2600" spc="-35" dirty="0">
                <a:solidFill>
                  <a:srgbClr val="747474"/>
                </a:solidFill>
                <a:latin typeface="Arial"/>
                <a:cs typeface="Arial"/>
              </a:rPr>
              <a:t> </a:t>
            </a:r>
            <a:r>
              <a:rPr sz="2600" spc="-10" dirty="0">
                <a:solidFill>
                  <a:srgbClr val="747474"/>
                </a:solidFill>
                <a:latin typeface="Arial"/>
                <a:cs typeface="Arial"/>
              </a:rPr>
              <a:t>usually</a:t>
            </a:r>
            <a:r>
              <a:rPr sz="2600" spc="-60" dirty="0">
                <a:solidFill>
                  <a:srgbClr val="747474"/>
                </a:solidFill>
                <a:latin typeface="Arial"/>
                <a:cs typeface="Arial"/>
              </a:rPr>
              <a:t> </a:t>
            </a:r>
            <a:r>
              <a:rPr sz="2600" dirty="0">
                <a:solidFill>
                  <a:srgbClr val="747474"/>
                </a:solidFill>
                <a:latin typeface="Arial"/>
                <a:cs typeface="Arial"/>
              </a:rPr>
              <a:t>be</a:t>
            </a:r>
            <a:r>
              <a:rPr sz="2600" spc="-30" dirty="0">
                <a:solidFill>
                  <a:srgbClr val="747474"/>
                </a:solidFill>
                <a:latin typeface="Arial"/>
                <a:cs typeface="Arial"/>
              </a:rPr>
              <a:t> </a:t>
            </a:r>
            <a:r>
              <a:rPr sz="2600" dirty="0">
                <a:solidFill>
                  <a:srgbClr val="747474"/>
                </a:solidFill>
                <a:latin typeface="Arial"/>
                <a:cs typeface="Arial"/>
              </a:rPr>
              <a:t>divided</a:t>
            </a:r>
            <a:r>
              <a:rPr sz="2600" spc="-5" dirty="0">
                <a:solidFill>
                  <a:srgbClr val="747474"/>
                </a:solidFill>
                <a:latin typeface="Arial"/>
                <a:cs typeface="Arial"/>
              </a:rPr>
              <a:t> </a:t>
            </a:r>
            <a:r>
              <a:rPr sz="2600" dirty="0">
                <a:solidFill>
                  <a:srgbClr val="747474"/>
                </a:solidFill>
                <a:latin typeface="Arial"/>
                <a:cs typeface="Arial"/>
              </a:rPr>
              <a:t>up into</a:t>
            </a:r>
            <a:r>
              <a:rPr sz="2600" spc="170" dirty="0">
                <a:solidFill>
                  <a:srgbClr val="747474"/>
                </a:solidFill>
                <a:latin typeface="Arial"/>
                <a:cs typeface="Arial"/>
              </a:rPr>
              <a:t> </a:t>
            </a:r>
            <a:r>
              <a:rPr sz="2600" spc="35" dirty="0">
                <a:solidFill>
                  <a:srgbClr val="747474"/>
                </a:solidFill>
                <a:latin typeface="Arial"/>
                <a:cs typeface="Arial"/>
              </a:rPr>
              <a:t>“thirds”.</a:t>
            </a:r>
            <a:endParaRPr sz="2600">
              <a:latin typeface="Arial"/>
              <a:cs typeface="Arial"/>
            </a:endParaRPr>
          </a:p>
          <a:p>
            <a:pPr>
              <a:lnSpc>
                <a:spcPct val="100000"/>
              </a:lnSpc>
              <a:spcBef>
                <a:spcPts val="2385"/>
              </a:spcBef>
              <a:buClr>
                <a:srgbClr val="747474"/>
              </a:buClr>
              <a:buFont typeface="Arial"/>
              <a:buChar char="•"/>
            </a:pPr>
            <a:endParaRPr sz="2600">
              <a:latin typeface="Arial"/>
              <a:cs typeface="Arial"/>
            </a:endParaRPr>
          </a:p>
          <a:p>
            <a:pPr marL="278765" indent="-266065">
              <a:lnSpc>
                <a:spcPct val="100000"/>
              </a:lnSpc>
              <a:buChar char="•"/>
              <a:tabLst>
                <a:tab pos="278765" algn="l"/>
              </a:tabLst>
            </a:pPr>
            <a:r>
              <a:rPr sz="2600" dirty="0">
                <a:solidFill>
                  <a:srgbClr val="747474"/>
                </a:solidFill>
                <a:latin typeface="Arial"/>
                <a:cs typeface="Arial"/>
              </a:rPr>
              <a:t>This</a:t>
            </a:r>
            <a:r>
              <a:rPr sz="2600" spc="-105" dirty="0">
                <a:solidFill>
                  <a:srgbClr val="747474"/>
                </a:solidFill>
                <a:latin typeface="Arial"/>
                <a:cs typeface="Arial"/>
              </a:rPr>
              <a:t> </a:t>
            </a:r>
            <a:r>
              <a:rPr sz="2600" dirty="0">
                <a:solidFill>
                  <a:srgbClr val="747474"/>
                </a:solidFill>
                <a:latin typeface="Arial"/>
                <a:cs typeface="Arial"/>
              </a:rPr>
              <a:t>can</a:t>
            </a:r>
            <a:r>
              <a:rPr sz="2600" spc="-60" dirty="0">
                <a:solidFill>
                  <a:srgbClr val="747474"/>
                </a:solidFill>
                <a:latin typeface="Arial"/>
                <a:cs typeface="Arial"/>
              </a:rPr>
              <a:t> </a:t>
            </a:r>
            <a:r>
              <a:rPr sz="2600" dirty="0">
                <a:solidFill>
                  <a:srgbClr val="747474"/>
                </a:solidFill>
                <a:latin typeface="Arial"/>
                <a:cs typeface="Arial"/>
              </a:rPr>
              <a:t>lend</a:t>
            </a:r>
            <a:r>
              <a:rPr sz="2600" spc="-55" dirty="0">
                <a:solidFill>
                  <a:srgbClr val="747474"/>
                </a:solidFill>
                <a:latin typeface="Arial"/>
                <a:cs typeface="Arial"/>
              </a:rPr>
              <a:t> </a:t>
            </a:r>
            <a:r>
              <a:rPr sz="2600" dirty="0">
                <a:solidFill>
                  <a:srgbClr val="747474"/>
                </a:solidFill>
                <a:latin typeface="Arial"/>
                <a:cs typeface="Arial"/>
              </a:rPr>
              <a:t>the</a:t>
            </a:r>
            <a:r>
              <a:rPr sz="2600" spc="-60" dirty="0">
                <a:solidFill>
                  <a:srgbClr val="747474"/>
                </a:solidFill>
                <a:latin typeface="Arial"/>
                <a:cs typeface="Arial"/>
              </a:rPr>
              <a:t> </a:t>
            </a:r>
            <a:r>
              <a:rPr sz="2600" dirty="0">
                <a:solidFill>
                  <a:srgbClr val="747474"/>
                </a:solidFill>
                <a:latin typeface="Arial"/>
                <a:cs typeface="Arial"/>
              </a:rPr>
              <a:t>image/page</a:t>
            </a:r>
            <a:r>
              <a:rPr sz="2600" spc="-55" dirty="0">
                <a:solidFill>
                  <a:srgbClr val="747474"/>
                </a:solidFill>
                <a:latin typeface="Arial"/>
                <a:cs typeface="Arial"/>
              </a:rPr>
              <a:t> </a:t>
            </a:r>
            <a:r>
              <a:rPr sz="2600" dirty="0">
                <a:solidFill>
                  <a:srgbClr val="747474"/>
                </a:solidFill>
                <a:latin typeface="Arial"/>
                <a:cs typeface="Arial"/>
              </a:rPr>
              <a:t>a</a:t>
            </a:r>
            <a:r>
              <a:rPr sz="2600" spc="-60" dirty="0">
                <a:solidFill>
                  <a:srgbClr val="747474"/>
                </a:solidFill>
                <a:latin typeface="Arial"/>
                <a:cs typeface="Arial"/>
              </a:rPr>
              <a:t> </a:t>
            </a:r>
            <a:r>
              <a:rPr sz="2600" spc="-10" dirty="0">
                <a:solidFill>
                  <a:srgbClr val="747474"/>
                </a:solidFill>
                <a:latin typeface="Arial"/>
                <a:cs typeface="Arial"/>
              </a:rPr>
              <a:t>sense</a:t>
            </a:r>
            <a:r>
              <a:rPr sz="2600" spc="-90" dirty="0">
                <a:solidFill>
                  <a:srgbClr val="747474"/>
                </a:solidFill>
                <a:latin typeface="Arial"/>
                <a:cs typeface="Arial"/>
              </a:rPr>
              <a:t> </a:t>
            </a:r>
            <a:r>
              <a:rPr sz="2600" dirty="0">
                <a:solidFill>
                  <a:srgbClr val="747474"/>
                </a:solidFill>
                <a:latin typeface="Arial"/>
                <a:cs typeface="Arial"/>
              </a:rPr>
              <a:t>of</a:t>
            </a:r>
            <a:r>
              <a:rPr sz="2600" spc="-5" dirty="0">
                <a:solidFill>
                  <a:srgbClr val="747474"/>
                </a:solidFill>
                <a:latin typeface="Arial"/>
                <a:cs typeface="Arial"/>
              </a:rPr>
              <a:t> </a:t>
            </a:r>
            <a:r>
              <a:rPr sz="2600" spc="-10" dirty="0">
                <a:solidFill>
                  <a:srgbClr val="747474"/>
                </a:solidFill>
                <a:latin typeface="Arial"/>
                <a:cs typeface="Arial"/>
              </a:rPr>
              <a:t>balance.</a:t>
            </a:r>
            <a:endParaRPr sz="2600">
              <a:latin typeface="Arial"/>
              <a:cs typeface="Arial"/>
            </a:endParaRPr>
          </a:p>
          <a:p>
            <a:pPr>
              <a:lnSpc>
                <a:spcPct val="100000"/>
              </a:lnSpc>
              <a:spcBef>
                <a:spcPts val="2290"/>
              </a:spcBef>
              <a:buClr>
                <a:srgbClr val="747474"/>
              </a:buClr>
              <a:buFont typeface="Arial"/>
              <a:buChar char="•"/>
            </a:pPr>
            <a:endParaRPr sz="2600">
              <a:latin typeface="Arial"/>
              <a:cs typeface="Arial"/>
            </a:endParaRPr>
          </a:p>
          <a:p>
            <a:pPr marL="278765" indent="-266065">
              <a:lnSpc>
                <a:spcPct val="100000"/>
              </a:lnSpc>
              <a:buChar char="•"/>
              <a:tabLst>
                <a:tab pos="278765" algn="l"/>
              </a:tabLst>
            </a:pPr>
            <a:r>
              <a:rPr sz="2600" dirty="0">
                <a:solidFill>
                  <a:srgbClr val="747474"/>
                </a:solidFill>
                <a:latin typeface="Arial"/>
                <a:cs typeface="Arial"/>
              </a:rPr>
              <a:t>Many</a:t>
            </a:r>
            <a:r>
              <a:rPr sz="2600" spc="-70" dirty="0">
                <a:solidFill>
                  <a:srgbClr val="747474"/>
                </a:solidFill>
                <a:latin typeface="Arial"/>
                <a:cs typeface="Arial"/>
              </a:rPr>
              <a:t> </a:t>
            </a:r>
            <a:r>
              <a:rPr sz="2600" dirty="0">
                <a:solidFill>
                  <a:srgbClr val="747474"/>
                </a:solidFill>
                <a:latin typeface="Arial"/>
                <a:cs typeface="Arial"/>
              </a:rPr>
              <a:t>cameras</a:t>
            </a:r>
            <a:r>
              <a:rPr sz="2600" spc="-85" dirty="0">
                <a:solidFill>
                  <a:srgbClr val="747474"/>
                </a:solidFill>
                <a:latin typeface="Arial"/>
                <a:cs typeface="Arial"/>
              </a:rPr>
              <a:t> </a:t>
            </a:r>
            <a:r>
              <a:rPr sz="2600" dirty="0">
                <a:solidFill>
                  <a:srgbClr val="747474"/>
                </a:solidFill>
                <a:latin typeface="Arial"/>
                <a:cs typeface="Arial"/>
              </a:rPr>
              <a:t>have</a:t>
            </a:r>
            <a:r>
              <a:rPr sz="2600" spc="-100" dirty="0">
                <a:solidFill>
                  <a:srgbClr val="747474"/>
                </a:solidFill>
                <a:latin typeface="Arial"/>
                <a:cs typeface="Arial"/>
              </a:rPr>
              <a:t> </a:t>
            </a:r>
            <a:r>
              <a:rPr sz="2600" dirty="0">
                <a:solidFill>
                  <a:srgbClr val="747474"/>
                </a:solidFill>
                <a:latin typeface="Arial"/>
                <a:cs typeface="Arial"/>
              </a:rPr>
              <a:t>a</a:t>
            </a:r>
            <a:r>
              <a:rPr sz="2600" spc="-65" dirty="0">
                <a:solidFill>
                  <a:srgbClr val="747474"/>
                </a:solidFill>
                <a:latin typeface="Arial"/>
                <a:cs typeface="Arial"/>
              </a:rPr>
              <a:t> </a:t>
            </a:r>
            <a:r>
              <a:rPr sz="2600" dirty="0">
                <a:solidFill>
                  <a:srgbClr val="747474"/>
                </a:solidFill>
                <a:latin typeface="Arial"/>
                <a:cs typeface="Arial"/>
              </a:rPr>
              <a:t>thirds</a:t>
            </a:r>
            <a:r>
              <a:rPr sz="2600" spc="-60" dirty="0">
                <a:solidFill>
                  <a:srgbClr val="747474"/>
                </a:solidFill>
                <a:latin typeface="Arial"/>
                <a:cs typeface="Arial"/>
              </a:rPr>
              <a:t> </a:t>
            </a:r>
            <a:r>
              <a:rPr sz="2600" spc="-10" dirty="0">
                <a:solidFill>
                  <a:srgbClr val="747474"/>
                </a:solidFill>
                <a:latin typeface="Arial"/>
                <a:cs typeface="Arial"/>
              </a:rPr>
              <a:t>overlay</a:t>
            </a:r>
            <a:r>
              <a:rPr sz="2600" spc="-120" dirty="0">
                <a:solidFill>
                  <a:srgbClr val="747474"/>
                </a:solidFill>
                <a:latin typeface="Arial"/>
                <a:cs typeface="Arial"/>
              </a:rPr>
              <a:t> </a:t>
            </a:r>
            <a:r>
              <a:rPr sz="2600" spc="-10" dirty="0">
                <a:solidFill>
                  <a:srgbClr val="747474"/>
                </a:solidFill>
                <a:latin typeface="Arial"/>
                <a:cs typeface="Arial"/>
              </a:rPr>
              <a:t>grid.</a:t>
            </a:r>
            <a:endParaRPr sz="2600">
              <a:latin typeface="Arial"/>
              <a:cs typeface="Arial"/>
            </a:endParaRPr>
          </a:p>
        </p:txBody>
      </p:sp>
      <p:pic>
        <p:nvPicPr>
          <p:cNvPr id="4" name="object 4"/>
          <p:cNvPicPr/>
          <p:nvPr/>
        </p:nvPicPr>
        <p:blipFill>
          <a:blip r:embed="rId2" cstate="print"/>
          <a:stretch>
            <a:fillRect/>
          </a:stretch>
        </p:blipFill>
        <p:spPr>
          <a:xfrm>
            <a:off x="7629626" y="6101584"/>
            <a:ext cx="5033810" cy="35152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47700" y="1974850"/>
            <a:ext cx="4876800" cy="0"/>
          </a:xfrm>
          <a:custGeom>
            <a:avLst/>
            <a:gdLst/>
            <a:ahLst/>
            <a:cxnLst/>
            <a:rect l="l" t="t" r="r" b="b"/>
            <a:pathLst>
              <a:path w="4876800">
                <a:moveTo>
                  <a:pt x="0" y="0"/>
                </a:moveTo>
                <a:lnTo>
                  <a:pt x="4876800" y="0"/>
                </a:lnTo>
              </a:path>
            </a:pathLst>
          </a:custGeom>
          <a:ln w="12700">
            <a:solidFill>
              <a:srgbClr val="9A9A9A"/>
            </a:solidFill>
          </a:ln>
        </p:spPr>
        <p:txBody>
          <a:bodyPr wrap="square" lIns="0" tIns="0" rIns="0" bIns="0" rtlCol="0"/>
          <a:lstStyle/>
          <a:p>
            <a:endParaRPr/>
          </a:p>
        </p:txBody>
      </p:sp>
      <p:grpSp>
        <p:nvGrpSpPr>
          <p:cNvPr id="3" name="object 3"/>
          <p:cNvGrpSpPr/>
          <p:nvPr/>
        </p:nvGrpSpPr>
        <p:grpSpPr>
          <a:xfrm>
            <a:off x="6501384" y="0"/>
            <a:ext cx="6503670" cy="9753600"/>
            <a:chOff x="6501384" y="0"/>
            <a:chExt cx="6503670" cy="9753600"/>
          </a:xfrm>
        </p:grpSpPr>
        <p:pic>
          <p:nvPicPr>
            <p:cNvPr id="4" name="object 4"/>
            <p:cNvPicPr/>
            <p:nvPr/>
          </p:nvPicPr>
          <p:blipFill>
            <a:blip r:embed="rId2" cstate="print"/>
            <a:stretch>
              <a:fillRect/>
            </a:stretch>
          </p:blipFill>
          <p:spPr>
            <a:xfrm>
              <a:off x="6501384" y="0"/>
              <a:ext cx="6501384" cy="9753599"/>
            </a:xfrm>
            <a:prstGeom prst="rect">
              <a:avLst/>
            </a:prstGeom>
          </p:spPr>
        </p:pic>
        <p:sp>
          <p:nvSpPr>
            <p:cNvPr id="5" name="object 5"/>
            <p:cNvSpPr/>
            <p:nvPr/>
          </p:nvSpPr>
          <p:spPr>
            <a:xfrm>
              <a:off x="6502400" y="1996588"/>
              <a:ext cx="6502400" cy="0"/>
            </a:xfrm>
            <a:custGeom>
              <a:avLst/>
              <a:gdLst/>
              <a:ahLst/>
              <a:cxnLst/>
              <a:rect l="l" t="t" r="r" b="b"/>
              <a:pathLst>
                <a:path w="6502400">
                  <a:moveTo>
                    <a:pt x="0" y="0"/>
                  </a:moveTo>
                  <a:lnTo>
                    <a:pt x="6502400" y="0"/>
                  </a:lnTo>
                </a:path>
              </a:pathLst>
            </a:custGeom>
            <a:ln w="26678">
              <a:solidFill>
                <a:srgbClr val="FFFFFF"/>
              </a:solidFill>
            </a:ln>
          </p:spPr>
          <p:txBody>
            <a:bodyPr wrap="square" lIns="0" tIns="0" rIns="0" bIns="0" rtlCol="0"/>
            <a:lstStyle/>
            <a:p>
              <a:endParaRPr/>
            </a:p>
          </p:txBody>
        </p:sp>
        <p:sp>
          <p:nvSpPr>
            <p:cNvPr id="6" name="object 6"/>
            <p:cNvSpPr/>
            <p:nvPr/>
          </p:nvSpPr>
          <p:spPr>
            <a:xfrm>
              <a:off x="6502400" y="3957467"/>
              <a:ext cx="6502400" cy="0"/>
            </a:xfrm>
            <a:custGeom>
              <a:avLst/>
              <a:gdLst/>
              <a:ahLst/>
              <a:cxnLst/>
              <a:rect l="l" t="t" r="r" b="b"/>
              <a:pathLst>
                <a:path w="6502400">
                  <a:moveTo>
                    <a:pt x="0" y="0"/>
                  </a:moveTo>
                  <a:lnTo>
                    <a:pt x="6502400" y="0"/>
                  </a:lnTo>
                </a:path>
              </a:pathLst>
            </a:custGeom>
            <a:ln w="26678">
              <a:solidFill>
                <a:srgbClr val="FFFFFF"/>
              </a:solidFill>
            </a:ln>
          </p:spPr>
          <p:txBody>
            <a:bodyPr wrap="square" lIns="0" tIns="0" rIns="0" bIns="0" rtlCol="0"/>
            <a:lstStyle/>
            <a:p>
              <a:endParaRPr/>
            </a:p>
          </p:txBody>
        </p:sp>
        <p:sp>
          <p:nvSpPr>
            <p:cNvPr id="7" name="object 7"/>
            <p:cNvSpPr/>
            <p:nvPr/>
          </p:nvSpPr>
          <p:spPr>
            <a:xfrm>
              <a:off x="6502400" y="5945026"/>
              <a:ext cx="6502400" cy="0"/>
            </a:xfrm>
            <a:custGeom>
              <a:avLst/>
              <a:gdLst/>
              <a:ahLst/>
              <a:cxnLst/>
              <a:rect l="l" t="t" r="r" b="b"/>
              <a:pathLst>
                <a:path w="6502400">
                  <a:moveTo>
                    <a:pt x="0" y="0"/>
                  </a:moveTo>
                  <a:lnTo>
                    <a:pt x="6502400" y="0"/>
                  </a:lnTo>
                </a:path>
              </a:pathLst>
            </a:custGeom>
            <a:ln w="26678">
              <a:solidFill>
                <a:srgbClr val="FFFFFF"/>
              </a:solidFill>
            </a:ln>
          </p:spPr>
          <p:txBody>
            <a:bodyPr wrap="square" lIns="0" tIns="0" rIns="0" bIns="0" rtlCol="0"/>
            <a:lstStyle/>
            <a:p>
              <a:endParaRPr/>
            </a:p>
          </p:txBody>
        </p:sp>
        <p:sp>
          <p:nvSpPr>
            <p:cNvPr id="8" name="object 8"/>
            <p:cNvSpPr/>
            <p:nvPr/>
          </p:nvSpPr>
          <p:spPr>
            <a:xfrm>
              <a:off x="6502400" y="7892568"/>
              <a:ext cx="6502400" cy="0"/>
            </a:xfrm>
            <a:custGeom>
              <a:avLst/>
              <a:gdLst/>
              <a:ahLst/>
              <a:cxnLst/>
              <a:rect l="l" t="t" r="r" b="b"/>
              <a:pathLst>
                <a:path w="6502400">
                  <a:moveTo>
                    <a:pt x="0" y="0"/>
                  </a:moveTo>
                  <a:lnTo>
                    <a:pt x="6502400" y="0"/>
                  </a:lnTo>
                </a:path>
              </a:pathLst>
            </a:custGeom>
            <a:ln w="26678">
              <a:solidFill>
                <a:srgbClr val="FFFFFF"/>
              </a:solidFill>
            </a:ln>
          </p:spPr>
          <p:txBody>
            <a:bodyPr wrap="square" lIns="0" tIns="0" rIns="0" bIns="0" rtlCol="0"/>
            <a:lstStyle/>
            <a:p>
              <a:endParaRPr/>
            </a:p>
          </p:txBody>
        </p:sp>
        <p:sp>
          <p:nvSpPr>
            <p:cNvPr id="9" name="object 9"/>
            <p:cNvSpPr/>
            <p:nvPr/>
          </p:nvSpPr>
          <p:spPr>
            <a:xfrm>
              <a:off x="8562533" y="0"/>
              <a:ext cx="0" cy="9753600"/>
            </a:xfrm>
            <a:custGeom>
              <a:avLst/>
              <a:gdLst/>
              <a:ahLst/>
              <a:cxnLst/>
              <a:rect l="l" t="t" r="r" b="b"/>
              <a:pathLst>
                <a:path h="9753600">
                  <a:moveTo>
                    <a:pt x="0" y="0"/>
                  </a:moveTo>
                  <a:lnTo>
                    <a:pt x="0" y="9753600"/>
                  </a:lnTo>
                </a:path>
              </a:pathLst>
            </a:custGeom>
            <a:ln w="26641">
              <a:solidFill>
                <a:srgbClr val="FFFFFF"/>
              </a:solidFill>
            </a:ln>
          </p:spPr>
          <p:txBody>
            <a:bodyPr wrap="square" lIns="0" tIns="0" rIns="0" bIns="0" rtlCol="0"/>
            <a:lstStyle/>
            <a:p>
              <a:endParaRPr/>
            </a:p>
          </p:txBody>
        </p:sp>
        <p:sp>
          <p:nvSpPr>
            <p:cNvPr id="10" name="object 10"/>
            <p:cNvSpPr/>
            <p:nvPr/>
          </p:nvSpPr>
          <p:spPr>
            <a:xfrm>
              <a:off x="10893669" y="0"/>
              <a:ext cx="0" cy="9753600"/>
            </a:xfrm>
            <a:custGeom>
              <a:avLst/>
              <a:gdLst/>
              <a:ahLst/>
              <a:cxnLst/>
              <a:rect l="l" t="t" r="r" b="b"/>
              <a:pathLst>
                <a:path h="9753600">
                  <a:moveTo>
                    <a:pt x="0" y="0"/>
                  </a:moveTo>
                  <a:lnTo>
                    <a:pt x="0" y="9753600"/>
                  </a:lnTo>
                </a:path>
              </a:pathLst>
            </a:custGeom>
            <a:ln w="26641">
              <a:solidFill>
                <a:srgbClr val="FFFFFF"/>
              </a:solidFill>
            </a:ln>
          </p:spPr>
          <p:txBody>
            <a:bodyPr wrap="square" lIns="0" tIns="0" rIns="0" bIns="0" rtlCol="0"/>
            <a:lstStyle/>
            <a:p>
              <a:endParaRPr/>
            </a:p>
          </p:txBody>
        </p:sp>
      </p:grpSp>
      <p:sp>
        <p:nvSpPr>
          <p:cNvPr id="11" name="object 11"/>
          <p:cNvSpPr txBox="1">
            <a:spLocks noGrp="1"/>
          </p:cNvSpPr>
          <p:nvPr>
            <p:ph type="title"/>
          </p:nvPr>
        </p:nvSpPr>
        <p:spPr>
          <a:xfrm>
            <a:off x="609600" y="990092"/>
            <a:ext cx="3173730" cy="665480"/>
          </a:xfrm>
          <a:prstGeom prst="rect">
            <a:avLst/>
          </a:prstGeom>
        </p:spPr>
        <p:txBody>
          <a:bodyPr vert="horz" wrap="square" lIns="0" tIns="12700" rIns="0" bIns="0" rtlCol="0">
            <a:spAutoFit/>
          </a:bodyPr>
          <a:lstStyle/>
          <a:p>
            <a:pPr marL="12700">
              <a:lnSpc>
                <a:spcPct val="100000"/>
              </a:lnSpc>
              <a:spcBef>
                <a:spcPts val="100"/>
              </a:spcBef>
            </a:pPr>
            <a:r>
              <a:rPr spc="-120" dirty="0"/>
              <a:t>Rule</a:t>
            </a:r>
            <a:r>
              <a:rPr spc="-229" dirty="0"/>
              <a:t> </a:t>
            </a:r>
            <a:r>
              <a:rPr spc="-10" dirty="0"/>
              <a:t>of</a:t>
            </a:r>
            <a:r>
              <a:rPr spc="-285" dirty="0"/>
              <a:t> </a:t>
            </a:r>
            <a:r>
              <a:rPr spc="-55" dirty="0"/>
              <a:t>Thirds</a:t>
            </a:r>
          </a:p>
        </p:txBody>
      </p:sp>
      <p:sp>
        <p:nvSpPr>
          <p:cNvPr id="12" name="object 12"/>
          <p:cNvSpPr txBox="1"/>
          <p:nvPr/>
        </p:nvSpPr>
        <p:spPr>
          <a:xfrm>
            <a:off x="673100" y="1997963"/>
            <a:ext cx="4663440" cy="5511800"/>
          </a:xfrm>
          <a:prstGeom prst="rect">
            <a:avLst/>
          </a:prstGeom>
        </p:spPr>
        <p:txBody>
          <a:bodyPr vert="horz" wrap="square" lIns="0" tIns="12700" rIns="0" bIns="0" rtlCol="0">
            <a:spAutoFit/>
          </a:bodyPr>
          <a:lstStyle/>
          <a:p>
            <a:pPr marL="12700" marR="5080">
              <a:lnSpc>
                <a:spcPct val="150800"/>
              </a:lnSpc>
              <a:spcBef>
                <a:spcPts val="100"/>
              </a:spcBef>
            </a:pPr>
            <a:r>
              <a:rPr sz="2600" spc="-70" dirty="0">
                <a:solidFill>
                  <a:srgbClr val="747474"/>
                </a:solidFill>
                <a:latin typeface="Arial"/>
                <a:cs typeface="Arial"/>
              </a:rPr>
              <a:t>This</a:t>
            </a:r>
            <a:r>
              <a:rPr sz="2600" spc="-140" dirty="0">
                <a:solidFill>
                  <a:srgbClr val="747474"/>
                </a:solidFill>
                <a:latin typeface="Arial"/>
                <a:cs typeface="Arial"/>
              </a:rPr>
              <a:t> </a:t>
            </a:r>
            <a:r>
              <a:rPr sz="2600" spc="-45" dirty="0">
                <a:solidFill>
                  <a:srgbClr val="747474"/>
                </a:solidFill>
                <a:latin typeface="Arial"/>
                <a:cs typeface="Arial"/>
              </a:rPr>
              <a:t>image</a:t>
            </a:r>
            <a:r>
              <a:rPr sz="2600" spc="-100" dirty="0">
                <a:solidFill>
                  <a:srgbClr val="747474"/>
                </a:solidFill>
                <a:latin typeface="Arial"/>
                <a:cs typeface="Arial"/>
              </a:rPr>
              <a:t> </a:t>
            </a:r>
            <a:r>
              <a:rPr sz="2600" spc="-25" dirty="0">
                <a:solidFill>
                  <a:srgbClr val="747474"/>
                </a:solidFill>
                <a:latin typeface="Arial"/>
                <a:cs typeface="Arial"/>
              </a:rPr>
              <a:t>combines</a:t>
            </a:r>
            <a:r>
              <a:rPr sz="2600" spc="-55" dirty="0">
                <a:solidFill>
                  <a:srgbClr val="747474"/>
                </a:solidFill>
                <a:latin typeface="Arial"/>
                <a:cs typeface="Arial"/>
              </a:rPr>
              <a:t> </a:t>
            </a:r>
            <a:r>
              <a:rPr sz="2600" dirty="0">
                <a:solidFill>
                  <a:srgbClr val="747474"/>
                </a:solidFill>
                <a:latin typeface="Arial"/>
                <a:cs typeface="Arial"/>
              </a:rPr>
              <a:t>two</a:t>
            </a:r>
            <a:r>
              <a:rPr sz="2600" spc="25" dirty="0">
                <a:solidFill>
                  <a:srgbClr val="747474"/>
                </a:solidFill>
                <a:latin typeface="Arial"/>
                <a:cs typeface="Arial"/>
              </a:rPr>
              <a:t> </a:t>
            </a:r>
            <a:r>
              <a:rPr sz="2600" spc="-55" dirty="0">
                <a:solidFill>
                  <a:srgbClr val="747474"/>
                </a:solidFill>
                <a:latin typeface="Arial"/>
                <a:cs typeface="Arial"/>
              </a:rPr>
              <a:t>ideas</a:t>
            </a:r>
            <a:r>
              <a:rPr sz="2600" spc="-355" dirty="0">
                <a:solidFill>
                  <a:srgbClr val="747474"/>
                </a:solidFill>
                <a:latin typeface="Arial"/>
                <a:cs typeface="Arial"/>
              </a:rPr>
              <a:t> </a:t>
            </a:r>
            <a:r>
              <a:rPr sz="2600" spc="-50" dirty="0">
                <a:solidFill>
                  <a:srgbClr val="747474"/>
                </a:solidFill>
                <a:latin typeface="Arial"/>
                <a:cs typeface="Arial"/>
              </a:rPr>
              <a:t>- </a:t>
            </a:r>
            <a:r>
              <a:rPr sz="2600" dirty="0">
                <a:solidFill>
                  <a:srgbClr val="747474"/>
                </a:solidFill>
                <a:latin typeface="Arial"/>
                <a:cs typeface="Arial"/>
              </a:rPr>
              <a:t>the</a:t>
            </a:r>
            <a:r>
              <a:rPr sz="2600" spc="-185" dirty="0">
                <a:solidFill>
                  <a:srgbClr val="747474"/>
                </a:solidFill>
                <a:latin typeface="Arial"/>
                <a:cs typeface="Arial"/>
              </a:rPr>
              <a:t> </a:t>
            </a:r>
            <a:r>
              <a:rPr sz="2600" spc="-60" dirty="0">
                <a:solidFill>
                  <a:srgbClr val="747474"/>
                </a:solidFill>
                <a:latin typeface="Arial"/>
                <a:cs typeface="Arial"/>
              </a:rPr>
              <a:t>rule</a:t>
            </a:r>
            <a:r>
              <a:rPr sz="2600" spc="-120" dirty="0">
                <a:solidFill>
                  <a:srgbClr val="747474"/>
                </a:solidFill>
                <a:latin typeface="Arial"/>
                <a:cs typeface="Arial"/>
              </a:rPr>
              <a:t> </a:t>
            </a:r>
            <a:r>
              <a:rPr sz="2600" dirty="0">
                <a:solidFill>
                  <a:srgbClr val="747474"/>
                </a:solidFill>
                <a:latin typeface="Arial"/>
                <a:cs typeface="Arial"/>
              </a:rPr>
              <a:t>of</a:t>
            </a:r>
            <a:r>
              <a:rPr sz="2600" spc="-85" dirty="0">
                <a:solidFill>
                  <a:srgbClr val="747474"/>
                </a:solidFill>
                <a:latin typeface="Arial"/>
                <a:cs typeface="Arial"/>
              </a:rPr>
              <a:t> </a:t>
            </a:r>
            <a:r>
              <a:rPr sz="2600" spc="-20" dirty="0">
                <a:solidFill>
                  <a:srgbClr val="747474"/>
                </a:solidFill>
                <a:latin typeface="Arial"/>
                <a:cs typeface="Arial"/>
              </a:rPr>
              <a:t>thirds</a:t>
            </a:r>
            <a:r>
              <a:rPr sz="2600" spc="-114" dirty="0">
                <a:solidFill>
                  <a:srgbClr val="747474"/>
                </a:solidFill>
                <a:latin typeface="Arial"/>
                <a:cs typeface="Arial"/>
              </a:rPr>
              <a:t> </a:t>
            </a:r>
            <a:r>
              <a:rPr sz="2600" dirty="0">
                <a:solidFill>
                  <a:srgbClr val="747474"/>
                </a:solidFill>
                <a:latin typeface="Arial"/>
                <a:cs typeface="Arial"/>
              </a:rPr>
              <a:t>and</a:t>
            </a:r>
            <a:r>
              <a:rPr sz="2600" spc="-100" dirty="0">
                <a:solidFill>
                  <a:srgbClr val="747474"/>
                </a:solidFill>
                <a:latin typeface="Arial"/>
                <a:cs typeface="Arial"/>
              </a:rPr>
              <a:t> </a:t>
            </a:r>
            <a:r>
              <a:rPr sz="2600" dirty="0">
                <a:solidFill>
                  <a:srgbClr val="747474"/>
                </a:solidFill>
                <a:latin typeface="Arial"/>
                <a:cs typeface="Arial"/>
              </a:rPr>
              <a:t>the</a:t>
            </a:r>
            <a:r>
              <a:rPr sz="2600" spc="-95" dirty="0">
                <a:solidFill>
                  <a:srgbClr val="747474"/>
                </a:solidFill>
                <a:latin typeface="Arial"/>
                <a:cs typeface="Arial"/>
              </a:rPr>
              <a:t> </a:t>
            </a:r>
            <a:r>
              <a:rPr sz="2600" spc="-60" dirty="0">
                <a:solidFill>
                  <a:srgbClr val="747474"/>
                </a:solidFill>
                <a:latin typeface="Arial"/>
                <a:cs typeface="Arial"/>
              </a:rPr>
              <a:t>rule</a:t>
            </a:r>
            <a:r>
              <a:rPr sz="2600" spc="-125" dirty="0">
                <a:solidFill>
                  <a:srgbClr val="747474"/>
                </a:solidFill>
                <a:latin typeface="Arial"/>
                <a:cs typeface="Arial"/>
              </a:rPr>
              <a:t> </a:t>
            </a:r>
            <a:r>
              <a:rPr sz="2600" spc="-25" dirty="0">
                <a:solidFill>
                  <a:srgbClr val="747474"/>
                </a:solidFill>
                <a:latin typeface="Arial"/>
                <a:cs typeface="Arial"/>
              </a:rPr>
              <a:t>of </a:t>
            </a:r>
            <a:r>
              <a:rPr sz="2600" spc="-10" dirty="0">
                <a:solidFill>
                  <a:srgbClr val="747474"/>
                </a:solidFill>
                <a:latin typeface="Arial"/>
                <a:cs typeface="Arial"/>
              </a:rPr>
              <a:t>fifths.</a:t>
            </a:r>
            <a:endParaRPr sz="2600">
              <a:latin typeface="Arial"/>
              <a:cs typeface="Arial"/>
            </a:endParaRPr>
          </a:p>
          <a:p>
            <a:pPr>
              <a:lnSpc>
                <a:spcPct val="100000"/>
              </a:lnSpc>
              <a:spcBef>
                <a:spcPts val="2215"/>
              </a:spcBef>
            </a:pPr>
            <a:endParaRPr sz="2600">
              <a:latin typeface="Arial"/>
              <a:cs typeface="Arial"/>
            </a:endParaRPr>
          </a:p>
          <a:p>
            <a:pPr marL="12700" marR="365125">
              <a:lnSpc>
                <a:spcPct val="153100"/>
              </a:lnSpc>
            </a:pPr>
            <a:r>
              <a:rPr sz="2600" spc="-25" dirty="0">
                <a:solidFill>
                  <a:srgbClr val="747474"/>
                </a:solidFill>
                <a:latin typeface="Arial"/>
                <a:cs typeface="Arial"/>
              </a:rPr>
              <a:t>Artists</a:t>
            </a:r>
            <a:r>
              <a:rPr sz="2600" spc="-120" dirty="0">
                <a:solidFill>
                  <a:srgbClr val="747474"/>
                </a:solidFill>
                <a:latin typeface="Arial"/>
                <a:cs typeface="Arial"/>
              </a:rPr>
              <a:t> </a:t>
            </a:r>
            <a:r>
              <a:rPr sz="2600" spc="-40" dirty="0">
                <a:solidFill>
                  <a:srgbClr val="747474"/>
                </a:solidFill>
                <a:latin typeface="Arial"/>
                <a:cs typeface="Arial"/>
              </a:rPr>
              <a:t>use</a:t>
            </a:r>
            <a:r>
              <a:rPr sz="2600" spc="-130" dirty="0">
                <a:solidFill>
                  <a:srgbClr val="747474"/>
                </a:solidFill>
                <a:latin typeface="Arial"/>
                <a:cs typeface="Arial"/>
              </a:rPr>
              <a:t> </a:t>
            </a:r>
            <a:r>
              <a:rPr sz="2600" spc="-30" dirty="0">
                <a:solidFill>
                  <a:srgbClr val="747474"/>
                </a:solidFill>
                <a:latin typeface="Arial"/>
                <a:cs typeface="Arial"/>
              </a:rPr>
              <a:t>these</a:t>
            </a:r>
            <a:r>
              <a:rPr sz="2600" spc="-114" dirty="0">
                <a:solidFill>
                  <a:srgbClr val="747474"/>
                </a:solidFill>
                <a:latin typeface="Arial"/>
                <a:cs typeface="Arial"/>
              </a:rPr>
              <a:t> </a:t>
            </a:r>
            <a:r>
              <a:rPr sz="2600" spc="-50" dirty="0">
                <a:solidFill>
                  <a:srgbClr val="747474"/>
                </a:solidFill>
                <a:latin typeface="Arial"/>
                <a:cs typeface="Arial"/>
              </a:rPr>
              <a:t>ideas</a:t>
            </a:r>
            <a:r>
              <a:rPr sz="2600" spc="-130" dirty="0">
                <a:solidFill>
                  <a:srgbClr val="747474"/>
                </a:solidFill>
                <a:latin typeface="Arial"/>
                <a:cs typeface="Arial"/>
              </a:rPr>
              <a:t> </a:t>
            </a:r>
            <a:r>
              <a:rPr sz="2600" spc="-25" dirty="0">
                <a:solidFill>
                  <a:srgbClr val="747474"/>
                </a:solidFill>
                <a:latin typeface="Arial"/>
                <a:cs typeface="Arial"/>
              </a:rPr>
              <a:t>to </a:t>
            </a:r>
            <a:r>
              <a:rPr sz="2600" spc="-30" dirty="0">
                <a:solidFill>
                  <a:srgbClr val="747474"/>
                </a:solidFill>
                <a:latin typeface="Arial"/>
                <a:cs typeface="Arial"/>
              </a:rPr>
              <a:t>partition</a:t>
            </a:r>
            <a:r>
              <a:rPr sz="2600" spc="-100" dirty="0">
                <a:solidFill>
                  <a:srgbClr val="747474"/>
                </a:solidFill>
                <a:latin typeface="Arial"/>
                <a:cs typeface="Arial"/>
              </a:rPr>
              <a:t> </a:t>
            </a:r>
            <a:r>
              <a:rPr sz="2600" spc="-30" dirty="0">
                <a:solidFill>
                  <a:srgbClr val="747474"/>
                </a:solidFill>
                <a:latin typeface="Arial"/>
                <a:cs typeface="Arial"/>
              </a:rPr>
              <a:t>their</a:t>
            </a:r>
            <a:r>
              <a:rPr sz="2600" spc="-110" dirty="0">
                <a:solidFill>
                  <a:srgbClr val="747474"/>
                </a:solidFill>
                <a:latin typeface="Arial"/>
                <a:cs typeface="Arial"/>
              </a:rPr>
              <a:t> </a:t>
            </a:r>
            <a:r>
              <a:rPr sz="2600" spc="-60" dirty="0">
                <a:solidFill>
                  <a:srgbClr val="747474"/>
                </a:solidFill>
                <a:latin typeface="Arial"/>
                <a:cs typeface="Arial"/>
              </a:rPr>
              <a:t>canvas,</a:t>
            </a:r>
            <a:r>
              <a:rPr sz="2600" spc="-280" dirty="0">
                <a:solidFill>
                  <a:srgbClr val="747474"/>
                </a:solidFill>
                <a:latin typeface="Arial"/>
                <a:cs typeface="Arial"/>
              </a:rPr>
              <a:t> </a:t>
            </a:r>
            <a:r>
              <a:rPr sz="2600" spc="-35" dirty="0">
                <a:solidFill>
                  <a:srgbClr val="747474"/>
                </a:solidFill>
                <a:latin typeface="Arial"/>
                <a:cs typeface="Arial"/>
              </a:rPr>
              <a:t>avoiding </a:t>
            </a:r>
            <a:r>
              <a:rPr sz="2600" spc="-55" dirty="0">
                <a:solidFill>
                  <a:srgbClr val="747474"/>
                </a:solidFill>
                <a:latin typeface="Arial"/>
                <a:cs typeface="Arial"/>
              </a:rPr>
              <a:t>equal</a:t>
            </a:r>
            <a:r>
              <a:rPr sz="2600" spc="-110" dirty="0">
                <a:solidFill>
                  <a:srgbClr val="747474"/>
                </a:solidFill>
                <a:latin typeface="Arial"/>
                <a:cs typeface="Arial"/>
              </a:rPr>
              <a:t> </a:t>
            </a:r>
            <a:r>
              <a:rPr sz="2600" spc="-45" dirty="0">
                <a:solidFill>
                  <a:srgbClr val="747474"/>
                </a:solidFill>
                <a:latin typeface="Arial"/>
                <a:cs typeface="Arial"/>
              </a:rPr>
              <a:t>spatial</a:t>
            </a:r>
            <a:r>
              <a:rPr sz="2600" spc="-95" dirty="0">
                <a:solidFill>
                  <a:srgbClr val="747474"/>
                </a:solidFill>
                <a:latin typeface="Arial"/>
                <a:cs typeface="Arial"/>
              </a:rPr>
              <a:t> </a:t>
            </a:r>
            <a:r>
              <a:rPr sz="2600" spc="-60" dirty="0">
                <a:solidFill>
                  <a:srgbClr val="747474"/>
                </a:solidFill>
                <a:latin typeface="Arial"/>
                <a:cs typeface="Arial"/>
              </a:rPr>
              <a:t>divisions</a:t>
            </a:r>
            <a:r>
              <a:rPr sz="2600" spc="-105" dirty="0">
                <a:solidFill>
                  <a:srgbClr val="747474"/>
                </a:solidFill>
                <a:latin typeface="Arial"/>
                <a:cs typeface="Arial"/>
              </a:rPr>
              <a:t> </a:t>
            </a:r>
            <a:r>
              <a:rPr sz="2600" spc="-10" dirty="0">
                <a:solidFill>
                  <a:srgbClr val="747474"/>
                </a:solidFill>
                <a:latin typeface="Arial"/>
                <a:cs typeface="Arial"/>
              </a:rPr>
              <a:t>where </a:t>
            </a:r>
            <a:r>
              <a:rPr sz="2600" spc="-35" dirty="0">
                <a:solidFill>
                  <a:srgbClr val="747474"/>
                </a:solidFill>
                <a:latin typeface="Arial"/>
                <a:cs typeface="Arial"/>
              </a:rPr>
              <a:t>possible,</a:t>
            </a:r>
            <a:r>
              <a:rPr sz="2600" spc="-125" dirty="0">
                <a:solidFill>
                  <a:srgbClr val="747474"/>
                </a:solidFill>
                <a:latin typeface="Arial"/>
                <a:cs typeface="Arial"/>
              </a:rPr>
              <a:t> </a:t>
            </a:r>
            <a:r>
              <a:rPr sz="2600" dirty="0">
                <a:solidFill>
                  <a:srgbClr val="747474"/>
                </a:solidFill>
                <a:latin typeface="Arial"/>
                <a:cs typeface="Arial"/>
              </a:rPr>
              <a:t>to</a:t>
            </a:r>
            <a:r>
              <a:rPr sz="2600" spc="-35" dirty="0">
                <a:solidFill>
                  <a:srgbClr val="747474"/>
                </a:solidFill>
                <a:latin typeface="Arial"/>
                <a:cs typeface="Arial"/>
              </a:rPr>
              <a:t> </a:t>
            </a:r>
            <a:r>
              <a:rPr sz="2600" spc="-55" dirty="0">
                <a:solidFill>
                  <a:srgbClr val="747474"/>
                </a:solidFill>
                <a:latin typeface="Arial"/>
                <a:cs typeface="Arial"/>
              </a:rPr>
              <a:t>give</a:t>
            </a:r>
            <a:r>
              <a:rPr sz="2600" spc="-130" dirty="0">
                <a:solidFill>
                  <a:srgbClr val="747474"/>
                </a:solidFill>
                <a:latin typeface="Arial"/>
                <a:cs typeface="Arial"/>
              </a:rPr>
              <a:t> </a:t>
            </a:r>
            <a:r>
              <a:rPr sz="2600" spc="-30" dirty="0">
                <a:solidFill>
                  <a:srgbClr val="747474"/>
                </a:solidFill>
                <a:latin typeface="Arial"/>
                <a:cs typeface="Arial"/>
              </a:rPr>
              <a:t>their</a:t>
            </a:r>
            <a:r>
              <a:rPr sz="2600" spc="-120" dirty="0">
                <a:solidFill>
                  <a:srgbClr val="747474"/>
                </a:solidFill>
                <a:latin typeface="Arial"/>
                <a:cs typeface="Arial"/>
              </a:rPr>
              <a:t> </a:t>
            </a:r>
            <a:r>
              <a:rPr sz="2600" spc="-10" dirty="0">
                <a:solidFill>
                  <a:srgbClr val="747474"/>
                </a:solidFill>
                <a:latin typeface="Arial"/>
                <a:cs typeface="Arial"/>
              </a:rPr>
              <a:t>images </a:t>
            </a:r>
            <a:r>
              <a:rPr sz="2600" spc="-35" dirty="0">
                <a:solidFill>
                  <a:srgbClr val="747474"/>
                </a:solidFill>
                <a:latin typeface="Arial"/>
                <a:cs typeface="Arial"/>
              </a:rPr>
              <a:t>dynamic</a:t>
            </a:r>
            <a:r>
              <a:rPr sz="2600" spc="-135" dirty="0">
                <a:solidFill>
                  <a:srgbClr val="747474"/>
                </a:solidFill>
                <a:latin typeface="Arial"/>
                <a:cs typeface="Arial"/>
              </a:rPr>
              <a:t> </a:t>
            </a:r>
            <a:r>
              <a:rPr sz="2600" spc="-10" dirty="0">
                <a:solidFill>
                  <a:srgbClr val="747474"/>
                </a:solidFill>
                <a:latin typeface="Arial"/>
                <a:cs typeface="Arial"/>
              </a:rPr>
              <a:t>qualities</a:t>
            </a:r>
            <a:endParaRPr sz="26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170176" y="1716022"/>
            <a:ext cx="8775700" cy="6416040"/>
            <a:chOff x="2170176" y="1716022"/>
            <a:chExt cx="8775700" cy="6416040"/>
          </a:xfrm>
        </p:grpSpPr>
        <p:pic>
          <p:nvPicPr>
            <p:cNvPr id="3" name="object 3"/>
            <p:cNvPicPr/>
            <p:nvPr/>
          </p:nvPicPr>
          <p:blipFill>
            <a:blip r:embed="rId2" cstate="print"/>
            <a:stretch>
              <a:fillRect/>
            </a:stretch>
          </p:blipFill>
          <p:spPr>
            <a:xfrm>
              <a:off x="2170176" y="1716022"/>
              <a:ext cx="8775192" cy="6416040"/>
            </a:xfrm>
            <a:prstGeom prst="rect">
              <a:avLst/>
            </a:prstGeom>
          </p:spPr>
        </p:pic>
        <p:pic>
          <p:nvPicPr>
            <p:cNvPr id="4" name="object 4"/>
            <p:cNvPicPr/>
            <p:nvPr/>
          </p:nvPicPr>
          <p:blipFill>
            <a:blip r:embed="rId3" cstate="print"/>
            <a:stretch>
              <a:fillRect/>
            </a:stretch>
          </p:blipFill>
          <p:spPr>
            <a:xfrm>
              <a:off x="2240278" y="1789176"/>
              <a:ext cx="8522208" cy="6163056"/>
            </a:xfrm>
            <a:prstGeom prst="rect">
              <a:avLst/>
            </a:prstGeom>
          </p:spPr>
        </p:pic>
        <p:pic>
          <p:nvPicPr>
            <p:cNvPr id="5" name="object 5"/>
            <p:cNvPicPr/>
            <p:nvPr/>
          </p:nvPicPr>
          <p:blipFill>
            <a:blip r:embed="rId4" cstate="print"/>
            <a:stretch>
              <a:fillRect/>
            </a:stretch>
          </p:blipFill>
          <p:spPr>
            <a:xfrm>
              <a:off x="4538470" y="4888990"/>
              <a:ext cx="103632" cy="121920"/>
            </a:xfrm>
            <a:prstGeom prst="rect">
              <a:avLst/>
            </a:prstGeom>
          </p:spPr>
        </p:pic>
        <p:sp>
          <p:nvSpPr>
            <p:cNvPr id="6" name="object 6"/>
            <p:cNvSpPr/>
            <p:nvPr/>
          </p:nvSpPr>
          <p:spPr>
            <a:xfrm>
              <a:off x="4470435" y="4925682"/>
              <a:ext cx="424815" cy="74295"/>
            </a:xfrm>
            <a:custGeom>
              <a:avLst/>
              <a:gdLst/>
              <a:ahLst/>
              <a:cxnLst/>
              <a:rect l="l" t="t" r="r" b="b"/>
              <a:pathLst>
                <a:path w="424814" h="74295">
                  <a:moveTo>
                    <a:pt x="0" y="0"/>
                  </a:moveTo>
                  <a:lnTo>
                    <a:pt x="0" y="73733"/>
                  </a:lnTo>
                  <a:lnTo>
                    <a:pt x="424371" y="73733"/>
                  </a:lnTo>
                  <a:lnTo>
                    <a:pt x="332117" y="6144"/>
                  </a:lnTo>
                  <a:lnTo>
                    <a:pt x="0" y="0"/>
                  </a:lnTo>
                  <a:close/>
                </a:path>
              </a:pathLst>
            </a:custGeom>
            <a:solidFill>
              <a:srgbClr val="505050"/>
            </a:solidFill>
          </p:spPr>
          <p:txBody>
            <a:bodyPr wrap="square" lIns="0" tIns="0" rIns="0" bIns="0" rtlCol="0"/>
            <a:lstStyle/>
            <a:p>
              <a:endParaRPr/>
            </a:p>
          </p:txBody>
        </p:sp>
        <p:sp>
          <p:nvSpPr>
            <p:cNvPr id="7" name="object 7"/>
            <p:cNvSpPr/>
            <p:nvPr/>
          </p:nvSpPr>
          <p:spPr>
            <a:xfrm>
              <a:off x="4470429" y="4925668"/>
              <a:ext cx="424815" cy="74295"/>
            </a:xfrm>
            <a:custGeom>
              <a:avLst/>
              <a:gdLst/>
              <a:ahLst/>
              <a:cxnLst/>
              <a:rect l="l" t="t" r="r" b="b"/>
              <a:pathLst>
                <a:path w="424814" h="74295">
                  <a:moveTo>
                    <a:pt x="0" y="0"/>
                  </a:moveTo>
                  <a:lnTo>
                    <a:pt x="332120" y="6141"/>
                  </a:lnTo>
                  <a:lnTo>
                    <a:pt x="424374" y="73735"/>
                  </a:lnTo>
                  <a:lnTo>
                    <a:pt x="0" y="73735"/>
                  </a:lnTo>
                  <a:lnTo>
                    <a:pt x="0" y="0"/>
                  </a:lnTo>
                  <a:close/>
                </a:path>
              </a:pathLst>
            </a:custGeom>
            <a:ln w="12700">
              <a:solidFill>
                <a:srgbClr val="000000"/>
              </a:solidFill>
            </a:ln>
          </p:spPr>
          <p:txBody>
            <a:bodyPr wrap="square" lIns="0" tIns="0" rIns="0" bIns="0" rtlCol="0"/>
            <a:lstStyle/>
            <a:p>
              <a:endParaRPr/>
            </a:p>
          </p:txBody>
        </p:sp>
        <p:sp>
          <p:nvSpPr>
            <p:cNvPr id="8" name="object 8"/>
            <p:cNvSpPr/>
            <p:nvPr/>
          </p:nvSpPr>
          <p:spPr>
            <a:xfrm>
              <a:off x="4285904" y="4944107"/>
              <a:ext cx="701675" cy="74295"/>
            </a:xfrm>
            <a:custGeom>
              <a:avLst/>
              <a:gdLst/>
              <a:ahLst/>
              <a:cxnLst/>
              <a:rect l="l" t="t" r="r" b="b"/>
              <a:pathLst>
                <a:path w="701675" h="74295">
                  <a:moveTo>
                    <a:pt x="0" y="0"/>
                  </a:moveTo>
                  <a:lnTo>
                    <a:pt x="36906" y="73736"/>
                  </a:lnTo>
                  <a:lnTo>
                    <a:pt x="664259" y="73736"/>
                  </a:lnTo>
                  <a:lnTo>
                    <a:pt x="701154" y="18440"/>
                  </a:lnTo>
                  <a:lnTo>
                    <a:pt x="0" y="0"/>
                  </a:lnTo>
                  <a:close/>
                </a:path>
              </a:pathLst>
            </a:custGeom>
            <a:solidFill>
              <a:srgbClr val="505050"/>
            </a:solidFill>
          </p:spPr>
          <p:txBody>
            <a:bodyPr wrap="square" lIns="0" tIns="0" rIns="0" bIns="0" rtlCol="0"/>
            <a:lstStyle/>
            <a:p>
              <a:endParaRPr/>
            </a:p>
          </p:txBody>
        </p:sp>
        <p:sp>
          <p:nvSpPr>
            <p:cNvPr id="9" name="object 9"/>
            <p:cNvSpPr/>
            <p:nvPr/>
          </p:nvSpPr>
          <p:spPr>
            <a:xfrm>
              <a:off x="4285905" y="4944093"/>
              <a:ext cx="701675" cy="74295"/>
            </a:xfrm>
            <a:custGeom>
              <a:avLst/>
              <a:gdLst/>
              <a:ahLst/>
              <a:cxnLst/>
              <a:rect l="l" t="t" r="r" b="b"/>
              <a:pathLst>
                <a:path w="701675" h="74295">
                  <a:moveTo>
                    <a:pt x="36904" y="73735"/>
                  </a:moveTo>
                  <a:lnTo>
                    <a:pt x="0" y="0"/>
                  </a:lnTo>
                  <a:lnTo>
                    <a:pt x="701145" y="18442"/>
                  </a:lnTo>
                  <a:lnTo>
                    <a:pt x="664259" y="73735"/>
                  </a:lnTo>
                  <a:lnTo>
                    <a:pt x="36904" y="73735"/>
                  </a:lnTo>
                  <a:close/>
                </a:path>
              </a:pathLst>
            </a:custGeom>
            <a:ln w="12700">
              <a:solidFill>
                <a:srgbClr val="000000"/>
              </a:solidFill>
            </a:ln>
          </p:spPr>
          <p:txBody>
            <a:bodyPr wrap="square" lIns="0" tIns="0" rIns="0" bIns="0" rtlCol="0"/>
            <a:lstStyle/>
            <a:p>
              <a:endParaRPr/>
            </a:p>
          </p:txBody>
        </p:sp>
        <p:sp>
          <p:nvSpPr>
            <p:cNvPr id="10" name="object 10"/>
            <p:cNvSpPr/>
            <p:nvPr/>
          </p:nvSpPr>
          <p:spPr>
            <a:xfrm>
              <a:off x="4599584" y="4741341"/>
              <a:ext cx="516890" cy="147955"/>
            </a:xfrm>
            <a:custGeom>
              <a:avLst/>
              <a:gdLst/>
              <a:ahLst/>
              <a:cxnLst/>
              <a:rect l="l" t="t" r="r" b="b"/>
              <a:pathLst>
                <a:path w="516889" h="147954">
                  <a:moveTo>
                    <a:pt x="516648" y="18440"/>
                  </a:moveTo>
                  <a:lnTo>
                    <a:pt x="313677" y="0"/>
                  </a:lnTo>
                  <a:lnTo>
                    <a:pt x="239877" y="18440"/>
                  </a:lnTo>
                  <a:lnTo>
                    <a:pt x="129146" y="55308"/>
                  </a:lnTo>
                  <a:lnTo>
                    <a:pt x="55359" y="55308"/>
                  </a:lnTo>
                  <a:lnTo>
                    <a:pt x="0" y="129044"/>
                  </a:lnTo>
                  <a:lnTo>
                    <a:pt x="55346" y="110617"/>
                  </a:lnTo>
                  <a:lnTo>
                    <a:pt x="110705" y="129044"/>
                  </a:lnTo>
                  <a:lnTo>
                    <a:pt x="239864" y="147485"/>
                  </a:lnTo>
                  <a:lnTo>
                    <a:pt x="313664" y="147485"/>
                  </a:lnTo>
                  <a:lnTo>
                    <a:pt x="350570" y="110604"/>
                  </a:lnTo>
                  <a:lnTo>
                    <a:pt x="405930" y="55308"/>
                  </a:lnTo>
                  <a:lnTo>
                    <a:pt x="516648" y="18440"/>
                  </a:lnTo>
                  <a:close/>
                </a:path>
              </a:pathLst>
            </a:custGeom>
            <a:solidFill>
              <a:srgbClr val="EAEAEA"/>
            </a:solidFill>
          </p:spPr>
          <p:txBody>
            <a:bodyPr wrap="square" lIns="0" tIns="0" rIns="0" bIns="0" rtlCol="0"/>
            <a:lstStyle/>
            <a:p>
              <a:endParaRPr/>
            </a:p>
          </p:txBody>
        </p:sp>
        <p:sp>
          <p:nvSpPr>
            <p:cNvPr id="11" name="object 11"/>
            <p:cNvSpPr/>
            <p:nvPr/>
          </p:nvSpPr>
          <p:spPr>
            <a:xfrm>
              <a:off x="2846693" y="3899561"/>
              <a:ext cx="3543300" cy="2212340"/>
            </a:xfrm>
            <a:custGeom>
              <a:avLst/>
              <a:gdLst/>
              <a:ahLst/>
              <a:cxnLst/>
              <a:rect l="l" t="t" r="r" b="b"/>
              <a:pathLst>
                <a:path w="3543300" h="2212340">
                  <a:moveTo>
                    <a:pt x="0" y="0"/>
                  </a:moveTo>
                  <a:lnTo>
                    <a:pt x="3542685" y="0"/>
                  </a:lnTo>
                  <a:lnTo>
                    <a:pt x="3542685" y="2211983"/>
                  </a:lnTo>
                  <a:lnTo>
                    <a:pt x="0" y="2211983"/>
                  </a:lnTo>
                  <a:lnTo>
                    <a:pt x="0" y="0"/>
                  </a:lnTo>
                  <a:close/>
                </a:path>
              </a:pathLst>
            </a:custGeom>
            <a:ln w="12700">
              <a:solidFill>
                <a:srgbClr val="000000"/>
              </a:solidFill>
            </a:ln>
          </p:spPr>
          <p:txBody>
            <a:bodyPr wrap="square" lIns="0" tIns="0" rIns="0" bIns="0" rtlCol="0"/>
            <a:lstStyle/>
            <a:p>
              <a:endParaRPr/>
            </a:p>
          </p:txBody>
        </p:sp>
        <p:sp>
          <p:nvSpPr>
            <p:cNvPr id="12" name="object 12"/>
            <p:cNvSpPr/>
            <p:nvPr/>
          </p:nvSpPr>
          <p:spPr>
            <a:xfrm>
              <a:off x="2846692" y="5005565"/>
              <a:ext cx="3543300" cy="1106170"/>
            </a:xfrm>
            <a:custGeom>
              <a:avLst/>
              <a:gdLst/>
              <a:ahLst/>
              <a:cxnLst/>
              <a:rect l="l" t="t" r="r" b="b"/>
              <a:pathLst>
                <a:path w="3543300" h="1106170">
                  <a:moveTo>
                    <a:pt x="3542689" y="0"/>
                  </a:moveTo>
                  <a:lnTo>
                    <a:pt x="0" y="0"/>
                  </a:lnTo>
                  <a:lnTo>
                    <a:pt x="0" y="1105989"/>
                  </a:lnTo>
                  <a:lnTo>
                    <a:pt x="3542689" y="1105989"/>
                  </a:lnTo>
                  <a:lnTo>
                    <a:pt x="3542689" y="0"/>
                  </a:lnTo>
                  <a:close/>
                </a:path>
              </a:pathLst>
            </a:custGeom>
            <a:solidFill>
              <a:srgbClr val="CACBCB"/>
            </a:solidFill>
          </p:spPr>
          <p:txBody>
            <a:bodyPr wrap="square" lIns="0" tIns="0" rIns="0" bIns="0" rtlCol="0"/>
            <a:lstStyle/>
            <a:p>
              <a:endParaRPr/>
            </a:p>
          </p:txBody>
        </p:sp>
        <p:sp>
          <p:nvSpPr>
            <p:cNvPr id="13" name="object 13"/>
            <p:cNvSpPr/>
            <p:nvPr/>
          </p:nvSpPr>
          <p:spPr>
            <a:xfrm>
              <a:off x="2846693" y="5005546"/>
              <a:ext cx="3543300" cy="1106170"/>
            </a:xfrm>
            <a:custGeom>
              <a:avLst/>
              <a:gdLst/>
              <a:ahLst/>
              <a:cxnLst/>
              <a:rect l="l" t="t" r="r" b="b"/>
              <a:pathLst>
                <a:path w="3543300" h="1106170">
                  <a:moveTo>
                    <a:pt x="0" y="0"/>
                  </a:moveTo>
                  <a:lnTo>
                    <a:pt x="3542685" y="0"/>
                  </a:lnTo>
                  <a:lnTo>
                    <a:pt x="3542685" y="1106000"/>
                  </a:lnTo>
                  <a:lnTo>
                    <a:pt x="0" y="1106000"/>
                  </a:lnTo>
                  <a:lnTo>
                    <a:pt x="0" y="0"/>
                  </a:lnTo>
                  <a:close/>
                </a:path>
              </a:pathLst>
            </a:custGeom>
            <a:ln w="12700">
              <a:solidFill>
                <a:srgbClr val="000000"/>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8955023" y="5251702"/>
              <a:ext cx="100582" cy="121919"/>
            </a:xfrm>
            <a:prstGeom prst="rect">
              <a:avLst/>
            </a:prstGeom>
          </p:spPr>
        </p:pic>
        <p:sp>
          <p:nvSpPr>
            <p:cNvPr id="15" name="object 15"/>
            <p:cNvSpPr/>
            <p:nvPr/>
          </p:nvSpPr>
          <p:spPr>
            <a:xfrm>
              <a:off x="8886482" y="5288201"/>
              <a:ext cx="424815" cy="74295"/>
            </a:xfrm>
            <a:custGeom>
              <a:avLst/>
              <a:gdLst/>
              <a:ahLst/>
              <a:cxnLst/>
              <a:rect l="l" t="t" r="r" b="b"/>
              <a:pathLst>
                <a:path w="424815" h="74295">
                  <a:moveTo>
                    <a:pt x="0" y="0"/>
                  </a:moveTo>
                  <a:lnTo>
                    <a:pt x="0" y="73736"/>
                  </a:lnTo>
                  <a:lnTo>
                    <a:pt x="424383" y="73736"/>
                  </a:lnTo>
                  <a:lnTo>
                    <a:pt x="332115" y="6146"/>
                  </a:lnTo>
                  <a:lnTo>
                    <a:pt x="0" y="0"/>
                  </a:lnTo>
                  <a:close/>
                </a:path>
              </a:pathLst>
            </a:custGeom>
            <a:solidFill>
              <a:srgbClr val="505050"/>
            </a:solidFill>
          </p:spPr>
          <p:txBody>
            <a:bodyPr wrap="square" lIns="0" tIns="0" rIns="0" bIns="0" rtlCol="0"/>
            <a:lstStyle/>
            <a:p>
              <a:endParaRPr/>
            </a:p>
          </p:txBody>
        </p:sp>
        <p:sp>
          <p:nvSpPr>
            <p:cNvPr id="16" name="object 16"/>
            <p:cNvSpPr/>
            <p:nvPr/>
          </p:nvSpPr>
          <p:spPr>
            <a:xfrm>
              <a:off x="8886465" y="5288188"/>
              <a:ext cx="424815" cy="74295"/>
            </a:xfrm>
            <a:custGeom>
              <a:avLst/>
              <a:gdLst/>
              <a:ahLst/>
              <a:cxnLst/>
              <a:rect l="l" t="t" r="r" b="b"/>
              <a:pathLst>
                <a:path w="424815" h="74295">
                  <a:moveTo>
                    <a:pt x="0" y="0"/>
                  </a:moveTo>
                  <a:lnTo>
                    <a:pt x="332120" y="6141"/>
                  </a:lnTo>
                  <a:lnTo>
                    <a:pt x="424390" y="73735"/>
                  </a:lnTo>
                  <a:lnTo>
                    <a:pt x="0" y="73735"/>
                  </a:lnTo>
                  <a:lnTo>
                    <a:pt x="0" y="0"/>
                  </a:lnTo>
                  <a:close/>
                </a:path>
              </a:pathLst>
            </a:custGeom>
            <a:ln w="12700">
              <a:solidFill>
                <a:srgbClr val="000000"/>
              </a:solidFill>
            </a:ln>
          </p:spPr>
          <p:txBody>
            <a:bodyPr wrap="square" lIns="0" tIns="0" rIns="0" bIns="0" rtlCol="0"/>
            <a:lstStyle/>
            <a:p>
              <a:endParaRPr/>
            </a:p>
          </p:txBody>
        </p:sp>
        <p:sp>
          <p:nvSpPr>
            <p:cNvPr id="17" name="object 17"/>
            <p:cNvSpPr/>
            <p:nvPr/>
          </p:nvSpPr>
          <p:spPr>
            <a:xfrm>
              <a:off x="8701961" y="5306644"/>
              <a:ext cx="701675" cy="74295"/>
            </a:xfrm>
            <a:custGeom>
              <a:avLst/>
              <a:gdLst/>
              <a:ahLst/>
              <a:cxnLst/>
              <a:rect l="l" t="t" r="r" b="b"/>
              <a:pathLst>
                <a:path w="701675" h="74295">
                  <a:moveTo>
                    <a:pt x="0" y="0"/>
                  </a:moveTo>
                  <a:lnTo>
                    <a:pt x="36906" y="73720"/>
                  </a:lnTo>
                  <a:lnTo>
                    <a:pt x="664248" y="73720"/>
                  </a:lnTo>
                  <a:lnTo>
                    <a:pt x="701167" y="18425"/>
                  </a:lnTo>
                  <a:lnTo>
                    <a:pt x="0" y="0"/>
                  </a:lnTo>
                  <a:close/>
                </a:path>
              </a:pathLst>
            </a:custGeom>
            <a:solidFill>
              <a:srgbClr val="505050"/>
            </a:solidFill>
          </p:spPr>
          <p:txBody>
            <a:bodyPr wrap="square" lIns="0" tIns="0" rIns="0" bIns="0" rtlCol="0"/>
            <a:lstStyle/>
            <a:p>
              <a:endParaRPr/>
            </a:p>
          </p:txBody>
        </p:sp>
        <p:sp>
          <p:nvSpPr>
            <p:cNvPr id="18" name="object 18"/>
            <p:cNvSpPr/>
            <p:nvPr/>
          </p:nvSpPr>
          <p:spPr>
            <a:xfrm>
              <a:off x="8701946" y="5306630"/>
              <a:ext cx="701675" cy="74295"/>
            </a:xfrm>
            <a:custGeom>
              <a:avLst/>
              <a:gdLst/>
              <a:ahLst/>
              <a:cxnLst/>
              <a:rect l="l" t="t" r="r" b="b"/>
              <a:pathLst>
                <a:path w="701675" h="74295">
                  <a:moveTo>
                    <a:pt x="36904" y="73717"/>
                  </a:moveTo>
                  <a:lnTo>
                    <a:pt x="0" y="0"/>
                  </a:lnTo>
                  <a:lnTo>
                    <a:pt x="701163" y="18425"/>
                  </a:lnTo>
                  <a:lnTo>
                    <a:pt x="664259" y="73717"/>
                  </a:lnTo>
                  <a:lnTo>
                    <a:pt x="36904" y="73717"/>
                  </a:lnTo>
                  <a:close/>
                </a:path>
              </a:pathLst>
            </a:custGeom>
            <a:ln w="12700">
              <a:solidFill>
                <a:srgbClr val="000000"/>
              </a:solidFill>
            </a:ln>
          </p:spPr>
          <p:txBody>
            <a:bodyPr wrap="square" lIns="0" tIns="0" rIns="0" bIns="0" rtlCol="0"/>
            <a:lstStyle/>
            <a:p>
              <a:endParaRPr/>
            </a:p>
          </p:txBody>
        </p:sp>
        <p:sp>
          <p:nvSpPr>
            <p:cNvPr id="19" name="object 19"/>
            <p:cNvSpPr/>
            <p:nvPr/>
          </p:nvSpPr>
          <p:spPr>
            <a:xfrm>
              <a:off x="9015641" y="5103863"/>
              <a:ext cx="516890" cy="147955"/>
            </a:xfrm>
            <a:custGeom>
              <a:avLst/>
              <a:gdLst/>
              <a:ahLst/>
              <a:cxnLst/>
              <a:rect l="l" t="t" r="r" b="b"/>
              <a:pathLst>
                <a:path w="516890" h="147954">
                  <a:moveTo>
                    <a:pt x="516623" y="18440"/>
                  </a:moveTo>
                  <a:lnTo>
                    <a:pt x="313664" y="0"/>
                  </a:lnTo>
                  <a:lnTo>
                    <a:pt x="239852" y="18440"/>
                  </a:lnTo>
                  <a:lnTo>
                    <a:pt x="129133" y="55308"/>
                  </a:lnTo>
                  <a:lnTo>
                    <a:pt x="55346" y="55308"/>
                  </a:lnTo>
                  <a:lnTo>
                    <a:pt x="0" y="129044"/>
                  </a:lnTo>
                  <a:lnTo>
                    <a:pt x="55346" y="110604"/>
                  </a:lnTo>
                  <a:lnTo>
                    <a:pt x="110693" y="129044"/>
                  </a:lnTo>
                  <a:lnTo>
                    <a:pt x="239852" y="147472"/>
                  </a:lnTo>
                  <a:lnTo>
                    <a:pt x="313664" y="147472"/>
                  </a:lnTo>
                  <a:lnTo>
                    <a:pt x="350570" y="110604"/>
                  </a:lnTo>
                  <a:lnTo>
                    <a:pt x="405930" y="55308"/>
                  </a:lnTo>
                  <a:lnTo>
                    <a:pt x="516623" y="18440"/>
                  </a:lnTo>
                  <a:close/>
                </a:path>
              </a:pathLst>
            </a:custGeom>
            <a:solidFill>
              <a:srgbClr val="EAEAEA"/>
            </a:solidFill>
          </p:spPr>
          <p:txBody>
            <a:bodyPr wrap="square" lIns="0" tIns="0" rIns="0" bIns="0" rtlCol="0"/>
            <a:lstStyle/>
            <a:p>
              <a:endParaRPr/>
            </a:p>
          </p:txBody>
        </p:sp>
        <p:sp>
          <p:nvSpPr>
            <p:cNvPr id="20" name="object 20"/>
            <p:cNvSpPr/>
            <p:nvPr/>
          </p:nvSpPr>
          <p:spPr>
            <a:xfrm>
              <a:off x="6610786" y="3905703"/>
              <a:ext cx="3543300" cy="2212340"/>
            </a:xfrm>
            <a:custGeom>
              <a:avLst/>
              <a:gdLst/>
              <a:ahLst/>
              <a:cxnLst/>
              <a:rect l="l" t="t" r="r" b="b"/>
              <a:pathLst>
                <a:path w="3543300" h="2212340">
                  <a:moveTo>
                    <a:pt x="0" y="0"/>
                  </a:moveTo>
                  <a:lnTo>
                    <a:pt x="3542685" y="0"/>
                  </a:lnTo>
                  <a:lnTo>
                    <a:pt x="3542685" y="2211983"/>
                  </a:lnTo>
                  <a:lnTo>
                    <a:pt x="0" y="2211983"/>
                  </a:lnTo>
                  <a:lnTo>
                    <a:pt x="0" y="0"/>
                  </a:lnTo>
                  <a:close/>
                </a:path>
              </a:pathLst>
            </a:custGeom>
            <a:ln w="12700">
              <a:solidFill>
                <a:srgbClr val="000000"/>
              </a:solidFill>
            </a:ln>
          </p:spPr>
          <p:txBody>
            <a:bodyPr wrap="square" lIns="0" tIns="0" rIns="0" bIns="0" rtlCol="0"/>
            <a:lstStyle/>
            <a:p>
              <a:endParaRPr/>
            </a:p>
          </p:txBody>
        </p:sp>
        <p:sp>
          <p:nvSpPr>
            <p:cNvPr id="21" name="object 21"/>
            <p:cNvSpPr/>
            <p:nvPr/>
          </p:nvSpPr>
          <p:spPr>
            <a:xfrm>
              <a:off x="6610794" y="5374218"/>
              <a:ext cx="3543300" cy="743585"/>
            </a:xfrm>
            <a:custGeom>
              <a:avLst/>
              <a:gdLst/>
              <a:ahLst/>
              <a:cxnLst/>
              <a:rect l="l" t="t" r="r" b="b"/>
              <a:pathLst>
                <a:path w="3543300" h="743585">
                  <a:moveTo>
                    <a:pt x="3542689" y="0"/>
                  </a:moveTo>
                  <a:lnTo>
                    <a:pt x="0" y="0"/>
                  </a:lnTo>
                  <a:lnTo>
                    <a:pt x="0" y="743483"/>
                  </a:lnTo>
                  <a:lnTo>
                    <a:pt x="3542689" y="743483"/>
                  </a:lnTo>
                  <a:lnTo>
                    <a:pt x="3542689" y="0"/>
                  </a:lnTo>
                  <a:close/>
                </a:path>
              </a:pathLst>
            </a:custGeom>
            <a:solidFill>
              <a:srgbClr val="CACBCB"/>
            </a:solidFill>
          </p:spPr>
          <p:txBody>
            <a:bodyPr wrap="square" lIns="0" tIns="0" rIns="0" bIns="0" rtlCol="0"/>
            <a:lstStyle/>
            <a:p>
              <a:endParaRPr/>
            </a:p>
          </p:txBody>
        </p:sp>
        <p:sp>
          <p:nvSpPr>
            <p:cNvPr id="22" name="object 22"/>
            <p:cNvSpPr/>
            <p:nvPr/>
          </p:nvSpPr>
          <p:spPr>
            <a:xfrm>
              <a:off x="6610786" y="5374205"/>
              <a:ext cx="3543300" cy="743585"/>
            </a:xfrm>
            <a:custGeom>
              <a:avLst/>
              <a:gdLst/>
              <a:ahLst/>
              <a:cxnLst/>
              <a:rect l="l" t="t" r="r" b="b"/>
              <a:pathLst>
                <a:path w="3543300" h="743585">
                  <a:moveTo>
                    <a:pt x="0" y="0"/>
                  </a:moveTo>
                  <a:lnTo>
                    <a:pt x="3542685" y="0"/>
                  </a:lnTo>
                  <a:lnTo>
                    <a:pt x="3542685" y="743481"/>
                  </a:lnTo>
                  <a:lnTo>
                    <a:pt x="0" y="743481"/>
                  </a:lnTo>
                  <a:lnTo>
                    <a:pt x="0" y="0"/>
                  </a:lnTo>
                  <a:close/>
                </a:path>
              </a:pathLst>
            </a:custGeom>
            <a:ln w="12700">
              <a:solidFill>
                <a:srgbClr val="000000"/>
              </a:solidFill>
            </a:ln>
          </p:spPr>
          <p:txBody>
            <a:bodyPr wrap="square" lIns="0" tIns="0" rIns="0" bIns="0" rtlCol="0"/>
            <a:lstStyle/>
            <a:p>
              <a:endParaRPr/>
            </a:p>
          </p:txBody>
        </p:sp>
        <p:sp>
          <p:nvSpPr>
            <p:cNvPr id="23" name="object 23"/>
            <p:cNvSpPr/>
            <p:nvPr/>
          </p:nvSpPr>
          <p:spPr>
            <a:xfrm>
              <a:off x="10217976" y="5384609"/>
              <a:ext cx="117475" cy="735330"/>
            </a:xfrm>
            <a:custGeom>
              <a:avLst/>
              <a:gdLst/>
              <a:ahLst/>
              <a:cxnLst/>
              <a:rect l="l" t="t" r="r" b="b"/>
              <a:pathLst>
                <a:path w="117475" h="735329">
                  <a:moveTo>
                    <a:pt x="117119" y="682383"/>
                  </a:moveTo>
                  <a:lnTo>
                    <a:pt x="68795" y="626656"/>
                  </a:lnTo>
                  <a:lnTo>
                    <a:pt x="0" y="734987"/>
                  </a:lnTo>
                  <a:lnTo>
                    <a:pt x="117119" y="682383"/>
                  </a:lnTo>
                  <a:close/>
                </a:path>
                <a:path w="117475" h="735329">
                  <a:moveTo>
                    <a:pt x="117119" y="52628"/>
                  </a:moveTo>
                  <a:lnTo>
                    <a:pt x="0" y="0"/>
                  </a:lnTo>
                  <a:lnTo>
                    <a:pt x="68795" y="108343"/>
                  </a:lnTo>
                  <a:lnTo>
                    <a:pt x="117119" y="52628"/>
                  </a:lnTo>
                  <a:close/>
                </a:path>
              </a:pathLst>
            </a:custGeom>
            <a:solidFill>
              <a:srgbClr val="000000"/>
            </a:solidFill>
          </p:spPr>
          <p:txBody>
            <a:bodyPr wrap="square" lIns="0" tIns="0" rIns="0" bIns="0" rtlCol="0"/>
            <a:lstStyle/>
            <a:p>
              <a:endParaRPr/>
            </a:p>
          </p:txBody>
        </p:sp>
        <p:sp>
          <p:nvSpPr>
            <p:cNvPr id="24" name="object 24"/>
            <p:cNvSpPr/>
            <p:nvPr/>
          </p:nvSpPr>
          <p:spPr>
            <a:xfrm>
              <a:off x="10301640" y="5457031"/>
              <a:ext cx="147320" cy="590550"/>
            </a:xfrm>
            <a:custGeom>
              <a:avLst/>
              <a:gdLst/>
              <a:ahLst/>
              <a:cxnLst/>
              <a:rect l="l" t="t" r="r" b="b"/>
              <a:pathLst>
                <a:path w="147320" h="590550">
                  <a:moveTo>
                    <a:pt x="0" y="0"/>
                  </a:moveTo>
                  <a:lnTo>
                    <a:pt x="91700" y="79398"/>
                  </a:lnTo>
                  <a:lnTo>
                    <a:pt x="147048" y="223177"/>
                  </a:lnTo>
                  <a:lnTo>
                    <a:pt x="147048" y="366956"/>
                  </a:lnTo>
                  <a:lnTo>
                    <a:pt x="91700" y="510736"/>
                  </a:lnTo>
                  <a:lnTo>
                    <a:pt x="0" y="590134"/>
                  </a:lnTo>
                </a:path>
              </a:pathLst>
            </a:custGeom>
            <a:ln w="12700">
              <a:solidFill>
                <a:srgbClr val="000000"/>
              </a:solidFill>
            </a:ln>
          </p:spPr>
          <p:txBody>
            <a:bodyPr wrap="square" lIns="0" tIns="0" rIns="0" bIns="0" rtlCol="0"/>
            <a:lstStyle/>
            <a:p>
              <a:endParaRPr/>
            </a:p>
          </p:txBody>
        </p:sp>
      </p:grpSp>
      <p:sp>
        <p:nvSpPr>
          <p:cNvPr id="25" name="object 25"/>
          <p:cNvSpPr txBox="1"/>
          <p:nvPr/>
        </p:nvSpPr>
        <p:spPr>
          <a:xfrm>
            <a:off x="10278075" y="5682474"/>
            <a:ext cx="361950" cy="109855"/>
          </a:xfrm>
          <a:prstGeom prst="rect">
            <a:avLst/>
          </a:prstGeom>
        </p:spPr>
        <p:txBody>
          <a:bodyPr vert="vert270" wrap="square" lIns="0" tIns="0" rIns="0" bIns="0" rtlCol="0">
            <a:spAutoFit/>
          </a:bodyPr>
          <a:lstStyle/>
          <a:p>
            <a:pPr marL="12700">
              <a:lnSpc>
                <a:spcPts val="1235"/>
              </a:lnSpc>
            </a:pPr>
            <a:r>
              <a:rPr sz="1100" spc="-50" dirty="0">
                <a:latin typeface="Courier New"/>
                <a:cs typeface="Courier New"/>
              </a:rPr>
              <a:t>1</a:t>
            </a:r>
            <a:endParaRPr sz="1100">
              <a:latin typeface="Courier New"/>
              <a:cs typeface="Courier New"/>
            </a:endParaRPr>
          </a:p>
          <a:p>
            <a:pPr marL="12700">
              <a:lnSpc>
                <a:spcPct val="100000"/>
              </a:lnSpc>
              <a:spcBef>
                <a:spcPts val="80"/>
              </a:spcBef>
            </a:pPr>
            <a:r>
              <a:rPr sz="1100" spc="-50" dirty="0">
                <a:latin typeface="Courier New"/>
                <a:cs typeface="Courier New"/>
              </a:rPr>
              <a:t>3</a:t>
            </a:r>
            <a:endParaRPr sz="1100">
              <a:latin typeface="Courier New"/>
              <a:cs typeface="Courier New"/>
            </a:endParaRPr>
          </a:p>
        </p:txBody>
      </p:sp>
      <p:grpSp>
        <p:nvGrpSpPr>
          <p:cNvPr id="26" name="object 26"/>
          <p:cNvGrpSpPr/>
          <p:nvPr/>
        </p:nvGrpSpPr>
        <p:grpSpPr>
          <a:xfrm>
            <a:off x="10217987" y="4641136"/>
            <a:ext cx="237490" cy="735330"/>
            <a:chOff x="10217987" y="4641136"/>
            <a:chExt cx="237490" cy="735330"/>
          </a:xfrm>
        </p:grpSpPr>
        <p:sp>
          <p:nvSpPr>
            <p:cNvPr id="27" name="object 27"/>
            <p:cNvSpPr/>
            <p:nvPr/>
          </p:nvSpPr>
          <p:spPr>
            <a:xfrm>
              <a:off x="10217976" y="4641138"/>
              <a:ext cx="117475" cy="735330"/>
            </a:xfrm>
            <a:custGeom>
              <a:avLst/>
              <a:gdLst/>
              <a:ahLst/>
              <a:cxnLst/>
              <a:rect l="l" t="t" r="r" b="b"/>
              <a:pathLst>
                <a:path w="117475" h="735329">
                  <a:moveTo>
                    <a:pt x="117119" y="682371"/>
                  </a:moveTo>
                  <a:lnTo>
                    <a:pt x="68795" y="626656"/>
                  </a:lnTo>
                  <a:lnTo>
                    <a:pt x="0" y="734999"/>
                  </a:lnTo>
                  <a:lnTo>
                    <a:pt x="117119" y="682371"/>
                  </a:lnTo>
                  <a:close/>
                </a:path>
                <a:path w="117475" h="735329">
                  <a:moveTo>
                    <a:pt x="117119" y="52616"/>
                  </a:moveTo>
                  <a:lnTo>
                    <a:pt x="0" y="0"/>
                  </a:lnTo>
                  <a:lnTo>
                    <a:pt x="68795" y="108331"/>
                  </a:lnTo>
                  <a:lnTo>
                    <a:pt x="117119" y="52616"/>
                  </a:lnTo>
                  <a:close/>
                </a:path>
              </a:pathLst>
            </a:custGeom>
            <a:solidFill>
              <a:srgbClr val="000000"/>
            </a:solidFill>
          </p:spPr>
          <p:txBody>
            <a:bodyPr wrap="square" lIns="0" tIns="0" rIns="0" bIns="0" rtlCol="0"/>
            <a:lstStyle/>
            <a:p>
              <a:endParaRPr/>
            </a:p>
          </p:txBody>
        </p:sp>
        <p:sp>
          <p:nvSpPr>
            <p:cNvPr id="28" name="object 28"/>
            <p:cNvSpPr/>
            <p:nvPr/>
          </p:nvSpPr>
          <p:spPr>
            <a:xfrm>
              <a:off x="10301640" y="4713565"/>
              <a:ext cx="147320" cy="590550"/>
            </a:xfrm>
            <a:custGeom>
              <a:avLst/>
              <a:gdLst/>
              <a:ahLst/>
              <a:cxnLst/>
              <a:rect l="l" t="t" r="r" b="b"/>
              <a:pathLst>
                <a:path w="147320" h="590550">
                  <a:moveTo>
                    <a:pt x="0" y="0"/>
                  </a:moveTo>
                  <a:lnTo>
                    <a:pt x="91700" y="79380"/>
                  </a:lnTo>
                  <a:lnTo>
                    <a:pt x="147048" y="223159"/>
                  </a:lnTo>
                  <a:lnTo>
                    <a:pt x="147048" y="366939"/>
                  </a:lnTo>
                  <a:lnTo>
                    <a:pt x="91700" y="510718"/>
                  </a:lnTo>
                  <a:lnTo>
                    <a:pt x="0" y="590116"/>
                  </a:lnTo>
                </a:path>
              </a:pathLst>
            </a:custGeom>
            <a:ln w="12700">
              <a:solidFill>
                <a:srgbClr val="000000"/>
              </a:solidFill>
            </a:ln>
          </p:spPr>
          <p:txBody>
            <a:bodyPr wrap="square" lIns="0" tIns="0" rIns="0" bIns="0" rtlCol="0"/>
            <a:lstStyle/>
            <a:p>
              <a:endParaRPr/>
            </a:p>
          </p:txBody>
        </p:sp>
      </p:grpSp>
      <p:sp>
        <p:nvSpPr>
          <p:cNvPr id="29" name="object 29"/>
          <p:cNvSpPr txBox="1"/>
          <p:nvPr/>
        </p:nvSpPr>
        <p:spPr>
          <a:xfrm>
            <a:off x="10278075" y="4938762"/>
            <a:ext cx="361950" cy="109855"/>
          </a:xfrm>
          <a:prstGeom prst="rect">
            <a:avLst/>
          </a:prstGeom>
        </p:spPr>
        <p:txBody>
          <a:bodyPr vert="vert270" wrap="square" lIns="0" tIns="0" rIns="0" bIns="0" rtlCol="0">
            <a:spAutoFit/>
          </a:bodyPr>
          <a:lstStyle/>
          <a:p>
            <a:pPr marL="12700">
              <a:lnSpc>
                <a:spcPts val="1235"/>
              </a:lnSpc>
            </a:pPr>
            <a:r>
              <a:rPr sz="1100" spc="-50" dirty="0">
                <a:latin typeface="Courier New"/>
                <a:cs typeface="Courier New"/>
              </a:rPr>
              <a:t>1</a:t>
            </a:r>
            <a:endParaRPr sz="1100">
              <a:latin typeface="Courier New"/>
              <a:cs typeface="Courier New"/>
            </a:endParaRPr>
          </a:p>
          <a:p>
            <a:pPr marL="12700">
              <a:lnSpc>
                <a:spcPct val="100000"/>
              </a:lnSpc>
              <a:spcBef>
                <a:spcPts val="80"/>
              </a:spcBef>
            </a:pPr>
            <a:r>
              <a:rPr sz="1100" spc="-50" dirty="0">
                <a:latin typeface="Courier New"/>
                <a:cs typeface="Courier New"/>
              </a:rPr>
              <a:t>3</a:t>
            </a:r>
            <a:endParaRPr sz="1100">
              <a:latin typeface="Courier New"/>
              <a:cs typeface="Courier New"/>
            </a:endParaRPr>
          </a:p>
        </p:txBody>
      </p:sp>
      <p:grpSp>
        <p:nvGrpSpPr>
          <p:cNvPr id="30" name="object 30"/>
          <p:cNvGrpSpPr/>
          <p:nvPr/>
        </p:nvGrpSpPr>
        <p:grpSpPr>
          <a:xfrm>
            <a:off x="10217987" y="3951451"/>
            <a:ext cx="237490" cy="669290"/>
            <a:chOff x="10217987" y="3951451"/>
            <a:chExt cx="237490" cy="669290"/>
          </a:xfrm>
        </p:grpSpPr>
        <p:sp>
          <p:nvSpPr>
            <p:cNvPr id="31" name="object 31"/>
            <p:cNvSpPr/>
            <p:nvPr/>
          </p:nvSpPr>
          <p:spPr>
            <a:xfrm>
              <a:off x="10217987" y="4512030"/>
              <a:ext cx="117475" cy="108585"/>
            </a:xfrm>
            <a:custGeom>
              <a:avLst/>
              <a:gdLst/>
              <a:ahLst/>
              <a:cxnLst/>
              <a:rect l="l" t="t" r="r" b="b"/>
              <a:pathLst>
                <a:path w="117475" h="108585">
                  <a:moveTo>
                    <a:pt x="68793" y="0"/>
                  </a:moveTo>
                  <a:lnTo>
                    <a:pt x="0" y="108341"/>
                  </a:lnTo>
                  <a:lnTo>
                    <a:pt x="117118" y="55712"/>
                  </a:lnTo>
                  <a:lnTo>
                    <a:pt x="68793" y="0"/>
                  </a:lnTo>
                  <a:close/>
                </a:path>
              </a:pathLst>
            </a:custGeom>
            <a:solidFill>
              <a:srgbClr val="000000"/>
            </a:solidFill>
          </p:spPr>
          <p:txBody>
            <a:bodyPr wrap="square" lIns="0" tIns="0" rIns="0" bIns="0" rtlCol="0"/>
            <a:lstStyle/>
            <a:p>
              <a:endParaRPr/>
            </a:p>
          </p:txBody>
        </p:sp>
        <p:sp>
          <p:nvSpPr>
            <p:cNvPr id="32" name="object 32"/>
            <p:cNvSpPr/>
            <p:nvPr/>
          </p:nvSpPr>
          <p:spPr>
            <a:xfrm>
              <a:off x="10301640" y="3957801"/>
              <a:ext cx="147320" cy="590550"/>
            </a:xfrm>
            <a:custGeom>
              <a:avLst/>
              <a:gdLst/>
              <a:ahLst/>
              <a:cxnLst/>
              <a:rect l="l" t="t" r="r" b="b"/>
              <a:pathLst>
                <a:path w="147320" h="590550">
                  <a:moveTo>
                    <a:pt x="0" y="0"/>
                  </a:moveTo>
                  <a:lnTo>
                    <a:pt x="91700" y="79380"/>
                  </a:lnTo>
                  <a:lnTo>
                    <a:pt x="147048" y="223159"/>
                  </a:lnTo>
                  <a:lnTo>
                    <a:pt x="147048" y="366939"/>
                  </a:lnTo>
                  <a:lnTo>
                    <a:pt x="91700" y="510718"/>
                  </a:lnTo>
                  <a:lnTo>
                    <a:pt x="0" y="590116"/>
                  </a:lnTo>
                </a:path>
              </a:pathLst>
            </a:custGeom>
            <a:ln w="12700">
              <a:solidFill>
                <a:srgbClr val="000000"/>
              </a:solidFill>
            </a:ln>
          </p:spPr>
          <p:txBody>
            <a:bodyPr wrap="square" lIns="0" tIns="0" rIns="0" bIns="0" rtlCol="0"/>
            <a:lstStyle/>
            <a:p>
              <a:endParaRPr/>
            </a:p>
          </p:txBody>
        </p:sp>
      </p:grpSp>
      <p:sp>
        <p:nvSpPr>
          <p:cNvPr id="33" name="object 33"/>
          <p:cNvSpPr txBox="1"/>
          <p:nvPr/>
        </p:nvSpPr>
        <p:spPr>
          <a:xfrm>
            <a:off x="10278075" y="4182858"/>
            <a:ext cx="361950" cy="109855"/>
          </a:xfrm>
          <a:prstGeom prst="rect">
            <a:avLst/>
          </a:prstGeom>
        </p:spPr>
        <p:txBody>
          <a:bodyPr vert="vert270" wrap="square" lIns="0" tIns="0" rIns="0" bIns="0" rtlCol="0">
            <a:spAutoFit/>
          </a:bodyPr>
          <a:lstStyle/>
          <a:p>
            <a:pPr marL="12700">
              <a:lnSpc>
                <a:spcPts val="1235"/>
              </a:lnSpc>
            </a:pPr>
            <a:r>
              <a:rPr sz="1100" spc="-50" dirty="0">
                <a:latin typeface="Courier New"/>
                <a:cs typeface="Courier New"/>
              </a:rPr>
              <a:t>1</a:t>
            </a:r>
            <a:endParaRPr sz="1100">
              <a:latin typeface="Courier New"/>
              <a:cs typeface="Courier New"/>
            </a:endParaRPr>
          </a:p>
          <a:p>
            <a:pPr marL="12700">
              <a:lnSpc>
                <a:spcPct val="100000"/>
              </a:lnSpc>
              <a:spcBef>
                <a:spcPts val="80"/>
              </a:spcBef>
            </a:pPr>
            <a:r>
              <a:rPr sz="1100" spc="-50" dirty="0">
                <a:latin typeface="Courier New"/>
                <a:cs typeface="Courier New"/>
              </a:rPr>
              <a:t>3</a:t>
            </a:r>
            <a:endParaRPr sz="1100">
              <a:latin typeface="Courier New"/>
              <a:cs typeface="Courier New"/>
            </a:endParaRPr>
          </a:p>
        </p:txBody>
      </p:sp>
      <p:grpSp>
        <p:nvGrpSpPr>
          <p:cNvPr id="34" name="object 34"/>
          <p:cNvGrpSpPr/>
          <p:nvPr/>
        </p:nvGrpSpPr>
        <p:grpSpPr>
          <a:xfrm>
            <a:off x="2532814" y="5051219"/>
            <a:ext cx="235585" cy="1069975"/>
            <a:chOff x="2532814" y="5051219"/>
            <a:chExt cx="235585" cy="1069975"/>
          </a:xfrm>
        </p:grpSpPr>
        <p:sp>
          <p:nvSpPr>
            <p:cNvPr id="35" name="object 35"/>
            <p:cNvSpPr/>
            <p:nvPr/>
          </p:nvSpPr>
          <p:spPr>
            <a:xfrm>
              <a:off x="2663012" y="5051221"/>
              <a:ext cx="105410" cy="1069975"/>
            </a:xfrm>
            <a:custGeom>
              <a:avLst/>
              <a:gdLst/>
              <a:ahLst/>
              <a:cxnLst/>
              <a:rect l="l" t="t" r="r" b="b"/>
              <a:pathLst>
                <a:path w="105410" h="1069975">
                  <a:moveTo>
                    <a:pt x="105194" y="1069975"/>
                  </a:moveTo>
                  <a:lnTo>
                    <a:pt x="57924" y="950671"/>
                  </a:lnTo>
                  <a:lnTo>
                    <a:pt x="0" y="996365"/>
                  </a:lnTo>
                  <a:lnTo>
                    <a:pt x="105194" y="1069975"/>
                  </a:lnTo>
                  <a:close/>
                </a:path>
                <a:path w="105410" h="1069975">
                  <a:moveTo>
                    <a:pt x="105194" y="0"/>
                  </a:moveTo>
                  <a:lnTo>
                    <a:pt x="0" y="73609"/>
                  </a:lnTo>
                  <a:lnTo>
                    <a:pt x="57924" y="119291"/>
                  </a:lnTo>
                  <a:lnTo>
                    <a:pt x="105194" y="0"/>
                  </a:lnTo>
                  <a:close/>
                </a:path>
              </a:pathLst>
            </a:custGeom>
            <a:solidFill>
              <a:srgbClr val="000000"/>
            </a:solidFill>
          </p:spPr>
          <p:txBody>
            <a:bodyPr wrap="square" lIns="0" tIns="0" rIns="0" bIns="0" rtlCol="0"/>
            <a:lstStyle/>
            <a:p>
              <a:endParaRPr/>
            </a:p>
          </p:txBody>
        </p:sp>
        <p:sp>
          <p:nvSpPr>
            <p:cNvPr id="36" name="object 36"/>
            <p:cNvSpPr/>
            <p:nvPr/>
          </p:nvSpPr>
          <p:spPr>
            <a:xfrm>
              <a:off x="2539164" y="5137999"/>
              <a:ext cx="160655" cy="896619"/>
            </a:xfrm>
            <a:custGeom>
              <a:avLst/>
              <a:gdLst/>
              <a:ahLst/>
              <a:cxnLst/>
              <a:rect l="l" t="t" r="r" b="b"/>
              <a:pathLst>
                <a:path w="160655" h="896620">
                  <a:moveTo>
                    <a:pt x="160445" y="896382"/>
                  </a:moveTo>
                  <a:lnTo>
                    <a:pt x="55365" y="763395"/>
                  </a:lnTo>
                  <a:lnTo>
                    <a:pt x="0" y="553264"/>
                  </a:lnTo>
                  <a:lnTo>
                    <a:pt x="0" y="343115"/>
                  </a:lnTo>
                  <a:lnTo>
                    <a:pt x="55365" y="132985"/>
                  </a:lnTo>
                  <a:lnTo>
                    <a:pt x="160445" y="0"/>
                  </a:lnTo>
                </a:path>
              </a:pathLst>
            </a:custGeom>
            <a:ln w="12700">
              <a:solidFill>
                <a:srgbClr val="000000"/>
              </a:solidFill>
            </a:ln>
          </p:spPr>
          <p:txBody>
            <a:bodyPr wrap="square" lIns="0" tIns="0" rIns="0" bIns="0" rtlCol="0"/>
            <a:lstStyle/>
            <a:p>
              <a:endParaRPr/>
            </a:p>
          </p:txBody>
        </p:sp>
      </p:grpSp>
      <p:sp>
        <p:nvSpPr>
          <p:cNvPr id="37" name="object 37"/>
          <p:cNvSpPr txBox="1"/>
          <p:nvPr/>
        </p:nvSpPr>
        <p:spPr>
          <a:xfrm>
            <a:off x="2307037" y="5530074"/>
            <a:ext cx="400050" cy="109855"/>
          </a:xfrm>
          <a:prstGeom prst="rect">
            <a:avLst/>
          </a:prstGeom>
        </p:spPr>
        <p:txBody>
          <a:bodyPr vert="vert270" wrap="square" lIns="0" tIns="0" rIns="0" bIns="0" rtlCol="0">
            <a:spAutoFit/>
          </a:bodyPr>
          <a:lstStyle/>
          <a:p>
            <a:pPr marL="12700">
              <a:lnSpc>
                <a:spcPts val="1235"/>
              </a:lnSpc>
            </a:pPr>
            <a:r>
              <a:rPr sz="1100" spc="-50" dirty="0">
                <a:latin typeface="Courier New"/>
                <a:cs typeface="Courier New"/>
              </a:rPr>
              <a:t>1</a:t>
            </a:r>
            <a:endParaRPr sz="1100">
              <a:latin typeface="Courier New"/>
              <a:cs typeface="Courier New"/>
            </a:endParaRPr>
          </a:p>
          <a:p>
            <a:pPr marL="12700">
              <a:lnSpc>
                <a:spcPct val="100000"/>
              </a:lnSpc>
              <a:spcBef>
                <a:spcPts val="380"/>
              </a:spcBef>
            </a:pPr>
            <a:r>
              <a:rPr sz="1100" spc="-50" dirty="0">
                <a:latin typeface="Courier New"/>
                <a:cs typeface="Courier New"/>
              </a:rPr>
              <a:t>2</a:t>
            </a:r>
            <a:endParaRPr sz="1100">
              <a:latin typeface="Courier New"/>
              <a:cs typeface="Courier New"/>
            </a:endParaRPr>
          </a:p>
        </p:txBody>
      </p:sp>
      <p:grpSp>
        <p:nvGrpSpPr>
          <p:cNvPr id="38" name="object 38"/>
          <p:cNvGrpSpPr/>
          <p:nvPr/>
        </p:nvGrpSpPr>
        <p:grpSpPr>
          <a:xfrm>
            <a:off x="2526666" y="3896068"/>
            <a:ext cx="235585" cy="1069975"/>
            <a:chOff x="2526666" y="3896068"/>
            <a:chExt cx="235585" cy="1069975"/>
          </a:xfrm>
        </p:grpSpPr>
        <p:sp>
          <p:nvSpPr>
            <p:cNvPr id="39" name="object 39"/>
            <p:cNvSpPr/>
            <p:nvPr/>
          </p:nvSpPr>
          <p:spPr>
            <a:xfrm>
              <a:off x="2656878" y="3896067"/>
              <a:ext cx="105410" cy="1069975"/>
            </a:xfrm>
            <a:custGeom>
              <a:avLst/>
              <a:gdLst/>
              <a:ahLst/>
              <a:cxnLst/>
              <a:rect l="l" t="t" r="r" b="b"/>
              <a:pathLst>
                <a:path w="105410" h="1069975">
                  <a:moveTo>
                    <a:pt x="105194" y="1069975"/>
                  </a:moveTo>
                  <a:lnTo>
                    <a:pt x="57912" y="950683"/>
                  </a:lnTo>
                  <a:lnTo>
                    <a:pt x="0" y="996365"/>
                  </a:lnTo>
                  <a:lnTo>
                    <a:pt x="105194" y="1069975"/>
                  </a:lnTo>
                  <a:close/>
                </a:path>
                <a:path w="105410" h="1069975">
                  <a:moveTo>
                    <a:pt x="105194" y="0"/>
                  </a:moveTo>
                  <a:lnTo>
                    <a:pt x="0" y="73609"/>
                  </a:lnTo>
                  <a:lnTo>
                    <a:pt x="57912" y="119303"/>
                  </a:lnTo>
                  <a:lnTo>
                    <a:pt x="105194" y="0"/>
                  </a:lnTo>
                  <a:close/>
                </a:path>
              </a:pathLst>
            </a:custGeom>
            <a:solidFill>
              <a:srgbClr val="000000"/>
            </a:solidFill>
          </p:spPr>
          <p:txBody>
            <a:bodyPr wrap="square" lIns="0" tIns="0" rIns="0" bIns="0" rtlCol="0"/>
            <a:lstStyle/>
            <a:p>
              <a:endParaRPr/>
            </a:p>
          </p:txBody>
        </p:sp>
        <p:sp>
          <p:nvSpPr>
            <p:cNvPr id="40" name="object 40"/>
            <p:cNvSpPr/>
            <p:nvPr/>
          </p:nvSpPr>
          <p:spPr>
            <a:xfrm>
              <a:off x="2533016" y="3982848"/>
              <a:ext cx="160655" cy="896619"/>
            </a:xfrm>
            <a:custGeom>
              <a:avLst/>
              <a:gdLst/>
              <a:ahLst/>
              <a:cxnLst/>
              <a:rect l="l" t="t" r="r" b="b"/>
              <a:pathLst>
                <a:path w="160655" h="896620">
                  <a:moveTo>
                    <a:pt x="160445" y="896382"/>
                  </a:moveTo>
                  <a:lnTo>
                    <a:pt x="55347" y="763395"/>
                  </a:lnTo>
                  <a:lnTo>
                    <a:pt x="0" y="553264"/>
                  </a:lnTo>
                  <a:lnTo>
                    <a:pt x="0" y="343115"/>
                  </a:lnTo>
                  <a:lnTo>
                    <a:pt x="55347" y="132985"/>
                  </a:lnTo>
                  <a:lnTo>
                    <a:pt x="160445" y="0"/>
                  </a:lnTo>
                </a:path>
              </a:pathLst>
            </a:custGeom>
            <a:ln w="12700">
              <a:solidFill>
                <a:srgbClr val="000000"/>
              </a:solidFill>
            </a:ln>
          </p:spPr>
          <p:txBody>
            <a:bodyPr wrap="square" lIns="0" tIns="0" rIns="0" bIns="0" rtlCol="0"/>
            <a:lstStyle/>
            <a:p>
              <a:endParaRPr/>
            </a:p>
          </p:txBody>
        </p:sp>
      </p:grpSp>
      <p:sp>
        <p:nvSpPr>
          <p:cNvPr id="41" name="object 41"/>
          <p:cNvSpPr txBox="1"/>
          <p:nvPr/>
        </p:nvSpPr>
        <p:spPr>
          <a:xfrm>
            <a:off x="2300889" y="4374882"/>
            <a:ext cx="400050" cy="109855"/>
          </a:xfrm>
          <a:prstGeom prst="rect">
            <a:avLst/>
          </a:prstGeom>
        </p:spPr>
        <p:txBody>
          <a:bodyPr vert="vert270" wrap="square" lIns="0" tIns="0" rIns="0" bIns="0" rtlCol="0">
            <a:spAutoFit/>
          </a:bodyPr>
          <a:lstStyle/>
          <a:p>
            <a:pPr marL="12700">
              <a:lnSpc>
                <a:spcPts val="1235"/>
              </a:lnSpc>
            </a:pPr>
            <a:r>
              <a:rPr sz="1100" spc="-50" dirty="0">
                <a:latin typeface="Courier New"/>
                <a:cs typeface="Courier New"/>
              </a:rPr>
              <a:t>1</a:t>
            </a:r>
            <a:endParaRPr sz="1100">
              <a:latin typeface="Courier New"/>
              <a:cs typeface="Courier New"/>
            </a:endParaRPr>
          </a:p>
          <a:p>
            <a:pPr marL="12700">
              <a:lnSpc>
                <a:spcPct val="100000"/>
              </a:lnSpc>
              <a:spcBef>
                <a:spcPts val="380"/>
              </a:spcBef>
            </a:pPr>
            <a:r>
              <a:rPr sz="1100" spc="-50" dirty="0">
                <a:latin typeface="Courier New"/>
                <a:cs typeface="Courier New"/>
              </a:rPr>
              <a:t>2</a:t>
            </a:r>
            <a:endParaRPr sz="1100">
              <a:latin typeface="Courier New"/>
              <a:cs typeface="Courier New"/>
            </a:endParaRPr>
          </a:p>
        </p:txBody>
      </p:sp>
      <p:sp>
        <p:nvSpPr>
          <p:cNvPr id="42" name="object 42"/>
          <p:cNvSpPr/>
          <p:nvPr/>
        </p:nvSpPr>
        <p:spPr>
          <a:xfrm>
            <a:off x="217601" y="639038"/>
            <a:ext cx="6210300" cy="3406775"/>
          </a:xfrm>
          <a:custGeom>
            <a:avLst/>
            <a:gdLst/>
            <a:ahLst/>
            <a:cxnLst/>
            <a:rect l="l" t="t" r="r" b="b"/>
            <a:pathLst>
              <a:path w="6210300" h="3406775">
                <a:moveTo>
                  <a:pt x="6210300" y="254000"/>
                </a:moveTo>
                <a:lnTo>
                  <a:pt x="6206210" y="208343"/>
                </a:lnTo>
                <a:lnTo>
                  <a:pt x="6194412" y="165366"/>
                </a:lnTo>
                <a:lnTo>
                  <a:pt x="6175616" y="125793"/>
                </a:lnTo>
                <a:lnTo>
                  <a:pt x="6150559" y="90347"/>
                </a:lnTo>
                <a:lnTo>
                  <a:pt x="6119952" y="59740"/>
                </a:lnTo>
                <a:lnTo>
                  <a:pt x="6084494" y="34671"/>
                </a:lnTo>
                <a:lnTo>
                  <a:pt x="6044933" y="15887"/>
                </a:lnTo>
                <a:lnTo>
                  <a:pt x="6001956" y="4089"/>
                </a:lnTo>
                <a:lnTo>
                  <a:pt x="5956300" y="0"/>
                </a:lnTo>
                <a:lnTo>
                  <a:pt x="254000" y="0"/>
                </a:lnTo>
                <a:lnTo>
                  <a:pt x="208343" y="4089"/>
                </a:lnTo>
                <a:lnTo>
                  <a:pt x="165366" y="15887"/>
                </a:lnTo>
                <a:lnTo>
                  <a:pt x="125793" y="34671"/>
                </a:lnTo>
                <a:lnTo>
                  <a:pt x="90347" y="59740"/>
                </a:lnTo>
                <a:lnTo>
                  <a:pt x="59728" y="90347"/>
                </a:lnTo>
                <a:lnTo>
                  <a:pt x="34671" y="125793"/>
                </a:lnTo>
                <a:lnTo>
                  <a:pt x="15887" y="165366"/>
                </a:lnTo>
                <a:lnTo>
                  <a:pt x="4089" y="208343"/>
                </a:lnTo>
                <a:lnTo>
                  <a:pt x="0" y="254000"/>
                </a:lnTo>
                <a:lnTo>
                  <a:pt x="0" y="2755900"/>
                </a:lnTo>
                <a:lnTo>
                  <a:pt x="4089" y="2801556"/>
                </a:lnTo>
                <a:lnTo>
                  <a:pt x="15887" y="2844533"/>
                </a:lnTo>
                <a:lnTo>
                  <a:pt x="34671" y="2884093"/>
                </a:lnTo>
                <a:lnTo>
                  <a:pt x="59728" y="2919552"/>
                </a:lnTo>
                <a:lnTo>
                  <a:pt x="90347" y="2950159"/>
                </a:lnTo>
                <a:lnTo>
                  <a:pt x="125793" y="2975216"/>
                </a:lnTo>
                <a:lnTo>
                  <a:pt x="165366" y="2994012"/>
                </a:lnTo>
                <a:lnTo>
                  <a:pt x="208343" y="3005810"/>
                </a:lnTo>
                <a:lnTo>
                  <a:pt x="254000" y="3009900"/>
                </a:lnTo>
                <a:lnTo>
                  <a:pt x="4714875" y="3009900"/>
                </a:lnTo>
                <a:lnTo>
                  <a:pt x="4979594" y="3406775"/>
                </a:lnTo>
                <a:lnTo>
                  <a:pt x="5244706" y="3009900"/>
                </a:lnTo>
                <a:lnTo>
                  <a:pt x="5956300" y="3009900"/>
                </a:lnTo>
                <a:lnTo>
                  <a:pt x="6001956" y="3005810"/>
                </a:lnTo>
                <a:lnTo>
                  <a:pt x="6044933" y="2994012"/>
                </a:lnTo>
                <a:lnTo>
                  <a:pt x="6084494" y="2975216"/>
                </a:lnTo>
                <a:lnTo>
                  <a:pt x="6119952" y="2950159"/>
                </a:lnTo>
                <a:lnTo>
                  <a:pt x="6150559" y="2919552"/>
                </a:lnTo>
                <a:lnTo>
                  <a:pt x="6175616" y="2884093"/>
                </a:lnTo>
                <a:lnTo>
                  <a:pt x="6194412" y="2844533"/>
                </a:lnTo>
                <a:lnTo>
                  <a:pt x="6206210" y="2801556"/>
                </a:lnTo>
                <a:lnTo>
                  <a:pt x="6210300" y="2755900"/>
                </a:lnTo>
                <a:lnTo>
                  <a:pt x="6210300" y="254000"/>
                </a:lnTo>
                <a:close/>
              </a:path>
            </a:pathLst>
          </a:custGeom>
          <a:solidFill>
            <a:srgbClr val="020719">
              <a:alpha val="45098"/>
            </a:srgbClr>
          </a:solidFill>
        </p:spPr>
        <p:txBody>
          <a:bodyPr wrap="square" lIns="0" tIns="0" rIns="0" bIns="0" rtlCol="0"/>
          <a:lstStyle/>
          <a:p>
            <a:endParaRPr/>
          </a:p>
        </p:txBody>
      </p:sp>
      <p:sp>
        <p:nvSpPr>
          <p:cNvPr id="43" name="object 43"/>
          <p:cNvSpPr txBox="1"/>
          <p:nvPr/>
        </p:nvSpPr>
        <p:spPr>
          <a:xfrm>
            <a:off x="511996" y="869187"/>
            <a:ext cx="5593080" cy="1025525"/>
          </a:xfrm>
          <a:prstGeom prst="rect">
            <a:avLst/>
          </a:prstGeom>
        </p:spPr>
        <p:txBody>
          <a:bodyPr vert="horz" wrap="square" lIns="0" tIns="59055" rIns="0" bIns="0" rtlCol="0">
            <a:spAutoFit/>
          </a:bodyPr>
          <a:lstStyle/>
          <a:p>
            <a:pPr marL="1914525" marR="5080" indent="-1902460">
              <a:lnSpc>
                <a:spcPts val="3790"/>
              </a:lnSpc>
              <a:spcBef>
                <a:spcPts val="465"/>
              </a:spcBef>
            </a:pPr>
            <a:r>
              <a:rPr sz="3400" i="1" dirty="0">
                <a:solidFill>
                  <a:srgbClr val="FFFFFF"/>
                </a:solidFill>
                <a:latin typeface="Georgia"/>
                <a:cs typeface="Georgia"/>
              </a:rPr>
              <a:t>This</a:t>
            </a:r>
            <a:r>
              <a:rPr sz="3400" i="1" spc="-55" dirty="0">
                <a:solidFill>
                  <a:srgbClr val="FFFFFF"/>
                </a:solidFill>
                <a:latin typeface="Georgia"/>
                <a:cs typeface="Georgia"/>
              </a:rPr>
              <a:t> </a:t>
            </a:r>
            <a:r>
              <a:rPr sz="3400" i="1" dirty="0">
                <a:solidFill>
                  <a:srgbClr val="FFFFFF"/>
                </a:solidFill>
                <a:latin typeface="Georgia"/>
                <a:cs typeface="Georgia"/>
              </a:rPr>
              <a:t>picture</a:t>
            </a:r>
            <a:r>
              <a:rPr sz="3400" i="1" spc="-60" dirty="0">
                <a:solidFill>
                  <a:srgbClr val="FFFFFF"/>
                </a:solidFill>
                <a:latin typeface="Georgia"/>
                <a:cs typeface="Georgia"/>
              </a:rPr>
              <a:t> </a:t>
            </a:r>
            <a:r>
              <a:rPr sz="3400" i="1" dirty="0">
                <a:solidFill>
                  <a:srgbClr val="FFFFFF"/>
                </a:solidFill>
                <a:latin typeface="Georgia"/>
                <a:cs typeface="Georgia"/>
              </a:rPr>
              <a:t>is</a:t>
            </a:r>
            <a:r>
              <a:rPr sz="3400" i="1" spc="-45" dirty="0">
                <a:solidFill>
                  <a:srgbClr val="FFFFFF"/>
                </a:solidFill>
                <a:latin typeface="Georgia"/>
                <a:cs typeface="Georgia"/>
              </a:rPr>
              <a:t> </a:t>
            </a:r>
            <a:r>
              <a:rPr sz="3400" i="1" dirty="0">
                <a:solidFill>
                  <a:srgbClr val="FFFFFF"/>
                </a:solidFill>
                <a:latin typeface="Georgia"/>
                <a:cs typeface="Georgia"/>
              </a:rPr>
              <a:t>split</a:t>
            </a:r>
            <a:r>
              <a:rPr sz="3400" i="1" spc="-55" dirty="0">
                <a:solidFill>
                  <a:srgbClr val="FFFFFF"/>
                </a:solidFill>
                <a:latin typeface="Georgia"/>
                <a:cs typeface="Georgia"/>
              </a:rPr>
              <a:t> </a:t>
            </a:r>
            <a:r>
              <a:rPr sz="3400" i="1" dirty="0">
                <a:solidFill>
                  <a:srgbClr val="FFFFFF"/>
                </a:solidFill>
                <a:latin typeface="Georgia"/>
                <a:cs typeface="Georgia"/>
              </a:rPr>
              <a:t>into</a:t>
            </a:r>
            <a:r>
              <a:rPr sz="3400" i="1" spc="-65" dirty="0">
                <a:solidFill>
                  <a:srgbClr val="FFFFFF"/>
                </a:solidFill>
                <a:latin typeface="Georgia"/>
                <a:cs typeface="Georgia"/>
              </a:rPr>
              <a:t> </a:t>
            </a:r>
            <a:r>
              <a:rPr sz="3400" i="1" spc="-10" dirty="0">
                <a:solidFill>
                  <a:srgbClr val="FFFFFF"/>
                </a:solidFill>
                <a:latin typeface="Georgia"/>
                <a:cs typeface="Georgia"/>
              </a:rPr>
              <a:t>half/ quarters.</a:t>
            </a:r>
            <a:endParaRPr sz="3400">
              <a:latin typeface="Georgia"/>
              <a:cs typeface="Georgia"/>
            </a:endParaRPr>
          </a:p>
        </p:txBody>
      </p:sp>
      <p:sp>
        <p:nvSpPr>
          <p:cNvPr id="44" name="object 44"/>
          <p:cNvSpPr txBox="1"/>
          <p:nvPr/>
        </p:nvSpPr>
        <p:spPr>
          <a:xfrm>
            <a:off x="547312" y="2316987"/>
            <a:ext cx="5514340" cy="1025525"/>
          </a:xfrm>
          <a:prstGeom prst="rect">
            <a:avLst/>
          </a:prstGeom>
        </p:spPr>
        <p:txBody>
          <a:bodyPr vert="horz" wrap="square" lIns="0" tIns="59055" rIns="0" bIns="0" rtlCol="0">
            <a:spAutoFit/>
          </a:bodyPr>
          <a:lstStyle/>
          <a:p>
            <a:pPr marL="1217295" marR="5080" indent="-1205230">
              <a:lnSpc>
                <a:spcPts val="3790"/>
              </a:lnSpc>
              <a:spcBef>
                <a:spcPts val="465"/>
              </a:spcBef>
            </a:pPr>
            <a:r>
              <a:rPr sz="3400" i="1" dirty="0">
                <a:solidFill>
                  <a:srgbClr val="FFFFFF"/>
                </a:solidFill>
                <a:latin typeface="Georgia"/>
                <a:cs typeface="Georgia"/>
              </a:rPr>
              <a:t>It</a:t>
            </a:r>
            <a:r>
              <a:rPr sz="3400" i="1" spc="-70" dirty="0">
                <a:solidFill>
                  <a:srgbClr val="FFFFFF"/>
                </a:solidFill>
                <a:latin typeface="Georgia"/>
                <a:cs typeface="Georgia"/>
              </a:rPr>
              <a:t> </a:t>
            </a:r>
            <a:r>
              <a:rPr sz="3400" i="1" dirty="0">
                <a:solidFill>
                  <a:srgbClr val="FFFFFF"/>
                </a:solidFill>
                <a:latin typeface="Georgia"/>
                <a:cs typeface="Georgia"/>
              </a:rPr>
              <a:t>lacks</a:t>
            </a:r>
            <a:r>
              <a:rPr sz="3400" i="1" spc="-60" dirty="0">
                <a:solidFill>
                  <a:srgbClr val="FFFFFF"/>
                </a:solidFill>
                <a:latin typeface="Georgia"/>
                <a:cs typeface="Georgia"/>
              </a:rPr>
              <a:t> </a:t>
            </a:r>
            <a:r>
              <a:rPr sz="3400" i="1" dirty="0">
                <a:solidFill>
                  <a:srgbClr val="FFFFFF"/>
                </a:solidFill>
                <a:latin typeface="Georgia"/>
                <a:cs typeface="Georgia"/>
              </a:rPr>
              <a:t>interest</a:t>
            </a:r>
            <a:r>
              <a:rPr sz="3400" i="1" spc="-75" dirty="0">
                <a:solidFill>
                  <a:srgbClr val="FFFFFF"/>
                </a:solidFill>
                <a:latin typeface="Georgia"/>
                <a:cs typeface="Georgia"/>
              </a:rPr>
              <a:t> </a:t>
            </a:r>
            <a:r>
              <a:rPr sz="3400" i="1" dirty="0">
                <a:solidFill>
                  <a:srgbClr val="FFFFFF"/>
                </a:solidFill>
                <a:latin typeface="Georgia"/>
                <a:cs typeface="Georgia"/>
              </a:rPr>
              <a:t>and</a:t>
            </a:r>
            <a:r>
              <a:rPr sz="3400" i="1" spc="-125" dirty="0">
                <a:solidFill>
                  <a:srgbClr val="FFFFFF"/>
                </a:solidFill>
                <a:latin typeface="Georgia"/>
                <a:cs typeface="Georgia"/>
              </a:rPr>
              <a:t> </a:t>
            </a:r>
            <a:r>
              <a:rPr sz="3400" i="1" spc="-10" dirty="0">
                <a:solidFill>
                  <a:srgbClr val="FFFFFF"/>
                </a:solidFill>
                <a:latin typeface="Georgia"/>
                <a:cs typeface="Georgia"/>
              </a:rPr>
              <a:t>appears </a:t>
            </a:r>
            <a:r>
              <a:rPr sz="3400" i="1" dirty="0">
                <a:solidFill>
                  <a:srgbClr val="FFFFFF"/>
                </a:solidFill>
                <a:latin typeface="Georgia"/>
                <a:cs typeface="Georgia"/>
              </a:rPr>
              <a:t>dull</a:t>
            </a:r>
            <a:r>
              <a:rPr sz="3400" i="1" spc="-50" dirty="0">
                <a:solidFill>
                  <a:srgbClr val="FFFFFF"/>
                </a:solidFill>
                <a:latin typeface="Georgia"/>
                <a:cs typeface="Georgia"/>
              </a:rPr>
              <a:t> </a:t>
            </a:r>
            <a:r>
              <a:rPr sz="3400" i="1" dirty="0">
                <a:solidFill>
                  <a:srgbClr val="FFFFFF"/>
                </a:solidFill>
                <a:latin typeface="Georgia"/>
                <a:cs typeface="Georgia"/>
              </a:rPr>
              <a:t>and</a:t>
            </a:r>
            <a:r>
              <a:rPr sz="3400" i="1" spc="-60" dirty="0">
                <a:solidFill>
                  <a:srgbClr val="FFFFFF"/>
                </a:solidFill>
                <a:latin typeface="Georgia"/>
                <a:cs typeface="Georgia"/>
              </a:rPr>
              <a:t> </a:t>
            </a:r>
            <a:r>
              <a:rPr sz="3400" i="1" spc="-10" dirty="0">
                <a:solidFill>
                  <a:srgbClr val="FFFFFF"/>
                </a:solidFill>
                <a:latin typeface="Georgia"/>
                <a:cs typeface="Georgia"/>
              </a:rPr>
              <a:t>lifeless.</a:t>
            </a:r>
            <a:endParaRPr sz="3400">
              <a:latin typeface="Georgia"/>
              <a:cs typeface="Georgia"/>
            </a:endParaRPr>
          </a:p>
        </p:txBody>
      </p:sp>
      <p:grpSp>
        <p:nvGrpSpPr>
          <p:cNvPr id="45" name="object 45"/>
          <p:cNvGrpSpPr/>
          <p:nvPr/>
        </p:nvGrpSpPr>
        <p:grpSpPr>
          <a:xfrm>
            <a:off x="6604000" y="88900"/>
            <a:ext cx="6235700" cy="3905250"/>
            <a:chOff x="6604000" y="88900"/>
            <a:chExt cx="6235700" cy="3905250"/>
          </a:xfrm>
        </p:grpSpPr>
        <p:sp>
          <p:nvSpPr>
            <p:cNvPr id="46" name="object 46"/>
            <p:cNvSpPr/>
            <p:nvPr/>
          </p:nvSpPr>
          <p:spPr>
            <a:xfrm>
              <a:off x="10217986" y="3885374"/>
              <a:ext cx="117475" cy="108585"/>
            </a:xfrm>
            <a:custGeom>
              <a:avLst/>
              <a:gdLst/>
              <a:ahLst/>
              <a:cxnLst/>
              <a:rect l="l" t="t" r="r" b="b"/>
              <a:pathLst>
                <a:path w="117475" h="108585">
                  <a:moveTo>
                    <a:pt x="0" y="0"/>
                  </a:moveTo>
                  <a:lnTo>
                    <a:pt x="68793" y="108328"/>
                  </a:lnTo>
                  <a:lnTo>
                    <a:pt x="117118" y="52613"/>
                  </a:lnTo>
                  <a:lnTo>
                    <a:pt x="0" y="0"/>
                  </a:lnTo>
                  <a:close/>
                </a:path>
              </a:pathLst>
            </a:custGeom>
            <a:solidFill>
              <a:srgbClr val="000000"/>
            </a:solidFill>
          </p:spPr>
          <p:txBody>
            <a:bodyPr wrap="square" lIns="0" tIns="0" rIns="0" bIns="0" rtlCol="0"/>
            <a:lstStyle/>
            <a:p>
              <a:endParaRPr/>
            </a:p>
          </p:txBody>
        </p:sp>
        <p:sp>
          <p:nvSpPr>
            <p:cNvPr id="47" name="object 47"/>
            <p:cNvSpPr/>
            <p:nvPr/>
          </p:nvSpPr>
          <p:spPr>
            <a:xfrm>
              <a:off x="6616700" y="101599"/>
              <a:ext cx="6210300" cy="3856990"/>
            </a:xfrm>
            <a:custGeom>
              <a:avLst/>
              <a:gdLst/>
              <a:ahLst/>
              <a:cxnLst/>
              <a:rect l="l" t="t" r="r" b="b"/>
              <a:pathLst>
                <a:path w="6210300" h="3856990">
                  <a:moveTo>
                    <a:pt x="6210300" y="254000"/>
                  </a:moveTo>
                  <a:lnTo>
                    <a:pt x="6206210" y="208343"/>
                  </a:lnTo>
                  <a:lnTo>
                    <a:pt x="6194412" y="165379"/>
                  </a:lnTo>
                  <a:lnTo>
                    <a:pt x="6175629" y="125806"/>
                  </a:lnTo>
                  <a:lnTo>
                    <a:pt x="6150584" y="90360"/>
                  </a:lnTo>
                  <a:lnTo>
                    <a:pt x="6119965" y="59740"/>
                  </a:lnTo>
                  <a:lnTo>
                    <a:pt x="6084519" y="34683"/>
                  </a:lnTo>
                  <a:lnTo>
                    <a:pt x="6044946" y="15900"/>
                  </a:lnTo>
                  <a:lnTo>
                    <a:pt x="6001969" y="4102"/>
                  </a:lnTo>
                  <a:lnTo>
                    <a:pt x="5956300" y="0"/>
                  </a:lnTo>
                  <a:lnTo>
                    <a:pt x="254000" y="0"/>
                  </a:lnTo>
                  <a:lnTo>
                    <a:pt x="208330" y="4102"/>
                  </a:lnTo>
                  <a:lnTo>
                    <a:pt x="165366" y="15900"/>
                  </a:lnTo>
                  <a:lnTo>
                    <a:pt x="125793" y="34683"/>
                  </a:lnTo>
                  <a:lnTo>
                    <a:pt x="90347" y="59740"/>
                  </a:lnTo>
                  <a:lnTo>
                    <a:pt x="59728" y="90360"/>
                  </a:lnTo>
                  <a:lnTo>
                    <a:pt x="34671" y="125806"/>
                  </a:lnTo>
                  <a:lnTo>
                    <a:pt x="15887" y="165379"/>
                  </a:lnTo>
                  <a:lnTo>
                    <a:pt x="4089" y="208343"/>
                  </a:lnTo>
                  <a:lnTo>
                    <a:pt x="0" y="254000"/>
                  </a:lnTo>
                  <a:lnTo>
                    <a:pt x="0" y="3175000"/>
                  </a:lnTo>
                  <a:lnTo>
                    <a:pt x="4089" y="3220656"/>
                  </a:lnTo>
                  <a:lnTo>
                    <a:pt x="15887" y="3263633"/>
                  </a:lnTo>
                  <a:lnTo>
                    <a:pt x="34671" y="3303206"/>
                  </a:lnTo>
                  <a:lnTo>
                    <a:pt x="59728" y="3338652"/>
                  </a:lnTo>
                  <a:lnTo>
                    <a:pt x="90347" y="3369272"/>
                  </a:lnTo>
                  <a:lnTo>
                    <a:pt x="125793" y="3394329"/>
                  </a:lnTo>
                  <a:lnTo>
                    <a:pt x="165366" y="3413112"/>
                  </a:lnTo>
                  <a:lnTo>
                    <a:pt x="208330" y="3424910"/>
                  </a:lnTo>
                  <a:lnTo>
                    <a:pt x="254000" y="3429000"/>
                  </a:lnTo>
                  <a:lnTo>
                    <a:pt x="486549" y="3429000"/>
                  </a:lnTo>
                  <a:lnTo>
                    <a:pt x="751662" y="3856825"/>
                  </a:lnTo>
                  <a:lnTo>
                    <a:pt x="1016774" y="3429000"/>
                  </a:lnTo>
                  <a:lnTo>
                    <a:pt x="5956300" y="3429000"/>
                  </a:lnTo>
                  <a:lnTo>
                    <a:pt x="6001969" y="3424910"/>
                  </a:lnTo>
                  <a:lnTo>
                    <a:pt x="6044946" y="3413112"/>
                  </a:lnTo>
                  <a:lnTo>
                    <a:pt x="6084519" y="3394329"/>
                  </a:lnTo>
                  <a:lnTo>
                    <a:pt x="6119965" y="3369272"/>
                  </a:lnTo>
                  <a:lnTo>
                    <a:pt x="6150584" y="3338652"/>
                  </a:lnTo>
                  <a:lnTo>
                    <a:pt x="6175629" y="3303206"/>
                  </a:lnTo>
                  <a:lnTo>
                    <a:pt x="6194412" y="3263633"/>
                  </a:lnTo>
                  <a:lnTo>
                    <a:pt x="6206210" y="3220656"/>
                  </a:lnTo>
                  <a:lnTo>
                    <a:pt x="6210300" y="3175000"/>
                  </a:lnTo>
                  <a:lnTo>
                    <a:pt x="6210300" y="254000"/>
                  </a:lnTo>
                  <a:close/>
                </a:path>
              </a:pathLst>
            </a:custGeom>
            <a:solidFill>
              <a:srgbClr val="020719">
                <a:alpha val="45098"/>
              </a:srgbClr>
            </a:solidFill>
          </p:spPr>
          <p:txBody>
            <a:bodyPr wrap="square" lIns="0" tIns="0" rIns="0" bIns="0" rtlCol="0"/>
            <a:lstStyle/>
            <a:p>
              <a:endParaRPr/>
            </a:p>
          </p:txBody>
        </p:sp>
        <p:sp>
          <p:nvSpPr>
            <p:cNvPr id="48" name="object 48"/>
            <p:cNvSpPr/>
            <p:nvPr/>
          </p:nvSpPr>
          <p:spPr>
            <a:xfrm>
              <a:off x="6616700" y="101600"/>
              <a:ext cx="6210300" cy="3856990"/>
            </a:xfrm>
            <a:custGeom>
              <a:avLst/>
              <a:gdLst/>
              <a:ahLst/>
              <a:cxnLst/>
              <a:rect l="l" t="t" r="r" b="b"/>
              <a:pathLst>
                <a:path w="6210300" h="3856990">
                  <a:moveTo>
                    <a:pt x="254000" y="0"/>
                  </a:moveTo>
                  <a:lnTo>
                    <a:pt x="208343" y="4092"/>
                  </a:lnTo>
                  <a:lnTo>
                    <a:pt x="165371" y="15890"/>
                  </a:lnTo>
                  <a:lnTo>
                    <a:pt x="125801" y="34678"/>
                  </a:lnTo>
                  <a:lnTo>
                    <a:pt x="90351" y="59737"/>
                  </a:lnTo>
                  <a:lnTo>
                    <a:pt x="59737" y="90351"/>
                  </a:lnTo>
                  <a:lnTo>
                    <a:pt x="34678" y="125801"/>
                  </a:lnTo>
                  <a:lnTo>
                    <a:pt x="15890" y="165371"/>
                  </a:lnTo>
                  <a:lnTo>
                    <a:pt x="4092" y="208343"/>
                  </a:lnTo>
                  <a:lnTo>
                    <a:pt x="0" y="254000"/>
                  </a:lnTo>
                  <a:lnTo>
                    <a:pt x="0" y="3175000"/>
                  </a:lnTo>
                  <a:lnTo>
                    <a:pt x="4092" y="3220657"/>
                  </a:lnTo>
                  <a:lnTo>
                    <a:pt x="15890" y="3263630"/>
                  </a:lnTo>
                  <a:lnTo>
                    <a:pt x="34678" y="3303200"/>
                  </a:lnTo>
                  <a:lnTo>
                    <a:pt x="59737" y="3338650"/>
                  </a:lnTo>
                  <a:lnTo>
                    <a:pt x="90351" y="3369263"/>
                  </a:lnTo>
                  <a:lnTo>
                    <a:pt x="125801" y="3394322"/>
                  </a:lnTo>
                  <a:lnTo>
                    <a:pt x="165371" y="3413109"/>
                  </a:lnTo>
                  <a:lnTo>
                    <a:pt x="208343" y="3424907"/>
                  </a:lnTo>
                  <a:lnTo>
                    <a:pt x="254000" y="3429000"/>
                  </a:lnTo>
                  <a:lnTo>
                    <a:pt x="486568" y="3429000"/>
                  </a:lnTo>
                  <a:lnTo>
                    <a:pt x="751681" y="3856837"/>
                  </a:lnTo>
                  <a:lnTo>
                    <a:pt x="1016793" y="3429000"/>
                  </a:lnTo>
                  <a:lnTo>
                    <a:pt x="5956300" y="3429000"/>
                  </a:lnTo>
                  <a:lnTo>
                    <a:pt x="6001957" y="3424907"/>
                  </a:lnTo>
                  <a:lnTo>
                    <a:pt x="6044930" y="3413109"/>
                  </a:lnTo>
                  <a:lnTo>
                    <a:pt x="6084500" y="3394322"/>
                  </a:lnTo>
                  <a:lnTo>
                    <a:pt x="6119950" y="3369263"/>
                  </a:lnTo>
                  <a:lnTo>
                    <a:pt x="6150563" y="3338650"/>
                  </a:lnTo>
                  <a:lnTo>
                    <a:pt x="6175622" y="3303200"/>
                  </a:lnTo>
                  <a:lnTo>
                    <a:pt x="6194409" y="3263630"/>
                  </a:lnTo>
                  <a:lnTo>
                    <a:pt x="6206207" y="3220657"/>
                  </a:lnTo>
                  <a:lnTo>
                    <a:pt x="6210300" y="3175000"/>
                  </a:lnTo>
                  <a:lnTo>
                    <a:pt x="6210300" y="254000"/>
                  </a:lnTo>
                  <a:lnTo>
                    <a:pt x="6206207" y="208343"/>
                  </a:lnTo>
                  <a:lnTo>
                    <a:pt x="6194409" y="165371"/>
                  </a:lnTo>
                  <a:lnTo>
                    <a:pt x="6175622" y="125801"/>
                  </a:lnTo>
                  <a:lnTo>
                    <a:pt x="6150563" y="90351"/>
                  </a:lnTo>
                  <a:lnTo>
                    <a:pt x="6119950" y="59737"/>
                  </a:lnTo>
                  <a:lnTo>
                    <a:pt x="6084500" y="34678"/>
                  </a:lnTo>
                  <a:lnTo>
                    <a:pt x="6044930" y="15890"/>
                  </a:lnTo>
                  <a:lnTo>
                    <a:pt x="6001957" y="4092"/>
                  </a:lnTo>
                  <a:lnTo>
                    <a:pt x="5956300" y="0"/>
                  </a:lnTo>
                  <a:lnTo>
                    <a:pt x="254000" y="0"/>
                  </a:lnTo>
                  <a:close/>
                </a:path>
              </a:pathLst>
            </a:custGeom>
            <a:ln w="25400">
              <a:solidFill>
                <a:srgbClr val="FFFFFF"/>
              </a:solidFill>
            </a:ln>
          </p:spPr>
          <p:txBody>
            <a:bodyPr wrap="square" lIns="0" tIns="0" rIns="0" bIns="0" rtlCol="0"/>
            <a:lstStyle/>
            <a:p>
              <a:endParaRPr/>
            </a:p>
          </p:txBody>
        </p:sp>
      </p:grpSp>
      <p:sp>
        <p:nvSpPr>
          <p:cNvPr id="49" name="object 49"/>
          <p:cNvSpPr txBox="1"/>
          <p:nvPr/>
        </p:nvSpPr>
        <p:spPr>
          <a:xfrm>
            <a:off x="7470874" y="287019"/>
            <a:ext cx="4523740" cy="1506855"/>
          </a:xfrm>
          <a:prstGeom prst="rect">
            <a:avLst/>
          </a:prstGeom>
        </p:spPr>
        <p:txBody>
          <a:bodyPr vert="horz" wrap="square" lIns="0" tIns="59055" rIns="0" bIns="0" rtlCol="0">
            <a:spAutoFit/>
          </a:bodyPr>
          <a:lstStyle/>
          <a:p>
            <a:pPr marL="12065" marR="5080" algn="ctr">
              <a:lnSpc>
                <a:spcPts val="3790"/>
              </a:lnSpc>
              <a:spcBef>
                <a:spcPts val="465"/>
              </a:spcBef>
            </a:pPr>
            <a:r>
              <a:rPr sz="3400" i="1" dirty="0">
                <a:solidFill>
                  <a:srgbClr val="FFFFFF"/>
                </a:solidFill>
                <a:latin typeface="Georgia"/>
                <a:cs typeface="Georgia"/>
              </a:rPr>
              <a:t>This</a:t>
            </a:r>
            <a:r>
              <a:rPr sz="3400" i="1" spc="-55" dirty="0">
                <a:solidFill>
                  <a:srgbClr val="FFFFFF"/>
                </a:solidFill>
                <a:latin typeface="Georgia"/>
                <a:cs typeface="Georgia"/>
              </a:rPr>
              <a:t> </a:t>
            </a:r>
            <a:r>
              <a:rPr sz="3400" i="1" dirty="0">
                <a:solidFill>
                  <a:srgbClr val="FFFFFF"/>
                </a:solidFill>
                <a:latin typeface="Georgia"/>
                <a:cs typeface="Georgia"/>
              </a:rPr>
              <a:t>picture</a:t>
            </a:r>
            <a:r>
              <a:rPr sz="3400" i="1" spc="-65" dirty="0">
                <a:solidFill>
                  <a:srgbClr val="FFFFFF"/>
                </a:solidFill>
                <a:latin typeface="Georgia"/>
                <a:cs typeface="Georgia"/>
              </a:rPr>
              <a:t> </a:t>
            </a:r>
            <a:r>
              <a:rPr sz="3400" i="1" dirty="0">
                <a:solidFill>
                  <a:srgbClr val="FFFFFF"/>
                </a:solidFill>
                <a:latin typeface="Georgia"/>
                <a:cs typeface="Georgia"/>
              </a:rPr>
              <a:t>is</a:t>
            </a:r>
            <a:r>
              <a:rPr sz="3400" i="1" spc="-40" dirty="0">
                <a:solidFill>
                  <a:srgbClr val="FFFFFF"/>
                </a:solidFill>
                <a:latin typeface="Georgia"/>
                <a:cs typeface="Georgia"/>
              </a:rPr>
              <a:t> </a:t>
            </a:r>
            <a:r>
              <a:rPr sz="3400" i="1" dirty="0">
                <a:solidFill>
                  <a:srgbClr val="FFFFFF"/>
                </a:solidFill>
                <a:latin typeface="Georgia"/>
                <a:cs typeface="Georgia"/>
              </a:rPr>
              <a:t>split</a:t>
            </a:r>
            <a:r>
              <a:rPr sz="3400" i="1" spc="-150" dirty="0">
                <a:solidFill>
                  <a:srgbClr val="FFFFFF"/>
                </a:solidFill>
                <a:latin typeface="Georgia"/>
                <a:cs typeface="Georgia"/>
              </a:rPr>
              <a:t> </a:t>
            </a:r>
            <a:r>
              <a:rPr sz="3400" i="1" spc="-20" dirty="0">
                <a:solidFill>
                  <a:srgbClr val="FFFFFF"/>
                </a:solidFill>
                <a:latin typeface="Georgia"/>
                <a:cs typeface="Georgia"/>
              </a:rPr>
              <a:t>into </a:t>
            </a:r>
            <a:r>
              <a:rPr sz="3400" i="1" dirty="0">
                <a:solidFill>
                  <a:srgbClr val="FFFFFF"/>
                </a:solidFill>
                <a:latin typeface="Georgia"/>
                <a:cs typeface="Georgia"/>
              </a:rPr>
              <a:t>thirds,</a:t>
            </a:r>
            <a:r>
              <a:rPr sz="3400" i="1" spc="-90" dirty="0">
                <a:solidFill>
                  <a:srgbClr val="FFFFFF"/>
                </a:solidFill>
                <a:latin typeface="Georgia"/>
                <a:cs typeface="Georgia"/>
              </a:rPr>
              <a:t> </a:t>
            </a:r>
            <a:r>
              <a:rPr sz="3400" i="1" dirty="0">
                <a:solidFill>
                  <a:srgbClr val="FFFFFF"/>
                </a:solidFill>
                <a:latin typeface="Georgia"/>
                <a:cs typeface="Georgia"/>
              </a:rPr>
              <a:t>making</a:t>
            </a:r>
            <a:r>
              <a:rPr sz="3400" i="1" spc="-70" dirty="0">
                <a:solidFill>
                  <a:srgbClr val="FFFFFF"/>
                </a:solidFill>
                <a:latin typeface="Georgia"/>
                <a:cs typeface="Georgia"/>
              </a:rPr>
              <a:t> </a:t>
            </a:r>
            <a:r>
              <a:rPr sz="3400" i="1" dirty="0">
                <a:solidFill>
                  <a:srgbClr val="FFFFFF"/>
                </a:solidFill>
                <a:latin typeface="Georgia"/>
                <a:cs typeface="Georgia"/>
              </a:rPr>
              <a:t>it</a:t>
            </a:r>
            <a:r>
              <a:rPr sz="3400" i="1" spc="-80" dirty="0">
                <a:solidFill>
                  <a:srgbClr val="FFFFFF"/>
                </a:solidFill>
                <a:latin typeface="Georgia"/>
                <a:cs typeface="Georgia"/>
              </a:rPr>
              <a:t> </a:t>
            </a:r>
            <a:r>
              <a:rPr sz="3400" i="1" spc="-20" dirty="0">
                <a:solidFill>
                  <a:srgbClr val="FFFFFF"/>
                </a:solidFill>
                <a:latin typeface="Georgia"/>
                <a:cs typeface="Georgia"/>
              </a:rPr>
              <a:t>more </a:t>
            </a:r>
            <a:r>
              <a:rPr sz="3400" i="1" spc="-10" dirty="0">
                <a:solidFill>
                  <a:srgbClr val="FFFFFF"/>
                </a:solidFill>
                <a:latin typeface="Georgia"/>
                <a:cs typeface="Georgia"/>
              </a:rPr>
              <a:t>dynamic.</a:t>
            </a:r>
            <a:endParaRPr sz="3400">
              <a:latin typeface="Georgia"/>
              <a:cs typeface="Georgia"/>
            </a:endParaRPr>
          </a:p>
        </p:txBody>
      </p:sp>
      <p:sp>
        <p:nvSpPr>
          <p:cNvPr id="50" name="object 50"/>
          <p:cNvSpPr txBox="1"/>
          <p:nvPr/>
        </p:nvSpPr>
        <p:spPr>
          <a:xfrm>
            <a:off x="7018515" y="2231643"/>
            <a:ext cx="5369560" cy="1025525"/>
          </a:xfrm>
          <a:prstGeom prst="rect">
            <a:avLst/>
          </a:prstGeom>
        </p:spPr>
        <p:txBody>
          <a:bodyPr vert="horz" wrap="square" lIns="0" tIns="59055" rIns="0" bIns="0" rtlCol="0">
            <a:spAutoFit/>
          </a:bodyPr>
          <a:lstStyle/>
          <a:p>
            <a:pPr marL="2209165" marR="5080" indent="-2197100">
              <a:lnSpc>
                <a:spcPts val="3790"/>
              </a:lnSpc>
              <a:spcBef>
                <a:spcPts val="465"/>
              </a:spcBef>
            </a:pPr>
            <a:r>
              <a:rPr sz="3400" i="1" dirty="0">
                <a:solidFill>
                  <a:srgbClr val="FFFFFF"/>
                </a:solidFill>
                <a:latin typeface="Georgia"/>
                <a:cs typeface="Georgia"/>
              </a:rPr>
              <a:t>Note</a:t>
            </a:r>
            <a:r>
              <a:rPr sz="3400" i="1" spc="-90" dirty="0">
                <a:solidFill>
                  <a:srgbClr val="FFFFFF"/>
                </a:solidFill>
                <a:latin typeface="Georgia"/>
                <a:cs typeface="Georgia"/>
              </a:rPr>
              <a:t> </a:t>
            </a:r>
            <a:r>
              <a:rPr sz="3400" i="1" dirty="0">
                <a:solidFill>
                  <a:srgbClr val="FFFFFF"/>
                </a:solidFill>
                <a:latin typeface="Georgia"/>
                <a:cs typeface="Georgia"/>
              </a:rPr>
              <a:t>the</a:t>
            </a:r>
            <a:r>
              <a:rPr sz="3400" i="1" spc="-90" dirty="0">
                <a:solidFill>
                  <a:srgbClr val="FFFFFF"/>
                </a:solidFill>
                <a:latin typeface="Georgia"/>
                <a:cs typeface="Georgia"/>
              </a:rPr>
              <a:t> </a:t>
            </a:r>
            <a:r>
              <a:rPr sz="3400" i="1" dirty="0">
                <a:solidFill>
                  <a:srgbClr val="FFFFFF"/>
                </a:solidFill>
                <a:latin typeface="Georgia"/>
                <a:cs typeface="Georgia"/>
              </a:rPr>
              <a:t>new</a:t>
            </a:r>
            <a:r>
              <a:rPr sz="3400" i="1" spc="-80" dirty="0">
                <a:solidFill>
                  <a:srgbClr val="FFFFFF"/>
                </a:solidFill>
                <a:latin typeface="Georgia"/>
                <a:cs typeface="Georgia"/>
              </a:rPr>
              <a:t> </a:t>
            </a:r>
            <a:r>
              <a:rPr sz="3400" i="1" dirty="0">
                <a:solidFill>
                  <a:srgbClr val="FFFFFF"/>
                </a:solidFill>
                <a:latin typeface="Georgia"/>
                <a:cs typeface="Georgia"/>
              </a:rPr>
              <a:t>position</a:t>
            </a:r>
            <a:r>
              <a:rPr sz="3400" i="1" spc="-75" dirty="0">
                <a:solidFill>
                  <a:srgbClr val="FFFFFF"/>
                </a:solidFill>
                <a:latin typeface="Georgia"/>
                <a:cs typeface="Georgia"/>
              </a:rPr>
              <a:t> </a:t>
            </a:r>
            <a:r>
              <a:rPr sz="3400" i="1" dirty="0">
                <a:solidFill>
                  <a:srgbClr val="FFFFFF"/>
                </a:solidFill>
                <a:latin typeface="Georgia"/>
                <a:cs typeface="Georgia"/>
              </a:rPr>
              <a:t>of</a:t>
            </a:r>
            <a:r>
              <a:rPr sz="3400" i="1" spc="-80" dirty="0">
                <a:solidFill>
                  <a:srgbClr val="FFFFFF"/>
                </a:solidFill>
                <a:latin typeface="Georgia"/>
                <a:cs typeface="Georgia"/>
              </a:rPr>
              <a:t> </a:t>
            </a:r>
            <a:r>
              <a:rPr sz="3400" i="1" spc="-25" dirty="0">
                <a:solidFill>
                  <a:srgbClr val="FFFFFF"/>
                </a:solidFill>
                <a:latin typeface="Georgia"/>
                <a:cs typeface="Georgia"/>
              </a:rPr>
              <a:t>the </a:t>
            </a:r>
            <a:r>
              <a:rPr sz="3400" i="1" spc="-20" dirty="0">
                <a:solidFill>
                  <a:srgbClr val="FFFFFF"/>
                </a:solidFill>
                <a:latin typeface="Georgia"/>
                <a:cs typeface="Georgia"/>
              </a:rPr>
              <a:t>boat.</a:t>
            </a:r>
            <a:endParaRPr sz="3400">
              <a:latin typeface="Georgia"/>
              <a:cs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1484" y="1324457"/>
            <a:ext cx="10034894" cy="665414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21183" y="701831"/>
            <a:ext cx="11120676" cy="83499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4868" rIns="0" bIns="0" rtlCol="0">
            <a:spAutoFit/>
          </a:bodyPr>
          <a:lstStyle/>
          <a:p>
            <a:pPr marL="12700">
              <a:lnSpc>
                <a:spcPct val="100000"/>
              </a:lnSpc>
              <a:spcBef>
                <a:spcPts val="100"/>
              </a:spcBef>
            </a:pPr>
            <a:r>
              <a:rPr spc="-90" dirty="0"/>
              <a:t>The</a:t>
            </a:r>
            <a:r>
              <a:rPr spc="-225" dirty="0"/>
              <a:t> </a:t>
            </a:r>
            <a:r>
              <a:rPr dirty="0"/>
              <a:t>‘Golden’</a:t>
            </a:r>
            <a:r>
              <a:rPr spc="-150" dirty="0"/>
              <a:t> </a:t>
            </a:r>
            <a:r>
              <a:rPr spc="-80" dirty="0"/>
              <a:t>rule</a:t>
            </a:r>
            <a:r>
              <a:rPr spc="-210" dirty="0"/>
              <a:t> </a:t>
            </a:r>
            <a:r>
              <a:rPr dirty="0"/>
              <a:t>of</a:t>
            </a:r>
            <a:r>
              <a:rPr spc="-285" dirty="0"/>
              <a:t> </a:t>
            </a:r>
            <a:r>
              <a:rPr spc="-10" dirty="0"/>
              <a:t>thirds</a:t>
            </a:r>
          </a:p>
        </p:txBody>
      </p:sp>
      <p:sp>
        <p:nvSpPr>
          <p:cNvPr id="3" name="object 3"/>
          <p:cNvSpPr txBox="1"/>
          <p:nvPr/>
        </p:nvSpPr>
        <p:spPr>
          <a:xfrm>
            <a:off x="609600" y="2208276"/>
            <a:ext cx="11689715" cy="3317240"/>
          </a:xfrm>
          <a:prstGeom prst="rect">
            <a:avLst/>
          </a:prstGeom>
        </p:spPr>
        <p:txBody>
          <a:bodyPr vert="horz" wrap="square" lIns="0" tIns="12700" rIns="0" bIns="0" rtlCol="0">
            <a:spAutoFit/>
          </a:bodyPr>
          <a:lstStyle/>
          <a:p>
            <a:pPr marL="278765" indent="-266065">
              <a:lnSpc>
                <a:spcPct val="100000"/>
              </a:lnSpc>
              <a:spcBef>
                <a:spcPts val="100"/>
              </a:spcBef>
              <a:buChar char="•"/>
              <a:tabLst>
                <a:tab pos="278765" algn="l"/>
              </a:tabLst>
            </a:pPr>
            <a:r>
              <a:rPr sz="2600" dirty="0">
                <a:solidFill>
                  <a:srgbClr val="747474"/>
                </a:solidFill>
                <a:latin typeface="Arial"/>
                <a:cs typeface="Arial"/>
              </a:rPr>
              <a:t>A</a:t>
            </a:r>
            <a:r>
              <a:rPr sz="2600" spc="-170" dirty="0">
                <a:solidFill>
                  <a:srgbClr val="747474"/>
                </a:solidFill>
                <a:latin typeface="Arial"/>
                <a:cs typeface="Arial"/>
              </a:rPr>
              <a:t> </a:t>
            </a:r>
            <a:r>
              <a:rPr sz="2600" dirty="0">
                <a:solidFill>
                  <a:srgbClr val="747474"/>
                </a:solidFill>
                <a:latin typeface="Arial"/>
                <a:cs typeface="Arial"/>
              </a:rPr>
              <a:t>slightly</a:t>
            </a:r>
            <a:r>
              <a:rPr sz="2600" spc="-35" dirty="0">
                <a:solidFill>
                  <a:srgbClr val="747474"/>
                </a:solidFill>
                <a:latin typeface="Arial"/>
                <a:cs typeface="Arial"/>
              </a:rPr>
              <a:t> </a:t>
            </a:r>
            <a:r>
              <a:rPr sz="2600" dirty="0">
                <a:solidFill>
                  <a:srgbClr val="747474"/>
                </a:solidFill>
                <a:latin typeface="Arial"/>
                <a:cs typeface="Arial"/>
              </a:rPr>
              <a:t>di</a:t>
            </a:r>
            <a:r>
              <a:rPr sz="2600" dirty="0">
                <a:solidFill>
                  <a:srgbClr val="747474"/>
                </a:solidFill>
                <a:latin typeface="Arial Unicode MS"/>
                <a:cs typeface="Arial Unicode MS"/>
              </a:rPr>
              <a:t>"</a:t>
            </a:r>
            <a:r>
              <a:rPr sz="2600" dirty="0">
                <a:solidFill>
                  <a:srgbClr val="747474"/>
                </a:solidFill>
                <a:latin typeface="Arial"/>
                <a:cs typeface="Arial"/>
              </a:rPr>
              <a:t>erent</a:t>
            </a:r>
            <a:r>
              <a:rPr sz="2600" spc="-125" dirty="0">
                <a:solidFill>
                  <a:srgbClr val="747474"/>
                </a:solidFill>
                <a:latin typeface="Arial"/>
                <a:cs typeface="Arial"/>
              </a:rPr>
              <a:t> </a:t>
            </a:r>
            <a:r>
              <a:rPr sz="2600" dirty="0">
                <a:solidFill>
                  <a:srgbClr val="747474"/>
                </a:solidFill>
                <a:latin typeface="Arial"/>
                <a:cs typeface="Arial"/>
              </a:rPr>
              <a:t>version</a:t>
            </a:r>
            <a:r>
              <a:rPr sz="2600" spc="-40" dirty="0">
                <a:solidFill>
                  <a:srgbClr val="747474"/>
                </a:solidFill>
                <a:latin typeface="Arial"/>
                <a:cs typeface="Arial"/>
              </a:rPr>
              <a:t> </a:t>
            </a:r>
            <a:r>
              <a:rPr sz="2600" dirty="0">
                <a:solidFill>
                  <a:srgbClr val="747474"/>
                </a:solidFill>
                <a:latin typeface="Arial"/>
                <a:cs typeface="Arial"/>
              </a:rPr>
              <a:t>of</a:t>
            </a:r>
            <a:r>
              <a:rPr sz="2600" spc="-5" dirty="0">
                <a:solidFill>
                  <a:srgbClr val="747474"/>
                </a:solidFill>
                <a:latin typeface="Arial"/>
                <a:cs typeface="Arial"/>
              </a:rPr>
              <a:t> </a:t>
            </a:r>
            <a:r>
              <a:rPr sz="2600" dirty="0">
                <a:solidFill>
                  <a:srgbClr val="747474"/>
                </a:solidFill>
                <a:latin typeface="Arial"/>
                <a:cs typeface="Arial"/>
              </a:rPr>
              <a:t>the</a:t>
            </a:r>
            <a:r>
              <a:rPr sz="2600" spc="-30" dirty="0">
                <a:solidFill>
                  <a:srgbClr val="747474"/>
                </a:solidFill>
                <a:latin typeface="Arial"/>
                <a:cs typeface="Arial"/>
              </a:rPr>
              <a:t> </a:t>
            </a:r>
            <a:r>
              <a:rPr sz="2600" dirty="0">
                <a:solidFill>
                  <a:srgbClr val="747474"/>
                </a:solidFill>
                <a:latin typeface="Arial"/>
                <a:cs typeface="Arial"/>
              </a:rPr>
              <a:t>rule</a:t>
            </a:r>
            <a:r>
              <a:rPr sz="2600" spc="-60" dirty="0">
                <a:solidFill>
                  <a:srgbClr val="747474"/>
                </a:solidFill>
                <a:latin typeface="Arial"/>
                <a:cs typeface="Arial"/>
              </a:rPr>
              <a:t> </a:t>
            </a:r>
            <a:r>
              <a:rPr sz="2600" dirty="0">
                <a:solidFill>
                  <a:srgbClr val="747474"/>
                </a:solidFill>
                <a:latin typeface="Arial"/>
                <a:cs typeface="Arial"/>
              </a:rPr>
              <a:t>of</a:t>
            </a:r>
            <a:r>
              <a:rPr sz="2600" spc="-120" dirty="0">
                <a:solidFill>
                  <a:srgbClr val="747474"/>
                </a:solidFill>
                <a:latin typeface="Arial"/>
                <a:cs typeface="Arial"/>
              </a:rPr>
              <a:t> </a:t>
            </a:r>
            <a:r>
              <a:rPr sz="2600" spc="-20" dirty="0">
                <a:solidFill>
                  <a:srgbClr val="747474"/>
                </a:solidFill>
                <a:latin typeface="Arial"/>
                <a:cs typeface="Arial"/>
              </a:rPr>
              <a:t>3rds</a:t>
            </a:r>
            <a:endParaRPr sz="2600">
              <a:latin typeface="Arial"/>
              <a:cs typeface="Arial"/>
            </a:endParaRPr>
          </a:p>
          <a:p>
            <a:pPr>
              <a:lnSpc>
                <a:spcPct val="100000"/>
              </a:lnSpc>
              <a:spcBef>
                <a:spcPts val="1880"/>
              </a:spcBef>
              <a:buClr>
                <a:srgbClr val="747474"/>
              </a:buClr>
              <a:buFont typeface="Arial"/>
              <a:buChar char="•"/>
            </a:pPr>
            <a:endParaRPr sz="2600">
              <a:latin typeface="Arial"/>
              <a:cs typeface="Arial"/>
            </a:endParaRPr>
          </a:p>
          <a:p>
            <a:pPr marL="279400" marR="149860" indent="-266700">
              <a:lnSpc>
                <a:spcPct val="103099"/>
              </a:lnSpc>
              <a:buChar char="•"/>
              <a:tabLst>
                <a:tab pos="279400" algn="l"/>
              </a:tabLst>
            </a:pPr>
            <a:r>
              <a:rPr sz="2600" dirty="0">
                <a:solidFill>
                  <a:srgbClr val="747474"/>
                </a:solidFill>
                <a:latin typeface="Arial"/>
                <a:cs typeface="Arial"/>
              </a:rPr>
              <a:t>Using</a:t>
            </a:r>
            <a:r>
              <a:rPr sz="2600" spc="-50" dirty="0">
                <a:solidFill>
                  <a:srgbClr val="747474"/>
                </a:solidFill>
                <a:latin typeface="Arial"/>
                <a:cs typeface="Arial"/>
              </a:rPr>
              <a:t> </a:t>
            </a:r>
            <a:r>
              <a:rPr sz="2600" dirty="0">
                <a:solidFill>
                  <a:srgbClr val="747474"/>
                </a:solidFill>
                <a:latin typeface="Arial"/>
                <a:cs typeface="Arial"/>
              </a:rPr>
              <a:t>the</a:t>
            </a:r>
            <a:r>
              <a:rPr sz="2600" spc="-50" dirty="0">
                <a:solidFill>
                  <a:srgbClr val="747474"/>
                </a:solidFill>
                <a:latin typeface="Arial"/>
                <a:cs typeface="Arial"/>
              </a:rPr>
              <a:t> </a:t>
            </a:r>
            <a:r>
              <a:rPr sz="2600" dirty="0">
                <a:solidFill>
                  <a:srgbClr val="747474"/>
                </a:solidFill>
                <a:latin typeface="Arial"/>
                <a:cs typeface="Arial"/>
              </a:rPr>
              <a:t>Golden</a:t>
            </a:r>
            <a:r>
              <a:rPr sz="2600" spc="-45" dirty="0">
                <a:solidFill>
                  <a:srgbClr val="747474"/>
                </a:solidFill>
                <a:latin typeface="Arial"/>
                <a:cs typeface="Arial"/>
              </a:rPr>
              <a:t> </a:t>
            </a:r>
            <a:r>
              <a:rPr sz="2600" dirty="0">
                <a:solidFill>
                  <a:srgbClr val="747474"/>
                </a:solidFill>
                <a:latin typeface="Arial"/>
                <a:cs typeface="Arial"/>
              </a:rPr>
              <a:t>Ratio,</a:t>
            </a:r>
            <a:r>
              <a:rPr sz="2600" spc="-65" dirty="0">
                <a:solidFill>
                  <a:srgbClr val="747474"/>
                </a:solidFill>
                <a:latin typeface="Arial"/>
                <a:cs typeface="Arial"/>
              </a:rPr>
              <a:t> </a:t>
            </a:r>
            <a:r>
              <a:rPr sz="2600" dirty="0">
                <a:solidFill>
                  <a:srgbClr val="747474"/>
                </a:solidFill>
                <a:latin typeface="Arial"/>
                <a:cs typeface="Arial"/>
              </a:rPr>
              <a:t>you</a:t>
            </a:r>
            <a:r>
              <a:rPr sz="2600" spc="-45" dirty="0">
                <a:solidFill>
                  <a:srgbClr val="747474"/>
                </a:solidFill>
                <a:latin typeface="Arial"/>
                <a:cs typeface="Arial"/>
              </a:rPr>
              <a:t> </a:t>
            </a:r>
            <a:r>
              <a:rPr sz="2600" dirty="0">
                <a:solidFill>
                  <a:srgbClr val="747474"/>
                </a:solidFill>
                <a:latin typeface="Arial"/>
                <a:cs typeface="Arial"/>
              </a:rPr>
              <a:t>split</a:t>
            </a:r>
            <a:r>
              <a:rPr sz="2600" spc="-20" dirty="0">
                <a:solidFill>
                  <a:srgbClr val="747474"/>
                </a:solidFill>
                <a:latin typeface="Arial"/>
                <a:cs typeface="Arial"/>
              </a:rPr>
              <a:t> </a:t>
            </a:r>
            <a:r>
              <a:rPr sz="2600" dirty="0">
                <a:solidFill>
                  <a:srgbClr val="747474"/>
                </a:solidFill>
                <a:latin typeface="Arial"/>
                <a:cs typeface="Arial"/>
              </a:rPr>
              <a:t>the</a:t>
            </a:r>
            <a:r>
              <a:rPr sz="2600" spc="-50" dirty="0">
                <a:solidFill>
                  <a:srgbClr val="747474"/>
                </a:solidFill>
                <a:latin typeface="Arial"/>
                <a:cs typeface="Arial"/>
              </a:rPr>
              <a:t> </a:t>
            </a:r>
            <a:r>
              <a:rPr sz="2600" dirty="0">
                <a:solidFill>
                  <a:srgbClr val="747474"/>
                </a:solidFill>
                <a:latin typeface="Arial"/>
                <a:cs typeface="Arial"/>
              </a:rPr>
              <a:t>picture</a:t>
            </a:r>
            <a:r>
              <a:rPr sz="2600" spc="-30" dirty="0">
                <a:solidFill>
                  <a:srgbClr val="747474"/>
                </a:solidFill>
                <a:latin typeface="Arial"/>
                <a:cs typeface="Arial"/>
              </a:rPr>
              <a:t> </a:t>
            </a:r>
            <a:r>
              <a:rPr sz="2600" dirty="0">
                <a:solidFill>
                  <a:srgbClr val="747474"/>
                </a:solidFill>
                <a:latin typeface="Arial"/>
                <a:cs typeface="Arial"/>
              </a:rPr>
              <a:t>into</a:t>
            </a:r>
            <a:r>
              <a:rPr sz="2600" spc="-25" dirty="0">
                <a:solidFill>
                  <a:srgbClr val="747474"/>
                </a:solidFill>
                <a:latin typeface="Arial"/>
                <a:cs typeface="Arial"/>
              </a:rPr>
              <a:t> </a:t>
            </a:r>
            <a:r>
              <a:rPr sz="2600" dirty="0">
                <a:solidFill>
                  <a:srgbClr val="747474"/>
                </a:solidFill>
                <a:latin typeface="Arial"/>
                <a:cs typeface="Arial"/>
              </a:rPr>
              <a:t>three</a:t>
            </a:r>
            <a:r>
              <a:rPr sz="2600" spc="-75" dirty="0">
                <a:solidFill>
                  <a:srgbClr val="747474"/>
                </a:solidFill>
                <a:latin typeface="Arial"/>
                <a:cs typeface="Arial"/>
              </a:rPr>
              <a:t> </a:t>
            </a:r>
            <a:r>
              <a:rPr sz="2600" dirty="0">
                <a:solidFill>
                  <a:srgbClr val="747474"/>
                </a:solidFill>
                <a:latin typeface="Arial"/>
                <a:cs typeface="Arial"/>
              </a:rPr>
              <a:t>unequal</a:t>
            </a:r>
            <a:r>
              <a:rPr sz="2600" spc="-65" dirty="0">
                <a:solidFill>
                  <a:srgbClr val="747474"/>
                </a:solidFill>
                <a:latin typeface="Arial"/>
                <a:cs typeface="Arial"/>
              </a:rPr>
              <a:t> </a:t>
            </a:r>
            <a:r>
              <a:rPr sz="2600" dirty="0">
                <a:solidFill>
                  <a:srgbClr val="747474"/>
                </a:solidFill>
                <a:latin typeface="Arial"/>
                <a:cs typeface="Arial"/>
              </a:rPr>
              <a:t>sections</a:t>
            </a:r>
            <a:r>
              <a:rPr sz="2600" spc="-45" dirty="0">
                <a:solidFill>
                  <a:srgbClr val="747474"/>
                </a:solidFill>
                <a:latin typeface="Arial"/>
                <a:cs typeface="Arial"/>
              </a:rPr>
              <a:t> </a:t>
            </a:r>
            <a:r>
              <a:rPr sz="2600" spc="-20" dirty="0">
                <a:solidFill>
                  <a:srgbClr val="747474"/>
                </a:solidFill>
                <a:latin typeface="Arial"/>
                <a:cs typeface="Arial"/>
              </a:rPr>
              <a:t>then </a:t>
            </a:r>
            <a:r>
              <a:rPr sz="2600" dirty="0">
                <a:solidFill>
                  <a:srgbClr val="747474"/>
                </a:solidFill>
                <a:latin typeface="Arial"/>
                <a:cs typeface="Arial"/>
              </a:rPr>
              <a:t>use</a:t>
            </a:r>
            <a:r>
              <a:rPr sz="2600" spc="-65" dirty="0">
                <a:solidFill>
                  <a:srgbClr val="747474"/>
                </a:solidFill>
                <a:latin typeface="Arial"/>
                <a:cs typeface="Arial"/>
              </a:rPr>
              <a:t> </a:t>
            </a:r>
            <a:r>
              <a:rPr sz="2600" dirty="0">
                <a:solidFill>
                  <a:srgbClr val="747474"/>
                </a:solidFill>
                <a:latin typeface="Arial"/>
                <a:cs typeface="Arial"/>
              </a:rPr>
              <a:t>the</a:t>
            </a:r>
            <a:r>
              <a:rPr sz="2600" spc="-35" dirty="0">
                <a:solidFill>
                  <a:srgbClr val="747474"/>
                </a:solidFill>
                <a:latin typeface="Arial"/>
                <a:cs typeface="Arial"/>
              </a:rPr>
              <a:t> </a:t>
            </a:r>
            <a:r>
              <a:rPr sz="2600" dirty="0">
                <a:solidFill>
                  <a:srgbClr val="747474"/>
                </a:solidFill>
                <a:latin typeface="Arial"/>
                <a:cs typeface="Arial"/>
              </a:rPr>
              <a:t>lines</a:t>
            </a:r>
            <a:r>
              <a:rPr sz="2600" spc="-65" dirty="0">
                <a:solidFill>
                  <a:srgbClr val="747474"/>
                </a:solidFill>
                <a:latin typeface="Arial"/>
                <a:cs typeface="Arial"/>
              </a:rPr>
              <a:t> </a:t>
            </a:r>
            <a:r>
              <a:rPr sz="2600" dirty="0">
                <a:solidFill>
                  <a:srgbClr val="747474"/>
                </a:solidFill>
                <a:latin typeface="Arial"/>
                <a:cs typeface="Arial"/>
              </a:rPr>
              <a:t>and</a:t>
            </a:r>
            <a:r>
              <a:rPr sz="2600" spc="-35" dirty="0">
                <a:solidFill>
                  <a:srgbClr val="747474"/>
                </a:solidFill>
                <a:latin typeface="Arial"/>
                <a:cs typeface="Arial"/>
              </a:rPr>
              <a:t> </a:t>
            </a:r>
            <a:r>
              <a:rPr sz="2600" dirty="0">
                <a:solidFill>
                  <a:srgbClr val="747474"/>
                </a:solidFill>
                <a:latin typeface="Arial"/>
                <a:cs typeface="Arial"/>
              </a:rPr>
              <a:t>intersections</a:t>
            </a:r>
            <a:r>
              <a:rPr sz="2600" spc="-40" dirty="0">
                <a:solidFill>
                  <a:srgbClr val="747474"/>
                </a:solidFill>
                <a:latin typeface="Arial"/>
                <a:cs typeface="Arial"/>
              </a:rPr>
              <a:t> </a:t>
            </a:r>
            <a:r>
              <a:rPr sz="2600" dirty="0">
                <a:solidFill>
                  <a:srgbClr val="747474"/>
                </a:solidFill>
                <a:latin typeface="Arial"/>
                <a:cs typeface="Arial"/>
              </a:rPr>
              <a:t>to</a:t>
            </a:r>
            <a:r>
              <a:rPr sz="2600" spc="15" dirty="0">
                <a:solidFill>
                  <a:srgbClr val="747474"/>
                </a:solidFill>
                <a:latin typeface="Arial"/>
                <a:cs typeface="Arial"/>
              </a:rPr>
              <a:t> </a:t>
            </a:r>
            <a:r>
              <a:rPr sz="2600" dirty="0">
                <a:solidFill>
                  <a:srgbClr val="747474"/>
                </a:solidFill>
                <a:latin typeface="Arial"/>
                <a:cs typeface="Arial"/>
              </a:rPr>
              <a:t>compose</a:t>
            </a:r>
            <a:r>
              <a:rPr sz="2600" spc="15" dirty="0">
                <a:solidFill>
                  <a:srgbClr val="747474"/>
                </a:solidFill>
                <a:latin typeface="Arial"/>
                <a:cs typeface="Arial"/>
              </a:rPr>
              <a:t> </a:t>
            </a:r>
            <a:r>
              <a:rPr sz="2600" dirty="0">
                <a:solidFill>
                  <a:srgbClr val="747474"/>
                </a:solidFill>
                <a:latin typeface="Arial"/>
                <a:cs typeface="Arial"/>
              </a:rPr>
              <a:t>the</a:t>
            </a:r>
            <a:r>
              <a:rPr sz="2600" spc="105" dirty="0">
                <a:solidFill>
                  <a:srgbClr val="747474"/>
                </a:solidFill>
                <a:latin typeface="Arial"/>
                <a:cs typeface="Arial"/>
              </a:rPr>
              <a:t> </a:t>
            </a:r>
            <a:r>
              <a:rPr sz="2600" spc="-10" dirty="0">
                <a:solidFill>
                  <a:srgbClr val="747474"/>
                </a:solidFill>
                <a:latin typeface="Arial"/>
                <a:cs typeface="Arial"/>
              </a:rPr>
              <a:t>picture.</a:t>
            </a:r>
            <a:endParaRPr sz="2600">
              <a:latin typeface="Arial"/>
              <a:cs typeface="Arial"/>
            </a:endParaRPr>
          </a:p>
          <a:p>
            <a:pPr>
              <a:lnSpc>
                <a:spcPct val="100000"/>
              </a:lnSpc>
              <a:spcBef>
                <a:spcPts val="2405"/>
              </a:spcBef>
              <a:buClr>
                <a:srgbClr val="747474"/>
              </a:buClr>
              <a:buFont typeface="Arial"/>
              <a:buChar char="•"/>
            </a:pPr>
            <a:endParaRPr sz="2600">
              <a:latin typeface="Arial"/>
              <a:cs typeface="Arial"/>
            </a:endParaRPr>
          </a:p>
          <a:p>
            <a:pPr marL="279400" marR="5080" indent="-266700">
              <a:lnSpc>
                <a:spcPts val="3100"/>
              </a:lnSpc>
              <a:buChar char="•"/>
              <a:tabLst>
                <a:tab pos="279400" algn="l"/>
              </a:tabLst>
            </a:pPr>
            <a:r>
              <a:rPr sz="2600" spc="-10" dirty="0">
                <a:solidFill>
                  <a:srgbClr val="747474"/>
                </a:solidFill>
                <a:latin typeface="Arial"/>
                <a:cs typeface="Arial"/>
              </a:rPr>
              <a:t>The</a:t>
            </a:r>
            <a:r>
              <a:rPr sz="2600" spc="-90" dirty="0">
                <a:solidFill>
                  <a:srgbClr val="747474"/>
                </a:solidFill>
                <a:latin typeface="Arial"/>
                <a:cs typeface="Arial"/>
              </a:rPr>
              <a:t> </a:t>
            </a:r>
            <a:r>
              <a:rPr sz="2600" dirty="0">
                <a:solidFill>
                  <a:srgbClr val="747474"/>
                </a:solidFill>
                <a:latin typeface="Arial"/>
                <a:cs typeface="Arial"/>
              </a:rPr>
              <a:t>ratio</a:t>
            </a:r>
            <a:r>
              <a:rPr sz="2600" spc="-20" dirty="0">
                <a:solidFill>
                  <a:srgbClr val="747474"/>
                </a:solidFill>
                <a:latin typeface="Arial"/>
                <a:cs typeface="Arial"/>
              </a:rPr>
              <a:t> </a:t>
            </a:r>
            <a:r>
              <a:rPr sz="2600" dirty="0">
                <a:solidFill>
                  <a:srgbClr val="747474"/>
                </a:solidFill>
                <a:latin typeface="Arial"/>
                <a:cs typeface="Arial"/>
              </a:rPr>
              <a:t>is</a:t>
            </a:r>
            <a:r>
              <a:rPr sz="2600" spc="-35" dirty="0">
                <a:solidFill>
                  <a:srgbClr val="747474"/>
                </a:solidFill>
                <a:latin typeface="Arial"/>
                <a:cs typeface="Arial"/>
              </a:rPr>
              <a:t> </a:t>
            </a:r>
            <a:r>
              <a:rPr sz="2600" dirty="0">
                <a:solidFill>
                  <a:srgbClr val="747474"/>
                </a:solidFill>
                <a:latin typeface="Arial"/>
                <a:cs typeface="Arial"/>
              </a:rPr>
              <a:t>1:</a:t>
            </a:r>
            <a:r>
              <a:rPr sz="2600" spc="-25" dirty="0">
                <a:solidFill>
                  <a:srgbClr val="747474"/>
                </a:solidFill>
                <a:latin typeface="Arial"/>
                <a:cs typeface="Arial"/>
              </a:rPr>
              <a:t> </a:t>
            </a:r>
            <a:r>
              <a:rPr sz="2600" dirty="0">
                <a:solidFill>
                  <a:srgbClr val="747474"/>
                </a:solidFill>
                <a:latin typeface="Arial"/>
                <a:cs typeface="Arial"/>
              </a:rPr>
              <a:t>0.618:</a:t>
            </a:r>
            <a:r>
              <a:rPr sz="2600" spc="-25" dirty="0">
                <a:solidFill>
                  <a:srgbClr val="747474"/>
                </a:solidFill>
                <a:latin typeface="Arial"/>
                <a:cs typeface="Arial"/>
              </a:rPr>
              <a:t> </a:t>
            </a:r>
            <a:r>
              <a:rPr sz="2600" dirty="0">
                <a:solidFill>
                  <a:srgbClr val="747474"/>
                </a:solidFill>
                <a:latin typeface="Arial"/>
                <a:cs typeface="Arial"/>
              </a:rPr>
              <a:t>1</a:t>
            </a:r>
            <a:r>
              <a:rPr sz="2600" spc="-25" dirty="0">
                <a:solidFill>
                  <a:srgbClr val="747474"/>
                </a:solidFill>
                <a:latin typeface="Arial"/>
                <a:cs typeface="Arial"/>
              </a:rPr>
              <a:t> </a:t>
            </a:r>
            <a:r>
              <a:rPr sz="2600" dirty="0">
                <a:solidFill>
                  <a:srgbClr val="747474"/>
                </a:solidFill>
                <a:latin typeface="Arial"/>
                <a:cs typeface="Arial"/>
              </a:rPr>
              <a:t>–</a:t>
            </a:r>
            <a:r>
              <a:rPr sz="2600" spc="-20" dirty="0">
                <a:solidFill>
                  <a:srgbClr val="747474"/>
                </a:solidFill>
                <a:latin typeface="Arial"/>
                <a:cs typeface="Arial"/>
              </a:rPr>
              <a:t> </a:t>
            </a:r>
            <a:r>
              <a:rPr sz="2600" dirty="0">
                <a:solidFill>
                  <a:srgbClr val="747474"/>
                </a:solidFill>
                <a:latin typeface="Arial"/>
                <a:cs typeface="Arial"/>
              </a:rPr>
              <a:t>so</a:t>
            </a:r>
            <a:r>
              <a:rPr sz="2600" spc="-15" dirty="0">
                <a:solidFill>
                  <a:srgbClr val="747474"/>
                </a:solidFill>
                <a:latin typeface="Arial"/>
                <a:cs typeface="Arial"/>
              </a:rPr>
              <a:t> </a:t>
            </a:r>
            <a:r>
              <a:rPr sz="2600" dirty="0">
                <a:solidFill>
                  <a:srgbClr val="747474"/>
                </a:solidFill>
                <a:latin typeface="Arial"/>
                <a:cs typeface="Arial"/>
              </a:rPr>
              <a:t>the</a:t>
            </a:r>
            <a:r>
              <a:rPr sz="2600" spc="-20" dirty="0">
                <a:solidFill>
                  <a:srgbClr val="747474"/>
                </a:solidFill>
                <a:latin typeface="Arial"/>
                <a:cs typeface="Arial"/>
              </a:rPr>
              <a:t> </a:t>
            </a:r>
            <a:r>
              <a:rPr sz="2600" dirty="0">
                <a:solidFill>
                  <a:srgbClr val="747474"/>
                </a:solidFill>
                <a:latin typeface="Arial"/>
                <a:cs typeface="Arial"/>
              </a:rPr>
              <a:t>width</a:t>
            </a:r>
            <a:r>
              <a:rPr sz="2600" spc="40" dirty="0">
                <a:solidFill>
                  <a:srgbClr val="747474"/>
                </a:solidFill>
                <a:latin typeface="Arial"/>
                <a:cs typeface="Arial"/>
              </a:rPr>
              <a:t> </a:t>
            </a:r>
            <a:r>
              <a:rPr sz="2600" dirty="0">
                <a:solidFill>
                  <a:srgbClr val="747474"/>
                </a:solidFill>
                <a:latin typeface="Arial"/>
                <a:cs typeface="Arial"/>
              </a:rPr>
              <a:t>of</a:t>
            </a:r>
            <a:r>
              <a:rPr sz="2600" spc="5" dirty="0">
                <a:solidFill>
                  <a:srgbClr val="747474"/>
                </a:solidFill>
                <a:latin typeface="Arial"/>
                <a:cs typeface="Arial"/>
              </a:rPr>
              <a:t> </a:t>
            </a:r>
            <a:r>
              <a:rPr sz="2600" dirty="0">
                <a:solidFill>
                  <a:srgbClr val="747474"/>
                </a:solidFill>
                <a:latin typeface="Arial"/>
                <a:cs typeface="Arial"/>
              </a:rPr>
              <a:t>the</a:t>
            </a:r>
            <a:r>
              <a:rPr sz="2600" spc="-20" dirty="0">
                <a:solidFill>
                  <a:srgbClr val="747474"/>
                </a:solidFill>
                <a:latin typeface="Arial"/>
                <a:cs typeface="Arial"/>
              </a:rPr>
              <a:t> </a:t>
            </a:r>
            <a:r>
              <a:rPr sz="2600" dirty="0">
                <a:solidFill>
                  <a:srgbClr val="747474"/>
                </a:solidFill>
                <a:latin typeface="Arial"/>
                <a:cs typeface="Arial"/>
              </a:rPr>
              <a:t>first</a:t>
            </a:r>
            <a:r>
              <a:rPr sz="2600" spc="-10" dirty="0">
                <a:solidFill>
                  <a:srgbClr val="747474"/>
                </a:solidFill>
                <a:latin typeface="Arial"/>
                <a:cs typeface="Arial"/>
              </a:rPr>
              <a:t> </a:t>
            </a:r>
            <a:r>
              <a:rPr sz="2600" dirty="0">
                <a:solidFill>
                  <a:srgbClr val="747474"/>
                </a:solidFill>
                <a:latin typeface="Arial"/>
                <a:cs typeface="Arial"/>
              </a:rPr>
              <a:t>and</a:t>
            </a:r>
            <a:r>
              <a:rPr sz="2600" spc="-20" dirty="0">
                <a:solidFill>
                  <a:srgbClr val="747474"/>
                </a:solidFill>
                <a:latin typeface="Arial"/>
                <a:cs typeface="Arial"/>
              </a:rPr>
              <a:t> </a:t>
            </a:r>
            <a:r>
              <a:rPr sz="2600" dirty="0">
                <a:solidFill>
                  <a:srgbClr val="747474"/>
                </a:solidFill>
                <a:latin typeface="Arial"/>
                <a:cs typeface="Arial"/>
              </a:rPr>
              <a:t>third vertical</a:t>
            </a:r>
            <a:r>
              <a:rPr sz="2600" spc="-25" dirty="0">
                <a:solidFill>
                  <a:srgbClr val="747474"/>
                </a:solidFill>
                <a:latin typeface="Arial"/>
                <a:cs typeface="Arial"/>
              </a:rPr>
              <a:t> </a:t>
            </a:r>
            <a:r>
              <a:rPr sz="2600" dirty="0">
                <a:solidFill>
                  <a:srgbClr val="747474"/>
                </a:solidFill>
                <a:latin typeface="Arial"/>
                <a:cs typeface="Arial"/>
              </a:rPr>
              <a:t>columns</a:t>
            </a:r>
            <a:r>
              <a:rPr sz="2600" spc="-5" dirty="0">
                <a:solidFill>
                  <a:srgbClr val="747474"/>
                </a:solidFill>
                <a:latin typeface="Arial"/>
                <a:cs typeface="Arial"/>
              </a:rPr>
              <a:t> </a:t>
            </a:r>
            <a:r>
              <a:rPr sz="2600" spc="-20" dirty="0">
                <a:solidFill>
                  <a:srgbClr val="747474"/>
                </a:solidFill>
                <a:latin typeface="Arial"/>
                <a:cs typeface="Arial"/>
              </a:rPr>
              <a:t>will </a:t>
            </a:r>
            <a:r>
              <a:rPr sz="2600" dirty="0">
                <a:solidFill>
                  <a:srgbClr val="747474"/>
                </a:solidFill>
                <a:latin typeface="Arial"/>
                <a:cs typeface="Arial"/>
              </a:rPr>
              <a:t>be</a:t>
            </a:r>
            <a:r>
              <a:rPr sz="2600" spc="-15" dirty="0">
                <a:solidFill>
                  <a:srgbClr val="747474"/>
                </a:solidFill>
                <a:latin typeface="Arial"/>
                <a:cs typeface="Arial"/>
              </a:rPr>
              <a:t> </a:t>
            </a:r>
            <a:r>
              <a:rPr sz="2600" dirty="0">
                <a:solidFill>
                  <a:srgbClr val="747474"/>
                </a:solidFill>
                <a:latin typeface="Arial"/>
                <a:cs typeface="Arial"/>
              </a:rPr>
              <a:t>1,</a:t>
            </a:r>
            <a:r>
              <a:rPr sz="2600" spc="-20" dirty="0">
                <a:solidFill>
                  <a:srgbClr val="747474"/>
                </a:solidFill>
                <a:latin typeface="Arial"/>
                <a:cs typeface="Arial"/>
              </a:rPr>
              <a:t> </a:t>
            </a:r>
            <a:r>
              <a:rPr sz="2600" dirty="0">
                <a:solidFill>
                  <a:srgbClr val="747474"/>
                </a:solidFill>
                <a:latin typeface="Arial"/>
                <a:cs typeface="Arial"/>
              </a:rPr>
              <a:t>and</a:t>
            </a:r>
            <a:r>
              <a:rPr sz="2600" spc="-15" dirty="0">
                <a:solidFill>
                  <a:srgbClr val="747474"/>
                </a:solidFill>
                <a:latin typeface="Arial"/>
                <a:cs typeface="Arial"/>
              </a:rPr>
              <a:t> </a:t>
            </a:r>
            <a:r>
              <a:rPr sz="2600" dirty="0">
                <a:solidFill>
                  <a:srgbClr val="747474"/>
                </a:solidFill>
                <a:latin typeface="Arial"/>
                <a:cs typeface="Arial"/>
              </a:rPr>
              <a:t>the</a:t>
            </a:r>
            <a:r>
              <a:rPr sz="2600" spc="-15" dirty="0">
                <a:solidFill>
                  <a:srgbClr val="747474"/>
                </a:solidFill>
                <a:latin typeface="Arial"/>
                <a:cs typeface="Arial"/>
              </a:rPr>
              <a:t> </a:t>
            </a:r>
            <a:r>
              <a:rPr sz="2600" dirty="0">
                <a:solidFill>
                  <a:srgbClr val="747474"/>
                </a:solidFill>
                <a:latin typeface="Arial"/>
                <a:cs typeface="Arial"/>
              </a:rPr>
              <a:t>width</a:t>
            </a:r>
            <a:r>
              <a:rPr sz="2600" spc="45" dirty="0">
                <a:solidFill>
                  <a:srgbClr val="747474"/>
                </a:solidFill>
                <a:latin typeface="Arial"/>
                <a:cs typeface="Arial"/>
              </a:rPr>
              <a:t> </a:t>
            </a:r>
            <a:r>
              <a:rPr sz="2600" dirty="0">
                <a:solidFill>
                  <a:srgbClr val="747474"/>
                </a:solidFill>
                <a:latin typeface="Arial"/>
                <a:cs typeface="Arial"/>
              </a:rPr>
              <a:t>of</a:t>
            </a:r>
            <a:r>
              <a:rPr sz="2600" spc="10" dirty="0">
                <a:solidFill>
                  <a:srgbClr val="747474"/>
                </a:solidFill>
                <a:latin typeface="Arial"/>
                <a:cs typeface="Arial"/>
              </a:rPr>
              <a:t> </a:t>
            </a:r>
            <a:r>
              <a:rPr sz="2600" dirty="0">
                <a:solidFill>
                  <a:srgbClr val="747474"/>
                </a:solidFill>
                <a:latin typeface="Arial"/>
                <a:cs typeface="Arial"/>
              </a:rPr>
              <a:t>the</a:t>
            </a:r>
            <a:r>
              <a:rPr sz="2600" spc="-15" dirty="0">
                <a:solidFill>
                  <a:srgbClr val="747474"/>
                </a:solidFill>
                <a:latin typeface="Arial"/>
                <a:cs typeface="Arial"/>
              </a:rPr>
              <a:t> </a:t>
            </a:r>
            <a:r>
              <a:rPr sz="2600" dirty="0">
                <a:solidFill>
                  <a:srgbClr val="747474"/>
                </a:solidFill>
                <a:latin typeface="Arial"/>
                <a:cs typeface="Arial"/>
              </a:rPr>
              <a:t>center</a:t>
            </a:r>
            <a:r>
              <a:rPr sz="2600" spc="-20" dirty="0">
                <a:solidFill>
                  <a:srgbClr val="747474"/>
                </a:solidFill>
                <a:latin typeface="Arial"/>
                <a:cs typeface="Arial"/>
              </a:rPr>
              <a:t> </a:t>
            </a:r>
            <a:r>
              <a:rPr sz="2600" dirty="0">
                <a:solidFill>
                  <a:srgbClr val="747474"/>
                </a:solidFill>
                <a:latin typeface="Arial"/>
                <a:cs typeface="Arial"/>
              </a:rPr>
              <a:t>vertical</a:t>
            </a:r>
            <a:r>
              <a:rPr sz="2600" spc="-20" dirty="0">
                <a:solidFill>
                  <a:srgbClr val="747474"/>
                </a:solidFill>
                <a:latin typeface="Arial"/>
                <a:cs typeface="Arial"/>
              </a:rPr>
              <a:t> </a:t>
            </a:r>
            <a:r>
              <a:rPr sz="2600" dirty="0">
                <a:solidFill>
                  <a:srgbClr val="747474"/>
                </a:solidFill>
                <a:latin typeface="Arial"/>
                <a:cs typeface="Arial"/>
              </a:rPr>
              <a:t>column</a:t>
            </a:r>
            <a:r>
              <a:rPr sz="2600" spc="10" dirty="0">
                <a:solidFill>
                  <a:srgbClr val="747474"/>
                </a:solidFill>
                <a:latin typeface="Arial"/>
                <a:cs typeface="Arial"/>
              </a:rPr>
              <a:t> </a:t>
            </a:r>
            <a:r>
              <a:rPr sz="2600" dirty="0">
                <a:solidFill>
                  <a:srgbClr val="747474"/>
                </a:solidFill>
                <a:latin typeface="Arial"/>
                <a:cs typeface="Arial"/>
              </a:rPr>
              <a:t>will</a:t>
            </a:r>
            <a:r>
              <a:rPr sz="2600" spc="-25" dirty="0">
                <a:solidFill>
                  <a:srgbClr val="747474"/>
                </a:solidFill>
                <a:latin typeface="Arial"/>
                <a:cs typeface="Arial"/>
              </a:rPr>
              <a:t> </a:t>
            </a:r>
            <a:r>
              <a:rPr sz="2600" dirty="0">
                <a:solidFill>
                  <a:srgbClr val="747474"/>
                </a:solidFill>
                <a:latin typeface="Arial"/>
                <a:cs typeface="Arial"/>
              </a:rPr>
              <a:t>be</a:t>
            </a:r>
            <a:r>
              <a:rPr sz="2600" spc="185" dirty="0">
                <a:solidFill>
                  <a:srgbClr val="747474"/>
                </a:solidFill>
                <a:latin typeface="Arial"/>
                <a:cs typeface="Arial"/>
              </a:rPr>
              <a:t> </a:t>
            </a:r>
            <a:r>
              <a:rPr sz="2600" spc="-10" dirty="0">
                <a:solidFill>
                  <a:srgbClr val="747474"/>
                </a:solidFill>
                <a:latin typeface="Arial"/>
                <a:cs typeface="Arial"/>
              </a:rPr>
              <a:t>0.618.</a:t>
            </a:r>
            <a:endParaRPr sz="2600">
              <a:latin typeface="Arial"/>
              <a:cs typeface="Arial"/>
            </a:endParaRPr>
          </a:p>
        </p:txBody>
      </p:sp>
      <p:pic>
        <p:nvPicPr>
          <p:cNvPr id="4" name="object 4"/>
          <p:cNvPicPr/>
          <p:nvPr/>
        </p:nvPicPr>
        <p:blipFill>
          <a:blip r:embed="rId2" cstate="print"/>
          <a:stretch>
            <a:fillRect/>
          </a:stretch>
        </p:blipFill>
        <p:spPr>
          <a:xfrm>
            <a:off x="1465365" y="6149045"/>
            <a:ext cx="10036002" cy="3248648"/>
          </a:xfrm>
          <a:prstGeom prst="rect">
            <a:avLst/>
          </a:prstGeom>
        </p:spPr>
      </p:pic>
      <p:sp>
        <p:nvSpPr>
          <p:cNvPr id="5" name="object 5"/>
          <p:cNvSpPr txBox="1"/>
          <p:nvPr/>
        </p:nvSpPr>
        <p:spPr>
          <a:xfrm>
            <a:off x="4412145" y="9430004"/>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5126" y="1866901"/>
            <a:ext cx="12163425" cy="7886700"/>
            <a:chOff x="475126" y="1866901"/>
            <a:chExt cx="12163425" cy="7886700"/>
          </a:xfrm>
        </p:grpSpPr>
        <p:sp>
          <p:nvSpPr>
            <p:cNvPr id="3" name="object 3"/>
            <p:cNvSpPr/>
            <p:nvPr/>
          </p:nvSpPr>
          <p:spPr>
            <a:xfrm>
              <a:off x="647699" y="1974849"/>
              <a:ext cx="11709400" cy="0"/>
            </a:xfrm>
            <a:custGeom>
              <a:avLst/>
              <a:gdLst/>
              <a:ahLst/>
              <a:cxnLst/>
              <a:rect l="l" t="t" r="r" b="b"/>
              <a:pathLst>
                <a:path w="11709400">
                  <a:moveTo>
                    <a:pt x="0" y="0"/>
                  </a:moveTo>
                  <a:lnTo>
                    <a:pt x="11709400" y="0"/>
                  </a:lnTo>
                </a:path>
              </a:pathLst>
            </a:custGeom>
            <a:ln w="12700">
              <a:solidFill>
                <a:srgbClr val="9A9A9A"/>
              </a:solidFill>
            </a:ln>
          </p:spPr>
          <p:txBody>
            <a:bodyPr wrap="square" lIns="0" tIns="0" rIns="0" bIns="0" rtlCol="0"/>
            <a:lstStyle/>
            <a:p>
              <a:endParaRPr/>
            </a:p>
          </p:txBody>
        </p:sp>
        <p:pic>
          <p:nvPicPr>
            <p:cNvPr id="4" name="object 4"/>
            <p:cNvPicPr/>
            <p:nvPr/>
          </p:nvPicPr>
          <p:blipFill>
            <a:blip r:embed="rId2" cstate="print"/>
            <a:stretch>
              <a:fillRect/>
            </a:stretch>
          </p:blipFill>
          <p:spPr>
            <a:xfrm>
              <a:off x="475126" y="1866901"/>
              <a:ext cx="12162903" cy="7886696"/>
            </a:xfrm>
            <a:prstGeom prst="rect">
              <a:avLst/>
            </a:prstGeom>
          </p:spPr>
        </p:pic>
      </p:grpSp>
      <p:sp>
        <p:nvSpPr>
          <p:cNvPr id="5" name="object 5"/>
          <p:cNvSpPr txBox="1"/>
          <p:nvPr/>
        </p:nvSpPr>
        <p:spPr>
          <a:xfrm>
            <a:off x="806450" y="107187"/>
            <a:ext cx="11240770" cy="1522095"/>
          </a:xfrm>
          <a:prstGeom prst="rect">
            <a:avLst/>
          </a:prstGeom>
        </p:spPr>
        <p:txBody>
          <a:bodyPr vert="horz" wrap="square" lIns="0" tIns="5080" rIns="0" bIns="0" rtlCol="0">
            <a:spAutoFit/>
          </a:bodyPr>
          <a:lstStyle/>
          <a:p>
            <a:pPr marL="12700" marR="5080">
              <a:lnSpc>
                <a:spcPct val="149500"/>
              </a:lnSpc>
              <a:spcBef>
                <a:spcPts val="40"/>
              </a:spcBef>
              <a:tabLst>
                <a:tab pos="9639935" algn="l"/>
                <a:tab pos="10189845" algn="l"/>
              </a:tabLst>
            </a:pPr>
            <a:r>
              <a:rPr sz="2200" spc="-55" dirty="0">
                <a:latin typeface="Helvetica Neue Light"/>
                <a:cs typeface="Helvetica Neue Light"/>
              </a:rPr>
              <a:t>This</a:t>
            </a:r>
            <a:r>
              <a:rPr sz="2200" spc="-200" dirty="0">
                <a:latin typeface="Helvetica Neue Light"/>
                <a:cs typeface="Helvetica Neue Light"/>
              </a:rPr>
              <a:t> </a:t>
            </a:r>
            <a:r>
              <a:rPr sz="2200" spc="-30" dirty="0">
                <a:latin typeface="Helvetica Neue Light"/>
                <a:cs typeface="Helvetica Neue Light"/>
              </a:rPr>
              <a:t>cover</a:t>
            </a:r>
            <a:r>
              <a:rPr sz="2200" spc="-125" dirty="0">
                <a:latin typeface="Helvetica Neue Light"/>
                <a:cs typeface="Helvetica Neue Light"/>
              </a:rPr>
              <a:t> </a:t>
            </a:r>
            <a:r>
              <a:rPr sz="2200" dirty="0">
                <a:latin typeface="Helvetica Neue Light"/>
                <a:cs typeface="Helvetica Neue Light"/>
              </a:rPr>
              <a:t>for</a:t>
            </a:r>
            <a:r>
              <a:rPr sz="2200" spc="-90" dirty="0">
                <a:latin typeface="Helvetica Neue Light"/>
                <a:cs typeface="Helvetica Neue Light"/>
              </a:rPr>
              <a:t> </a:t>
            </a:r>
            <a:r>
              <a:rPr sz="2200" spc="-35" dirty="0">
                <a:latin typeface="Helvetica Neue Light"/>
                <a:cs typeface="Helvetica Neue Light"/>
              </a:rPr>
              <a:t>Complex</a:t>
            </a:r>
            <a:r>
              <a:rPr sz="2200" spc="-85" dirty="0">
                <a:latin typeface="Helvetica Neue Light"/>
                <a:cs typeface="Helvetica Neue Light"/>
              </a:rPr>
              <a:t> </a:t>
            </a:r>
            <a:r>
              <a:rPr sz="2200" spc="-60" dirty="0">
                <a:latin typeface="Helvetica Neue Light"/>
                <a:cs typeface="Helvetica Neue Light"/>
              </a:rPr>
              <a:t>magazine</a:t>
            </a:r>
            <a:r>
              <a:rPr sz="2200" spc="-170" dirty="0">
                <a:latin typeface="Helvetica Neue Light"/>
                <a:cs typeface="Helvetica Neue Light"/>
              </a:rPr>
              <a:t> </a:t>
            </a:r>
            <a:r>
              <a:rPr sz="2200" spc="-45" dirty="0">
                <a:latin typeface="Helvetica Neue Light"/>
                <a:cs typeface="Helvetica Neue Light"/>
              </a:rPr>
              <a:t>uses</a:t>
            </a:r>
            <a:r>
              <a:rPr sz="2200" spc="-140" dirty="0">
                <a:latin typeface="Helvetica Neue Light"/>
                <a:cs typeface="Helvetica Neue Light"/>
              </a:rPr>
              <a:t> </a:t>
            </a:r>
            <a:r>
              <a:rPr sz="2200" dirty="0">
                <a:latin typeface="Helvetica Neue Light"/>
                <a:cs typeface="Helvetica Neue Light"/>
              </a:rPr>
              <a:t>the</a:t>
            </a:r>
            <a:r>
              <a:rPr sz="2200" spc="-90" dirty="0">
                <a:latin typeface="Helvetica Neue Light"/>
                <a:cs typeface="Helvetica Neue Light"/>
              </a:rPr>
              <a:t> </a:t>
            </a:r>
            <a:r>
              <a:rPr sz="2200" spc="-50" dirty="0">
                <a:latin typeface="Helvetica Neue Light"/>
                <a:cs typeface="Helvetica Neue Light"/>
              </a:rPr>
              <a:t>Golden</a:t>
            </a:r>
            <a:r>
              <a:rPr sz="2200" spc="-120" dirty="0">
                <a:latin typeface="Helvetica Neue Light"/>
                <a:cs typeface="Helvetica Neue Light"/>
              </a:rPr>
              <a:t> </a:t>
            </a:r>
            <a:r>
              <a:rPr sz="2200" spc="-55" dirty="0">
                <a:latin typeface="Helvetica Neue Light"/>
                <a:cs typeface="Helvetica Neue Light"/>
              </a:rPr>
              <a:t>Ratio</a:t>
            </a:r>
            <a:r>
              <a:rPr sz="2200" spc="-155" dirty="0">
                <a:latin typeface="Helvetica Neue Light"/>
                <a:cs typeface="Helvetica Neue Light"/>
              </a:rPr>
              <a:t> </a:t>
            </a:r>
            <a:r>
              <a:rPr sz="2200" dirty="0">
                <a:latin typeface="Helvetica Neue Light"/>
                <a:cs typeface="Helvetica Neue Light"/>
              </a:rPr>
              <a:t>to</a:t>
            </a:r>
            <a:r>
              <a:rPr sz="2200" spc="40" dirty="0">
                <a:latin typeface="Helvetica Neue Light"/>
                <a:cs typeface="Helvetica Neue Light"/>
              </a:rPr>
              <a:t> </a:t>
            </a:r>
            <a:r>
              <a:rPr sz="2200" spc="-45" dirty="0">
                <a:latin typeface="Helvetica Neue Light"/>
                <a:cs typeface="Helvetica Neue Light"/>
              </a:rPr>
              <a:t>determine</a:t>
            </a:r>
            <a:r>
              <a:rPr sz="2200" spc="-125" dirty="0">
                <a:latin typeface="Helvetica Neue Light"/>
                <a:cs typeface="Helvetica Neue Light"/>
              </a:rPr>
              <a:t> </a:t>
            </a:r>
            <a:r>
              <a:rPr sz="2200" dirty="0">
                <a:latin typeface="Helvetica Neue Light"/>
                <a:cs typeface="Helvetica Neue Light"/>
              </a:rPr>
              <a:t>the</a:t>
            </a:r>
            <a:r>
              <a:rPr sz="2200" spc="-90" dirty="0">
                <a:latin typeface="Helvetica Neue Light"/>
                <a:cs typeface="Helvetica Neue Light"/>
              </a:rPr>
              <a:t> </a:t>
            </a:r>
            <a:r>
              <a:rPr sz="2200" spc="-30" dirty="0">
                <a:latin typeface="Helvetica Neue Light"/>
                <a:cs typeface="Helvetica Neue Light"/>
              </a:rPr>
              <a:t>proportion</a:t>
            </a:r>
            <a:r>
              <a:rPr sz="2200" spc="-45" dirty="0">
                <a:latin typeface="Helvetica Neue Light"/>
                <a:cs typeface="Helvetica Neue Light"/>
              </a:rPr>
              <a:t> </a:t>
            </a:r>
            <a:r>
              <a:rPr sz="2200" spc="-25" dirty="0">
                <a:latin typeface="Helvetica Neue Light"/>
                <a:cs typeface="Helvetica Neue Light"/>
              </a:rPr>
              <a:t>of</a:t>
            </a:r>
            <a:r>
              <a:rPr sz="2200" dirty="0">
                <a:latin typeface="Helvetica Neue Light"/>
                <a:cs typeface="Helvetica Neue Light"/>
              </a:rPr>
              <a:t>	</a:t>
            </a:r>
            <a:r>
              <a:rPr sz="2200" spc="-10" dirty="0">
                <a:latin typeface="Helvetica Neue Light"/>
                <a:cs typeface="Helvetica Neue Light"/>
              </a:rPr>
              <a:t>positive </a:t>
            </a:r>
            <a:r>
              <a:rPr sz="2200" dirty="0">
                <a:latin typeface="Helvetica Neue Light"/>
                <a:cs typeface="Helvetica Neue Light"/>
              </a:rPr>
              <a:t>and</a:t>
            </a:r>
            <a:r>
              <a:rPr sz="2200" spc="-70" dirty="0">
                <a:latin typeface="Helvetica Neue Light"/>
                <a:cs typeface="Helvetica Neue Light"/>
              </a:rPr>
              <a:t> </a:t>
            </a:r>
            <a:r>
              <a:rPr sz="2200" spc="-60" dirty="0">
                <a:latin typeface="Helvetica Neue Light"/>
                <a:cs typeface="Helvetica Neue Light"/>
              </a:rPr>
              <a:t>negative</a:t>
            </a:r>
            <a:r>
              <a:rPr sz="2200" spc="-160" dirty="0">
                <a:latin typeface="Helvetica Neue Light"/>
                <a:cs typeface="Helvetica Neue Light"/>
              </a:rPr>
              <a:t> </a:t>
            </a:r>
            <a:r>
              <a:rPr sz="2200" spc="-20" dirty="0">
                <a:latin typeface="Helvetica Neue Light"/>
                <a:cs typeface="Helvetica Neue Light"/>
              </a:rPr>
              <a:t>space.</a:t>
            </a:r>
            <a:r>
              <a:rPr sz="2200" spc="-55" dirty="0">
                <a:latin typeface="Helvetica Neue Light"/>
                <a:cs typeface="Helvetica Neue Light"/>
              </a:rPr>
              <a:t> The</a:t>
            </a:r>
            <a:r>
              <a:rPr sz="2200" spc="-240" dirty="0">
                <a:latin typeface="Helvetica Neue Light"/>
                <a:cs typeface="Helvetica Neue Light"/>
              </a:rPr>
              <a:t> </a:t>
            </a:r>
            <a:r>
              <a:rPr sz="2200" dirty="0">
                <a:latin typeface="Helvetica Neue Light"/>
                <a:cs typeface="Helvetica Neue Light"/>
              </a:rPr>
              <a:t>top</a:t>
            </a:r>
            <a:r>
              <a:rPr sz="2200" spc="70" dirty="0">
                <a:latin typeface="Helvetica Neue Light"/>
                <a:cs typeface="Helvetica Neue Light"/>
              </a:rPr>
              <a:t> </a:t>
            </a:r>
            <a:r>
              <a:rPr sz="2200" dirty="0">
                <a:latin typeface="Helvetica Neue Light"/>
                <a:cs typeface="Helvetica Neue Light"/>
              </a:rPr>
              <a:t>of</a:t>
            </a:r>
            <a:r>
              <a:rPr sz="2200" spc="-40" dirty="0">
                <a:latin typeface="Helvetica Neue Light"/>
                <a:cs typeface="Helvetica Neue Light"/>
              </a:rPr>
              <a:t> </a:t>
            </a:r>
            <a:r>
              <a:rPr sz="2200" spc="-120" dirty="0">
                <a:latin typeface="Helvetica Neue Light"/>
                <a:cs typeface="Helvetica Neue Light"/>
              </a:rPr>
              <a:t>Solange’s</a:t>
            </a:r>
            <a:r>
              <a:rPr sz="2200" spc="-200" dirty="0">
                <a:latin typeface="Helvetica Neue Light"/>
                <a:cs typeface="Helvetica Neue Light"/>
              </a:rPr>
              <a:t> </a:t>
            </a:r>
            <a:r>
              <a:rPr sz="2200" spc="-35" dirty="0">
                <a:latin typeface="Helvetica Neue Light"/>
                <a:cs typeface="Helvetica Neue Light"/>
              </a:rPr>
              <a:t>nose</a:t>
            </a:r>
            <a:r>
              <a:rPr sz="2200" spc="-120" dirty="0">
                <a:latin typeface="Helvetica Neue Light"/>
                <a:cs typeface="Helvetica Neue Light"/>
              </a:rPr>
              <a:t> </a:t>
            </a:r>
            <a:r>
              <a:rPr sz="2200" dirty="0">
                <a:latin typeface="Helvetica Neue Light"/>
                <a:cs typeface="Helvetica Neue Light"/>
              </a:rPr>
              <a:t>and</a:t>
            </a:r>
            <a:r>
              <a:rPr sz="2200" spc="-70" dirty="0">
                <a:latin typeface="Helvetica Neue Light"/>
                <a:cs typeface="Helvetica Neue Light"/>
              </a:rPr>
              <a:t> </a:t>
            </a:r>
            <a:r>
              <a:rPr sz="2200" spc="-75" dirty="0">
                <a:latin typeface="Helvetica Neue Light"/>
                <a:cs typeface="Helvetica Neue Light"/>
              </a:rPr>
              <a:t>(almost)</a:t>
            </a:r>
            <a:r>
              <a:rPr sz="2200" spc="-225" dirty="0">
                <a:latin typeface="Helvetica Neue Light"/>
                <a:cs typeface="Helvetica Neue Light"/>
              </a:rPr>
              <a:t> </a:t>
            </a:r>
            <a:r>
              <a:rPr sz="2200" spc="-40" dirty="0">
                <a:latin typeface="Helvetica Neue Light"/>
                <a:cs typeface="Helvetica Neue Light"/>
              </a:rPr>
              <a:t>her</a:t>
            </a:r>
            <a:r>
              <a:rPr sz="2200" spc="-160" dirty="0">
                <a:latin typeface="Helvetica Neue Light"/>
                <a:cs typeface="Helvetica Neue Light"/>
              </a:rPr>
              <a:t> </a:t>
            </a:r>
            <a:r>
              <a:rPr sz="2200" spc="-65" dirty="0">
                <a:latin typeface="Helvetica Neue Light"/>
                <a:cs typeface="Helvetica Neue Light"/>
              </a:rPr>
              <a:t>forehead</a:t>
            </a:r>
            <a:r>
              <a:rPr sz="2200" spc="-140" dirty="0">
                <a:latin typeface="Helvetica Neue Light"/>
                <a:cs typeface="Helvetica Neue Light"/>
              </a:rPr>
              <a:t> </a:t>
            </a:r>
            <a:r>
              <a:rPr sz="2200" spc="-70" dirty="0">
                <a:latin typeface="Helvetica Neue Light"/>
                <a:cs typeface="Helvetica Neue Light"/>
              </a:rPr>
              <a:t>reach</a:t>
            </a:r>
            <a:r>
              <a:rPr sz="2200" spc="-160" dirty="0">
                <a:latin typeface="Helvetica Neue Light"/>
                <a:cs typeface="Helvetica Neue Light"/>
              </a:rPr>
              <a:t> </a:t>
            </a:r>
            <a:r>
              <a:rPr sz="2200" spc="-25" dirty="0">
                <a:latin typeface="Helvetica Neue Light"/>
                <a:cs typeface="Helvetica Neue Light"/>
              </a:rPr>
              <a:t>the</a:t>
            </a:r>
            <a:r>
              <a:rPr sz="2200" dirty="0">
                <a:latin typeface="Helvetica Neue Light"/>
                <a:cs typeface="Helvetica Neue Light"/>
              </a:rPr>
              <a:t>	top</a:t>
            </a:r>
            <a:r>
              <a:rPr sz="2200" spc="-5" dirty="0">
                <a:latin typeface="Helvetica Neue Light"/>
                <a:cs typeface="Helvetica Neue Light"/>
              </a:rPr>
              <a:t> </a:t>
            </a:r>
            <a:r>
              <a:rPr sz="2200" spc="-50" dirty="0">
                <a:latin typeface="Helvetica Neue Light"/>
                <a:cs typeface="Helvetica Neue Light"/>
              </a:rPr>
              <a:t>horizontal </a:t>
            </a:r>
            <a:r>
              <a:rPr sz="2200" spc="-55" dirty="0">
                <a:latin typeface="Helvetica Neue Light"/>
                <a:cs typeface="Helvetica Neue Light"/>
              </a:rPr>
              <a:t>line;</a:t>
            </a:r>
            <a:r>
              <a:rPr sz="2200" spc="-170" dirty="0">
                <a:latin typeface="Helvetica Neue Light"/>
                <a:cs typeface="Helvetica Neue Light"/>
              </a:rPr>
              <a:t> </a:t>
            </a:r>
            <a:r>
              <a:rPr sz="2200" spc="-50" dirty="0">
                <a:latin typeface="Helvetica Neue Light"/>
                <a:cs typeface="Helvetica Neue Light"/>
              </a:rPr>
              <a:t>while</a:t>
            </a:r>
            <a:r>
              <a:rPr sz="2200" spc="-165" dirty="0">
                <a:latin typeface="Helvetica Neue Light"/>
                <a:cs typeface="Helvetica Neue Light"/>
              </a:rPr>
              <a:t> </a:t>
            </a:r>
            <a:r>
              <a:rPr sz="2200" spc="-40" dirty="0">
                <a:latin typeface="Helvetica Neue Light"/>
                <a:cs typeface="Helvetica Neue Light"/>
              </a:rPr>
              <a:t>her</a:t>
            </a:r>
            <a:r>
              <a:rPr sz="2200" spc="-170" dirty="0">
                <a:latin typeface="Helvetica Neue Light"/>
                <a:cs typeface="Helvetica Neue Light"/>
              </a:rPr>
              <a:t> </a:t>
            </a:r>
            <a:r>
              <a:rPr sz="2200" spc="-35" dirty="0">
                <a:latin typeface="Helvetica Neue Light"/>
                <a:cs typeface="Helvetica Neue Light"/>
              </a:rPr>
              <a:t>nose</a:t>
            </a:r>
            <a:r>
              <a:rPr sz="2200" spc="-135" dirty="0">
                <a:latin typeface="Helvetica Neue Light"/>
                <a:cs typeface="Helvetica Neue Light"/>
              </a:rPr>
              <a:t> </a:t>
            </a:r>
            <a:r>
              <a:rPr sz="2200" dirty="0">
                <a:latin typeface="Helvetica Neue Light"/>
                <a:cs typeface="Helvetica Neue Light"/>
              </a:rPr>
              <a:t>and</a:t>
            </a:r>
            <a:r>
              <a:rPr sz="2200" spc="-120" dirty="0">
                <a:latin typeface="Helvetica Neue Light"/>
                <a:cs typeface="Helvetica Neue Light"/>
              </a:rPr>
              <a:t> </a:t>
            </a:r>
            <a:r>
              <a:rPr sz="2200" spc="-55" dirty="0">
                <a:latin typeface="Helvetica Neue Light"/>
                <a:cs typeface="Helvetica Neue Light"/>
              </a:rPr>
              <a:t>eye</a:t>
            </a:r>
            <a:r>
              <a:rPr sz="2200" spc="-254" dirty="0">
                <a:latin typeface="Helvetica Neue Light"/>
                <a:cs typeface="Helvetica Neue Light"/>
              </a:rPr>
              <a:t> </a:t>
            </a:r>
            <a:r>
              <a:rPr sz="2200" spc="-55" dirty="0">
                <a:latin typeface="Helvetica Neue Light"/>
                <a:cs typeface="Helvetica Neue Light"/>
              </a:rPr>
              <a:t>fall</a:t>
            </a:r>
            <a:r>
              <a:rPr sz="2200" spc="-195" dirty="0">
                <a:latin typeface="Helvetica Neue Light"/>
                <a:cs typeface="Helvetica Neue Light"/>
              </a:rPr>
              <a:t> </a:t>
            </a:r>
            <a:r>
              <a:rPr sz="2200" dirty="0">
                <a:latin typeface="Helvetica Neue Light"/>
                <a:cs typeface="Helvetica Neue Light"/>
              </a:rPr>
              <a:t>on</a:t>
            </a:r>
            <a:r>
              <a:rPr sz="2200" spc="-60" dirty="0">
                <a:latin typeface="Helvetica Neue Light"/>
                <a:cs typeface="Helvetica Neue Light"/>
              </a:rPr>
              <a:t> </a:t>
            </a:r>
            <a:r>
              <a:rPr sz="2200" dirty="0">
                <a:latin typeface="Helvetica Neue Light"/>
                <a:cs typeface="Helvetica Neue Light"/>
              </a:rPr>
              <a:t>the</a:t>
            </a:r>
            <a:r>
              <a:rPr sz="2200" spc="-95" dirty="0">
                <a:latin typeface="Helvetica Neue Light"/>
                <a:cs typeface="Helvetica Neue Light"/>
              </a:rPr>
              <a:t> </a:t>
            </a:r>
            <a:r>
              <a:rPr sz="2200" dirty="0">
                <a:latin typeface="Helvetica Neue Light"/>
                <a:cs typeface="Helvetica Neue Light"/>
              </a:rPr>
              <a:t>two</a:t>
            </a:r>
            <a:r>
              <a:rPr sz="2200" spc="45" dirty="0">
                <a:latin typeface="Helvetica Neue Light"/>
                <a:cs typeface="Helvetica Neue Light"/>
              </a:rPr>
              <a:t> </a:t>
            </a:r>
            <a:r>
              <a:rPr sz="2200" spc="-55" dirty="0">
                <a:latin typeface="Helvetica Neue Light"/>
                <a:cs typeface="Helvetica Neue Light"/>
              </a:rPr>
              <a:t>vertical</a:t>
            </a:r>
            <a:r>
              <a:rPr sz="2200" spc="-140" dirty="0">
                <a:latin typeface="Helvetica Neue Light"/>
                <a:cs typeface="Helvetica Neue Light"/>
              </a:rPr>
              <a:t> </a:t>
            </a:r>
            <a:r>
              <a:rPr sz="2200" spc="-50" dirty="0">
                <a:latin typeface="Helvetica Neue Light"/>
                <a:cs typeface="Helvetica Neue Light"/>
              </a:rPr>
              <a:t>lines</a:t>
            </a:r>
            <a:r>
              <a:rPr sz="2200" spc="-75" dirty="0">
                <a:latin typeface="Helvetica Neue Light"/>
                <a:cs typeface="Helvetica Neue Light"/>
              </a:rPr>
              <a:t> </a:t>
            </a:r>
            <a:r>
              <a:rPr sz="2200" spc="-55" dirty="0">
                <a:latin typeface="Helvetica Neue Light"/>
                <a:cs typeface="Helvetica Neue Light"/>
              </a:rPr>
              <a:t>around</a:t>
            </a:r>
            <a:r>
              <a:rPr sz="2200" spc="-135" dirty="0">
                <a:latin typeface="Helvetica Neue Light"/>
                <a:cs typeface="Helvetica Neue Light"/>
              </a:rPr>
              <a:t> </a:t>
            </a:r>
            <a:r>
              <a:rPr sz="2200" dirty="0">
                <a:latin typeface="Helvetica Neue Light"/>
                <a:cs typeface="Helvetica Neue Light"/>
              </a:rPr>
              <a:t>the</a:t>
            </a:r>
            <a:r>
              <a:rPr sz="2200" spc="-90" dirty="0">
                <a:latin typeface="Helvetica Neue Light"/>
                <a:cs typeface="Helvetica Neue Light"/>
              </a:rPr>
              <a:t> </a:t>
            </a:r>
            <a:r>
              <a:rPr sz="2200" spc="-10" dirty="0">
                <a:latin typeface="Helvetica Neue Light"/>
                <a:cs typeface="Helvetica Neue Light"/>
              </a:rPr>
              <a:t>center</a:t>
            </a:r>
            <a:endParaRPr sz="2200">
              <a:latin typeface="Helvetica Neue Light"/>
              <a:cs typeface="Helvetica Neue Light"/>
            </a:endParaRPr>
          </a:p>
        </p:txBody>
      </p:sp>
      <p:sp>
        <p:nvSpPr>
          <p:cNvPr id="6" name="object 6"/>
          <p:cNvSpPr txBox="1"/>
          <p:nvPr/>
        </p:nvSpPr>
        <p:spPr>
          <a:xfrm>
            <a:off x="4412145" y="9460483"/>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005331"/>
            <a:ext cx="3270885" cy="665480"/>
          </a:xfrm>
          <a:prstGeom prst="rect">
            <a:avLst/>
          </a:prstGeom>
        </p:spPr>
        <p:txBody>
          <a:bodyPr vert="horz" wrap="square" lIns="0" tIns="12700" rIns="0" bIns="0" rtlCol="0">
            <a:spAutoFit/>
          </a:bodyPr>
          <a:lstStyle/>
          <a:p>
            <a:pPr marL="12700">
              <a:lnSpc>
                <a:spcPct val="100000"/>
              </a:lnSpc>
              <a:spcBef>
                <a:spcPts val="100"/>
              </a:spcBef>
            </a:pPr>
            <a:r>
              <a:rPr spc="-80" dirty="0"/>
              <a:t>Golden</a:t>
            </a:r>
            <a:r>
              <a:rPr spc="-265" dirty="0"/>
              <a:t> </a:t>
            </a:r>
            <a:r>
              <a:rPr spc="-45" dirty="0"/>
              <a:t>circles</a:t>
            </a:r>
          </a:p>
        </p:txBody>
      </p:sp>
      <p:pic>
        <p:nvPicPr>
          <p:cNvPr id="3" name="object 3"/>
          <p:cNvPicPr/>
          <p:nvPr/>
        </p:nvPicPr>
        <p:blipFill>
          <a:blip r:embed="rId2" cstate="print"/>
          <a:stretch>
            <a:fillRect/>
          </a:stretch>
        </p:blipFill>
        <p:spPr>
          <a:xfrm>
            <a:off x="711789" y="4165600"/>
            <a:ext cx="11708808" cy="5333999"/>
          </a:xfrm>
          <a:prstGeom prst="rect">
            <a:avLst/>
          </a:prstGeom>
        </p:spPr>
      </p:pic>
      <p:sp>
        <p:nvSpPr>
          <p:cNvPr id="4" name="object 4"/>
          <p:cNvSpPr txBox="1"/>
          <p:nvPr/>
        </p:nvSpPr>
        <p:spPr>
          <a:xfrm>
            <a:off x="681590" y="1995931"/>
            <a:ext cx="11464290" cy="1799589"/>
          </a:xfrm>
          <a:prstGeom prst="rect">
            <a:avLst/>
          </a:prstGeom>
        </p:spPr>
        <p:txBody>
          <a:bodyPr vert="horz" wrap="square" lIns="0" tIns="10160" rIns="0" bIns="0" rtlCol="0">
            <a:spAutoFit/>
          </a:bodyPr>
          <a:lstStyle/>
          <a:p>
            <a:pPr marL="12700" marR="5080">
              <a:lnSpc>
                <a:spcPct val="121400"/>
              </a:lnSpc>
              <a:spcBef>
                <a:spcPts val="80"/>
              </a:spcBef>
            </a:pPr>
            <a:r>
              <a:rPr sz="2400" dirty="0">
                <a:latin typeface="Helvetica Neue"/>
                <a:cs typeface="Helvetica Neue"/>
              </a:rPr>
              <a:t>Just</a:t>
            </a:r>
            <a:r>
              <a:rPr sz="2400" spc="-75" dirty="0">
                <a:latin typeface="Helvetica Neue"/>
                <a:cs typeface="Helvetica Neue"/>
              </a:rPr>
              <a:t> </a:t>
            </a:r>
            <a:r>
              <a:rPr sz="2400" spc="-60" dirty="0">
                <a:latin typeface="Helvetica Neue"/>
                <a:cs typeface="Helvetica Neue"/>
              </a:rPr>
              <a:t>like</a:t>
            </a:r>
            <a:r>
              <a:rPr sz="2400" spc="-215" dirty="0">
                <a:latin typeface="Helvetica Neue"/>
                <a:cs typeface="Helvetica Neue"/>
              </a:rPr>
              <a:t> </a:t>
            </a:r>
            <a:r>
              <a:rPr sz="2400" spc="-20" dirty="0">
                <a:latin typeface="Helvetica Neue"/>
                <a:cs typeface="Helvetica Neue"/>
              </a:rPr>
              <a:t>the</a:t>
            </a:r>
            <a:r>
              <a:rPr sz="2400" spc="-120" dirty="0">
                <a:latin typeface="Helvetica Neue"/>
                <a:cs typeface="Helvetica Neue"/>
              </a:rPr>
              <a:t> </a:t>
            </a:r>
            <a:r>
              <a:rPr sz="2400" spc="-45" dirty="0">
                <a:latin typeface="Helvetica Neue"/>
                <a:cs typeface="Helvetica Neue"/>
              </a:rPr>
              <a:t>Golden</a:t>
            </a:r>
            <a:r>
              <a:rPr sz="2400" spc="-135" dirty="0">
                <a:latin typeface="Helvetica Neue"/>
                <a:cs typeface="Helvetica Neue"/>
              </a:rPr>
              <a:t> </a:t>
            </a:r>
            <a:r>
              <a:rPr sz="2400" spc="-55" dirty="0">
                <a:latin typeface="Helvetica Neue"/>
                <a:cs typeface="Helvetica Neue"/>
              </a:rPr>
              <a:t>Ratio</a:t>
            </a:r>
            <a:r>
              <a:rPr sz="2400" spc="-180" dirty="0">
                <a:latin typeface="Helvetica Neue"/>
                <a:cs typeface="Helvetica Neue"/>
              </a:rPr>
              <a:t> </a:t>
            </a:r>
            <a:r>
              <a:rPr sz="2400" spc="-20" dirty="0">
                <a:latin typeface="Helvetica Neue"/>
                <a:cs typeface="Helvetica Neue"/>
              </a:rPr>
              <a:t>can</a:t>
            </a:r>
            <a:r>
              <a:rPr sz="2400" spc="-95" dirty="0">
                <a:latin typeface="Helvetica Neue"/>
                <a:cs typeface="Helvetica Neue"/>
              </a:rPr>
              <a:t> </a:t>
            </a:r>
            <a:r>
              <a:rPr sz="2400" dirty="0">
                <a:latin typeface="Helvetica Neue"/>
                <a:cs typeface="Helvetica Neue"/>
              </a:rPr>
              <a:t>be</a:t>
            </a:r>
            <a:r>
              <a:rPr sz="2400" spc="-85" dirty="0">
                <a:latin typeface="Helvetica Neue"/>
                <a:cs typeface="Helvetica Neue"/>
              </a:rPr>
              <a:t> </a:t>
            </a:r>
            <a:r>
              <a:rPr sz="2400" spc="-50" dirty="0">
                <a:latin typeface="Helvetica Neue"/>
                <a:cs typeface="Helvetica Neue"/>
              </a:rPr>
              <a:t>harnessed</a:t>
            </a:r>
            <a:r>
              <a:rPr sz="2400" spc="-155" dirty="0">
                <a:latin typeface="Helvetica Neue"/>
                <a:cs typeface="Helvetica Neue"/>
              </a:rPr>
              <a:t> </a:t>
            </a:r>
            <a:r>
              <a:rPr sz="2400" dirty="0">
                <a:latin typeface="Helvetica Neue"/>
                <a:cs typeface="Helvetica Neue"/>
              </a:rPr>
              <a:t>to</a:t>
            </a:r>
            <a:r>
              <a:rPr sz="2400" spc="15" dirty="0">
                <a:latin typeface="Helvetica Neue"/>
                <a:cs typeface="Helvetica Neue"/>
              </a:rPr>
              <a:t> </a:t>
            </a:r>
            <a:r>
              <a:rPr sz="2400" spc="-60" dirty="0">
                <a:latin typeface="Helvetica Neue"/>
                <a:cs typeface="Helvetica Neue"/>
              </a:rPr>
              <a:t>create</a:t>
            </a:r>
            <a:r>
              <a:rPr sz="2400" spc="-160" dirty="0">
                <a:latin typeface="Helvetica Neue"/>
                <a:cs typeface="Helvetica Neue"/>
              </a:rPr>
              <a:t> </a:t>
            </a:r>
            <a:r>
              <a:rPr sz="2400" spc="-70" dirty="0">
                <a:latin typeface="Helvetica Neue"/>
                <a:cs typeface="Helvetica Neue"/>
              </a:rPr>
              <a:t>squares</a:t>
            </a:r>
            <a:r>
              <a:rPr sz="2400" spc="-175" dirty="0">
                <a:latin typeface="Helvetica Neue"/>
                <a:cs typeface="Helvetica Neue"/>
              </a:rPr>
              <a:t> </a:t>
            </a:r>
            <a:r>
              <a:rPr sz="2400" spc="-20" dirty="0">
                <a:latin typeface="Helvetica Neue"/>
                <a:cs typeface="Helvetica Neue"/>
              </a:rPr>
              <a:t>and</a:t>
            </a:r>
            <a:r>
              <a:rPr sz="2400" spc="-105" dirty="0">
                <a:latin typeface="Helvetica Neue"/>
                <a:cs typeface="Helvetica Neue"/>
              </a:rPr>
              <a:t> </a:t>
            </a:r>
            <a:r>
              <a:rPr sz="2400" spc="-60" dirty="0">
                <a:latin typeface="Helvetica Neue"/>
                <a:cs typeface="Helvetica Neue"/>
              </a:rPr>
              <a:t>rectangles</a:t>
            </a:r>
            <a:r>
              <a:rPr sz="2400" spc="-155" dirty="0">
                <a:latin typeface="Helvetica Neue"/>
                <a:cs typeface="Helvetica Neue"/>
              </a:rPr>
              <a:t> </a:t>
            </a:r>
            <a:r>
              <a:rPr sz="2400" dirty="0">
                <a:latin typeface="Helvetica Neue"/>
                <a:cs typeface="Helvetica Neue"/>
              </a:rPr>
              <a:t>that</a:t>
            </a:r>
            <a:r>
              <a:rPr sz="2400" spc="-75" dirty="0">
                <a:latin typeface="Helvetica Neue"/>
                <a:cs typeface="Helvetica Neue"/>
              </a:rPr>
              <a:t> </a:t>
            </a:r>
            <a:r>
              <a:rPr sz="2400" spc="-70" dirty="0">
                <a:latin typeface="Helvetica Neue"/>
                <a:cs typeface="Helvetica Neue"/>
              </a:rPr>
              <a:t>are</a:t>
            </a:r>
            <a:r>
              <a:rPr sz="2400" spc="-280" dirty="0">
                <a:latin typeface="Helvetica Neue"/>
                <a:cs typeface="Helvetica Neue"/>
              </a:rPr>
              <a:t> </a:t>
            </a:r>
            <a:r>
              <a:rPr sz="2400" spc="-25" dirty="0">
                <a:latin typeface="Helvetica Neue"/>
                <a:cs typeface="Helvetica Neue"/>
              </a:rPr>
              <a:t>in </a:t>
            </a:r>
            <a:r>
              <a:rPr sz="2400" spc="-55" dirty="0">
                <a:latin typeface="Helvetica Neue"/>
                <a:cs typeface="Helvetica Neue"/>
              </a:rPr>
              <a:t>harmonious</a:t>
            </a:r>
            <a:r>
              <a:rPr sz="2400" spc="-114" dirty="0">
                <a:latin typeface="Helvetica Neue"/>
                <a:cs typeface="Helvetica Neue"/>
              </a:rPr>
              <a:t> </a:t>
            </a:r>
            <a:r>
              <a:rPr sz="2400" spc="-30" dirty="0">
                <a:latin typeface="Helvetica Neue"/>
                <a:cs typeface="Helvetica Neue"/>
              </a:rPr>
              <a:t>proportion</a:t>
            </a:r>
            <a:r>
              <a:rPr sz="2400" spc="-114" dirty="0">
                <a:latin typeface="Helvetica Neue"/>
                <a:cs typeface="Helvetica Neue"/>
              </a:rPr>
              <a:t> </a:t>
            </a:r>
            <a:r>
              <a:rPr sz="2400" dirty="0">
                <a:latin typeface="Helvetica Neue"/>
                <a:cs typeface="Helvetica Neue"/>
              </a:rPr>
              <a:t>to</a:t>
            </a:r>
            <a:r>
              <a:rPr sz="2400" spc="-35" dirty="0">
                <a:latin typeface="Helvetica Neue"/>
                <a:cs typeface="Helvetica Neue"/>
              </a:rPr>
              <a:t> </a:t>
            </a:r>
            <a:r>
              <a:rPr sz="2400" spc="-20" dirty="0">
                <a:latin typeface="Helvetica Neue"/>
                <a:cs typeface="Helvetica Neue"/>
              </a:rPr>
              <a:t>each</a:t>
            </a:r>
            <a:r>
              <a:rPr sz="2400" spc="-100" dirty="0">
                <a:latin typeface="Helvetica Neue"/>
                <a:cs typeface="Helvetica Neue"/>
              </a:rPr>
              <a:t> </a:t>
            </a:r>
            <a:r>
              <a:rPr sz="2400" spc="-130" dirty="0">
                <a:latin typeface="Helvetica Neue"/>
                <a:cs typeface="Helvetica Neue"/>
              </a:rPr>
              <a:t>other,</a:t>
            </a:r>
            <a:r>
              <a:rPr sz="2400" spc="-200" dirty="0">
                <a:latin typeface="Helvetica Neue"/>
                <a:cs typeface="Helvetica Neue"/>
              </a:rPr>
              <a:t> </a:t>
            </a:r>
            <a:r>
              <a:rPr sz="2400" dirty="0">
                <a:latin typeface="Helvetica Neue"/>
                <a:cs typeface="Helvetica Neue"/>
              </a:rPr>
              <a:t>it</a:t>
            </a:r>
            <a:r>
              <a:rPr sz="2400" spc="-65" dirty="0">
                <a:latin typeface="Helvetica Neue"/>
                <a:cs typeface="Helvetica Neue"/>
              </a:rPr>
              <a:t> </a:t>
            </a:r>
            <a:r>
              <a:rPr sz="2400" dirty="0">
                <a:latin typeface="Helvetica Neue"/>
                <a:cs typeface="Helvetica Neue"/>
              </a:rPr>
              <a:t>can</a:t>
            </a:r>
            <a:r>
              <a:rPr sz="2400" spc="-75" dirty="0">
                <a:latin typeface="Helvetica Neue"/>
                <a:cs typeface="Helvetica Neue"/>
              </a:rPr>
              <a:t> </a:t>
            </a:r>
            <a:r>
              <a:rPr sz="2400" spc="-30" dirty="0">
                <a:latin typeface="Helvetica Neue"/>
                <a:cs typeface="Helvetica Neue"/>
              </a:rPr>
              <a:t>also</a:t>
            </a:r>
            <a:r>
              <a:rPr sz="2400" spc="-114" dirty="0">
                <a:latin typeface="Helvetica Neue"/>
                <a:cs typeface="Helvetica Neue"/>
              </a:rPr>
              <a:t> </a:t>
            </a:r>
            <a:r>
              <a:rPr sz="2400" dirty="0">
                <a:latin typeface="Helvetica Neue"/>
                <a:cs typeface="Helvetica Neue"/>
              </a:rPr>
              <a:t>be</a:t>
            </a:r>
            <a:r>
              <a:rPr sz="2400" spc="-60" dirty="0">
                <a:latin typeface="Helvetica Neue"/>
                <a:cs typeface="Helvetica Neue"/>
              </a:rPr>
              <a:t> </a:t>
            </a:r>
            <a:r>
              <a:rPr sz="2400" spc="-30" dirty="0">
                <a:latin typeface="Helvetica Neue"/>
                <a:cs typeface="Helvetica Neue"/>
              </a:rPr>
              <a:t>applied</a:t>
            </a:r>
            <a:r>
              <a:rPr sz="2400" spc="-85" dirty="0">
                <a:latin typeface="Helvetica Neue"/>
                <a:cs typeface="Helvetica Neue"/>
              </a:rPr>
              <a:t> </a:t>
            </a:r>
            <a:r>
              <a:rPr sz="2400" dirty="0">
                <a:latin typeface="Helvetica Neue"/>
                <a:cs typeface="Helvetica Neue"/>
              </a:rPr>
              <a:t>to</a:t>
            </a:r>
            <a:r>
              <a:rPr sz="2400" spc="-30" dirty="0">
                <a:latin typeface="Helvetica Neue"/>
                <a:cs typeface="Helvetica Neue"/>
              </a:rPr>
              <a:t> </a:t>
            </a:r>
            <a:r>
              <a:rPr sz="2400" spc="-60" dirty="0">
                <a:latin typeface="Helvetica Neue"/>
                <a:cs typeface="Helvetica Neue"/>
              </a:rPr>
              <a:t>create</a:t>
            </a:r>
            <a:r>
              <a:rPr sz="2400" spc="-110" dirty="0">
                <a:latin typeface="Helvetica Neue"/>
                <a:cs typeface="Helvetica Neue"/>
              </a:rPr>
              <a:t> </a:t>
            </a:r>
            <a:r>
              <a:rPr sz="2400" spc="-50" dirty="0">
                <a:latin typeface="Helvetica Neue"/>
                <a:cs typeface="Helvetica Neue"/>
              </a:rPr>
              <a:t>circles.</a:t>
            </a:r>
            <a:r>
              <a:rPr sz="2400" spc="-114" dirty="0">
                <a:latin typeface="Helvetica Neue"/>
                <a:cs typeface="Helvetica Neue"/>
              </a:rPr>
              <a:t> </a:t>
            </a:r>
            <a:r>
              <a:rPr sz="2400" dirty="0">
                <a:latin typeface="Helvetica Neue"/>
                <a:cs typeface="Helvetica Neue"/>
              </a:rPr>
              <a:t>A</a:t>
            </a:r>
            <a:r>
              <a:rPr sz="2400" spc="-30" dirty="0">
                <a:latin typeface="Helvetica Neue"/>
                <a:cs typeface="Helvetica Neue"/>
              </a:rPr>
              <a:t> </a:t>
            </a:r>
            <a:r>
              <a:rPr sz="2400" spc="-10" dirty="0">
                <a:latin typeface="Helvetica Neue"/>
                <a:cs typeface="Helvetica Neue"/>
              </a:rPr>
              <a:t>perfect </a:t>
            </a:r>
            <a:r>
              <a:rPr sz="2400" spc="-50" dirty="0">
                <a:latin typeface="Helvetica Neue"/>
                <a:cs typeface="Helvetica Neue"/>
              </a:rPr>
              <a:t>circle</a:t>
            </a:r>
            <a:r>
              <a:rPr sz="2400" spc="-120" dirty="0">
                <a:latin typeface="Helvetica Neue"/>
                <a:cs typeface="Helvetica Neue"/>
              </a:rPr>
              <a:t> </a:t>
            </a:r>
            <a:r>
              <a:rPr sz="2400" dirty="0">
                <a:latin typeface="Helvetica Neue"/>
                <a:cs typeface="Helvetica Neue"/>
              </a:rPr>
              <a:t>in</a:t>
            </a:r>
            <a:r>
              <a:rPr sz="2400" spc="-165" dirty="0">
                <a:latin typeface="Helvetica Neue"/>
                <a:cs typeface="Helvetica Neue"/>
              </a:rPr>
              <a:t> </a:t>
            </a:r>
            <a:r>
              <a:rPr sz="2400" spc="-20" dirty="0">
                <a:latin typeface="Helvetica Neue"/>
                <a:cs typeface="Helvetica Neue"/>
              </a:rPr>
              <a:t>each</a:t>
            </a:r>
            <a:r>
              <a:rPr sz="2400" spc="-145" dirty="0">
                <a:latin typeface="Helvetica Neue"/>
                <a:cs typeface="Helvetica Neue"/>
              </a:rPr>
              <a:t> </a:t>
            </a:r>
            <a:r>
              <a:rPr sz="2400" spc="-70" dirty="0">
                <a:latin typeface="Helvetica Neue"/>
                <a:cs typeface="Helvetica Neue"/>
              </a:rPr>
              <a:t>square</a:t>
            </a:r>
            <a:r>
              <a:rPr sz="2400" spc="-114" dirty="0">
                <a:latin typeface="Helvetica Neue"/>
                <a:cs typeface="Helvetica Neue"/>
              </a:rPr>
              <a:t> </a:t>
            </a:r>
            <a:r>
              <a:rPr sz="2400" dirty="0">
                <a:latin typeface="Helvetica Neue"/>
                <a:cs typeface="Helvetica Neue"/>
              </a:rPr>
              <a:t>of</a:t>
            </a:r>
            <a:r>
              <a:rPr sz="2400" spc="-145" dirty="0">
                <a:latin typeface="Helvetica Neue"/>
                <a:cs typeface="Helvetica Neue"/>
              </a:rPr>
              <a:t> </a:t>
            </a:r>
            <a:r>
              <a:rPr sz="2400" dirty="0">
                <a:latin typeface="Helvetica Neue"/>
                <a:cs typeface="Helvetica Neue"/>
              </a:rPr>
              <a:t>the</a:t>
            </a:r>
            <a:r>
              <a:rPr sz="2400" spc="-120" dirty="0">
                <a:latin typeface="Helvetica Neue"/>
                <a:cs typeface="Helvetica Neue"/>
              </a:rPr>
              <a:t> </a:t>
            </a:r>
            <a:r>
              <a:rPr sz="2400" spc="-40" dirty="0">
                <a:latin typeface="Helvetica Neue"/>
                <a:cs typeface="Helvetica Neue"/>
              </a:rPr>
              <a:t>diagram</a:t>
            </a:r>
            <a:r>
              <a:rPr sz="2400" spc="-125" dirty="0">
                <a:latin typeface="Helvetica Neue"/>
                <a:cs typeface="Helvetica Neue"/>
              </a:rPr>
              <a:t> </a:t>
            </a:r>
            <a:r>
              <a:rPr sz="2400" spc="-30" dirty="0">
                <a:latin typeface="Helvetica Neue"/>
                <a:cs typeface="Helvetica Neue"/>
              </a:rPr>
              <a:t>will</a:t>
            </a:r>
            <a:r>
              <a:rPr sz="2400" spc="-135" dirty="0">
                <a:latin typeface="Helvetica Neue"/>
                <a:cs typeface="Helvetica Neue"/>
              </a:rPr>
              <a:t> </a:t>
            </a:r>
            <a:r>
              <a:rPr sz="2400" spc="-20" dirty="0">
                <a:latin typeface="Helvetica Neue"/>
                <a:cs typeface="Helvetica Neue"/>
              </a:rPr>
              <a:t>follow</a:t>
            </a:r>
            <a:r>
              <a:rPr sz="2400" spc="-110" dirty="0">
                <a:latin typeface="Helvetica Neue"/>
                <a:cs typeface="Helvetica Neue"/>
              </a:rPr>
              <a:t> </a:t>
            </a:r>
            <a:r>
              <a:rPr sz="2400" dirty="0">
                <a:latin typeface="Helvetica Neue"/>
                <a:cs typeface="Helvetica Neue"/>
              </a:rPr>
              <a:t>the</a:t>
            </a:r>
            <a:r>
              <a:rPr sz="2400" spc="-120" dirty="0">
                <a:latin typeface="Helvetica Neue"/>
                <a:cs typeface="Helvetica Neue"/>
              </a:rPr>
              <a:t> </a:t>
            </a:r>
            <a:r>
              <a:rPr sz="2400" dirty="0">
                <a:latin typeface="Helvetica Neue"/>
                <a:cs typeface="Helvetica Neue"/>
              </a:rPr>
              <a:t>1:1.618</a:t>
            </a:r>
            <a:r>
              <a:rPr sz="2400" spc="-75" dirty="0">
                <a:latin typeface="Helvetica Neue"/>
                <a:cs typeface="Helvetica Neue"/>
              </a:rPr>
              <a:t> </a:t>
            </a:r>
            <a:r>
              <a:rPr sz="2400" spc="-20" dirty="0">
                <a:latin typeface="Helvetica Neue"/>
                <a:cs typeface="Helvetica Neue"/>
              </a:rPr>
              <a:t>ratio</a:t>
            </a:r>
            <a:r>
              <a:rPr sz="2400" spc="-130" dirty="0">
                <a:latin typeface="Helvetica Neue"/>
                <a:cs typeface="Helvetica Neue"/>
              </a:rPr>
              <a:t> </a:t>
            </a:r>
            <a:r>
              <a:rPr sz="2400" dirty="0">
                <a:latin typeface="Helvetica Neue"/>
                <a:cs typeface="Helvetica Neue"/>
              </a:rPr>
              <a:t>with</a:t>
            </a:r>
            <a:r>
              <a:rPr sz="2400" spc="-85" dirty="0">
                <a:latin typeface="Helvetica Neue"/>
                <a:cs typeface="Helvetica Neue"/>
              </a:rPr>
              <a:t> </a:t>
            </a:r>
            <a:r>
              <a:rPr sz="2400" dirty="0">
                <a:latin typeface="Helvetica Neue"/>
                <a:cs typeface="Helvetica Neue"/>
              </a:rPr>
              <a:t>the</a:t>
            </a:r>
            <a:r>
              <a:rPr sz="2400" spc="-120" dirty="0">
                <a:latin typeface="Helvetica Neue"/>
                <a:cs typeface="Helvetica Neue"/>
              </a:rPr>
              <a:t> </a:t>
            </a:r>
            <a:r>
              <a:rPr sz="2400" spc="-50" dirty="0">
                <a:latin typeface="Helvetica Neue"/>
                <a:cs typeface="Helvetica Neue"/>
              </a:rPr>
              <a:t>circle</a:t>
            </a:r>
            <a:r>
              <a:rPr sz="2400" spc="-114" dirty="0">
                <a:latin typeface="Helvetica Neue"/>
                <a:cs typeface="Helvetica Neue"/>
              </a:rPr>
              <a:t> </a:t>
            </a:r>
            <a:r>
              <a:rPr sz="2400" dirty="0">
                <a:latin typeface="Helvetica Neue"/>
                <a:cs typeface="Helvetica Neue"/>
              </a:rPr>
              <a:t>in</a:t>
            </a:r>
            <a:r>
              <a:rPr sz="2400" spc="-125" dirty="0">
                <a:latin typeface="Helvetica Neue"/>
                <a:cs typeface="Helvetica Neue"/>
              </a:rPr>
              <a:t> </a:t>
            </a:r>
            <a:r>
              <a:rPr sz="2400" spc="-25" dirty="0">
                <a:latin typeface="Helvetica Neue"/>
                <a:cs typeface="Helvetica Neue"/>
              </a:rPr>
              <a:t>the </a:t>
            </a:r>
            <a:r>
              <a:rPr sz="2400" spc="-35" dirty="0">
                <a:latin typeface="Helvetica Neue"/>
                <a:cs typeface="Helvetica Neue"/>
              </a:rPr>
              <a:t>adjacent</a:t>
            </a:r>
            <a:r>
              <a:rPr sz="2400" spc="-125" dirty="0">
                <a:latin typeface="Helvetica Neue"/>
                <a:cs typeface="Helvetica Neue"/>
              </a:rPr>
              <a:t> </a:t>
            </a:r>
            <a:r>
              <a:rPr sz="2400" spc="-10" dirty="0">
                <a:latin typeface="Helvetica Neue"/>
                <a:cs typeface="Helvetica Neue"/>
              </a:rPr>
              <a:t>square.</a:t>
            </a:r>
            <a:endParaRPr sz="2400">
              <a:latin typeface="Helvetica Neue"/>
              <a:cs typeface="Helvetica Neue"/>
            </a:endParaRPr>
          </a:p>
        </p:txBody>
      </p:sp>
      <p:sp>
        <p:nvSpPr>
          <p:cNvPr id="5" name="object 5"/>
          <p:cNvSpPr txBox="1"/>
          <p:nvPr/>
        </p:nvSpPr>
        <p:spPr>
          <a:xfrm>
            <a:off x="4552429" y="9396476"/>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23569" y="1442598"/>
            <a:ext cx="11957685" cy="7553325"/>
            <a:chOff x="523569" y="1442598"/>
            <a:chExt cx="11957685" cy="7553325"/>
          </a:xfrm>
        </p:grpSpPr>
        <p:sp>
          <p:nvSpPr>
            <p:cNvPr id="3" name="object 3"/>
            <p:cNvSpPr/>
            <p:nvPr/>
          </p:nvSpPr>
          <p:spPr>
            <a:xfrm>
              <a:off x="647700" y="1974850"/>
              <a:ext cx="11709400" cy="0"/>
            </a:xfrm>
            <a:custGeom>
              <a:avLst/>
              <a:gdLst/>
              <a:ahLst/>
              <a:cxnLst/>
              <a:rect l="l" t="t" r="r" b="b"/>
              <a:pathLst>
                <a:path w="11709400">
                  <a:moveTo>
                    <a:pt x="0" y="0"/>
                  </a:moveTo>
                  <a:lnTo>
                    <a:pt x="11709400" y="0"/>
                  </a:lnTo>
                </a:path>
              </a:pathLst>
            </a:custGeom>
            <a:ln w="12700">
              <a:solidFill>
                <a:srgbClr val="9A9A9A"/>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23569" y="1442598"/>
              <a:ext cx="11957658" cy="7553246"/>
            </a:xfrm>
            <a:prstGeom prst="rect">
              <a:avLst/>
            </a:prstGeom>
          </p:spPr>
        </p:pic>
      </p:grpSp>
      <p:sp>
        <p:nvSpPr>
          <p:cNvPr id="5" name="object 5"/>
          <p:cNvSpPr txBox="1"/>
          <p:nvPr/>
        </p:nvSpPr>
        <p:spPr>
          <a:xfrm>
            <a:off x="4412145" y="9445243"/>
            <a:ext cx="407797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https://designschool.canva.com/blog/what-is-the-golden-</a:t>
            </a:r>
            <a:r>
              <a:rPr sz="1200" spc="-10" dirty="0">
                <a:latin typeface="Arial"/>
                <a:cs typeface="Arial"/>
              </a:rPr>
              <a:t>ratio/</a:t>
            </a:r>
            <a:endParaRPr sz="12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3540" y="1982723"/>
            <a:ext cx="8453120" cy="3061335"/>
          </a:xfrm>
          <a:prstGeom prst="rect">
            <a:avLst/>
          </a:prstGeom>
        </p:spPr>
        <p:txBody>
          <a:bodyPr vert="horz" wrap="square" lIns="0" tIns="15240" rIns="0" bIns="0" rtlCol="0">
            <a:spAutoFit/>
          </a:bodyPr>
          <a:lstStyle/>
          <a:p>
            <a:pPr marL="12700" marR="5080">
              <a:lnSpc>
                <a:spcPct val="153100"/>
              </a:lnSpc>
              <a:spcBef>
                <a:spcPts val="120"/>
              </a:spcBef>
              <a:tabLst>
                <a:tab pos="702310" algn="l"/>
                <a:tab pos="1306830" algn="l"/>
              </a:tabLst>
            </a:pPr>
            <a:r>
              <a:rPr sz="2600" spc="-65" dirty="0">
                <a:solidFill>
                  <a:srgbClr val="747474"/>
                </a:solidFill>
                <a:latin typeface="Helvetica Neue"/>
                <a:cs typeface="Helvetica Neue"/>
              </a:rPr>
              <a:t>Placing</a:t>
            </a:r>
            <a:r>
              <a:rPr sz="2600" spc="-120" dirty="0">
                <a:solidFill>
                  <a:srgbClr val="747474"/>
                </a:solidFill>
                <a:latin typeface="Helvetica Neue"/>
                <a:cs typeface="Helvetica Neue"/>
              </a:rPr>
              <a:t> </a:t>
            </a:r>
            <a:r>
              <a:rPr sz="2600" dirty="0">
                <a:solidFill>
                  <a:srgbClr val="747474"/>
                </a:solidFill>
                <a:latin typeface="Helvetica Neue"/>
                <a:cs typeface="Helvetica Neue"/>
              </a:rPr>
              <a:t>an</a:t>
            </a:r>
            <a:r>
              <a:rPr sz="2600" spc="-160" dirty="0">
                <a:solidFill>
                  <a:srgbClr val="747474"/>
                </a:solidFill>
                <a:latin typeface="Helvetica Neue"/>
                <a:cs typeface="Helvetica Neue"/>
              </a:rPr>
              <a:t> </a:t>
            </a:r>
            <a:r>
              <a:rPr sz="2600" spc="-55" dirty="0">
                <a:solidFill>
                  <a:srgbClr val="747474"/>
                </a:solidFill>
                <a:latin typeface="Helvetica Neue"/>
                <a:cs typeface="Helvetica Neue"/>
              </a:rPr>
              <a:t>isosceles</a:t>
            </a:r>
            <a:r>
              <a:rPr sz="2600" spc="-130" dirty="0">
                <a:solidFill>
                  <a:srgbClr val="747474"/>
                </a:solidFill>
                <a:latin typeface="Helvetica Neue"/>
                <a:cs typeface="Helvetica Neue"/>
              </a:rPr>
              <a:t> </a:t>
            </a:r>
            <a:r>
              <a:rPr sz="2600" spc="-50" dirty="0">
                <a:solidFill>
                  <a:srgbClr val="747474"/>
                </a:solidFill>
                <a:latin typeface="Helvetica Neue"/>
                <a:cs typeface="Helvetica Neue"/>
              </a:rPr>
              <a:t>triangle</a:t>
            </a:r>
            <a:r>
              <a:rPr sz="2600" spc="-130" dirty="0">
                <a:solidFill>
                  <a:srgbClr val="747474"/>
                </a:solidFill>
                <a:latin typeface="Helvetica Neue"/>
                <a:cs typeface="Helvetica Neue"/>
              </a:rPr>
              <a:t> </a:t>
            </a:r>
            <a:r>
              <a:rPr sz="2600" spc="-10" dirty="0">
                <a:solidFill>
                  <a:srgbClr val="747474"/>
                </a:solidFill>
                <a:latin typeface="Helvetica Neue"/>
                <a:cs typeface="Helvetica Neue"/>
              </a:rPr>
              <a:t>(two</a:t>
            </a:r>
            <a:r>
              <a:rPr sz="2600" spc="-100" dirty="0">
                <a:solidFill>
                  <a:srgbClr val="747474"/>
                </a:solidFill>
                <a:latin typeface="Helvetica Neue"/>
                <a:cs typeface="Helvetica Neue"/>
              </a:rPr>
              <a:t> </a:t>
            </a:r>
            <a:r>
              <a:rPr sz="2600" spc="-30" dirty="0">
                <a:solidFill>
                  <a:srgbClr val="747474"/>
                </a:solidFill>
                <a:latin typeface="Helvetica Neue"/>
                <a:cs typeface="Helvetica Neue"/>
              </a:rPr>
              <a:t>sides</a:t>
            </a:r>
            <a:r>
              <a:rPr sz="2600" spc="-125" dirty="0">
                <a:solidFill>
                  <a:srgbClr val="747474"/>
                </a:solidFill>
                <a:latin typeface="Helvetica Neue"/>
                <a:cs typeface="Helvetica Neue"/>
              </a:rPr>
              <a:t> </a:t>
            </a:r>
            <a:r>
              <a:rPr sz="2600" dirty="0">
                <a:solidFill>
                  <a:srgbClr val="747474"/>
                </a:solidFill>
                <a:latin typeface="Helvetica Neue"/>
                <a:cs typeface="Helvetica Neue"/>
              </a:rPr>
              <a:t>the</a:t>
            </a:r>
            <a:r>
              <a:rPr sz="2600" spc="-85" dirty="0">
                <a:solidFill>
                  <a:srgbClr val="747474"/>
                </a:solidFill>
                <a:latin typeface="Helvetica Neue"/>
                <a:cs typeface="Helvetica Neue"/>
              </a:rPr>
              <a:t> </a:t>
            </a:r>
            <a:r>
              <a:rPr sz="2600" spc="-45" dirty="0">
                <a:solidFill>
                  <a:srgbClr val="747474"/>
                </a:solidFill>
                <a:latin typeface="Helvetica Neue"/>
                <a:cs typeface="Helvetica Neue"/>
              </a:rPr>
              <a:t>same</a:t>
            </a:r>
            <a:r>
              <a:rPr sz="2600" spc="-130" dirty="0">
                <a:solidFill>
                  <a:srgbClr val="747474"/>
                </a:solidFill>
                <a:latin typeface="Helvetica Neue"/>
                <a:cs typeface="Helvetica Neue"/>
              </a:rPr>
              <a:t> </a:t>
            </a:r>
            <a:r>
              <a:rPr sz="2600" spc="-10" dirty="0">
                <a:solidFill>
                  <a:srgbClr val="747474"/>
                </a:solidFill>
                <a:latin typeface="Helvetica Neue"/>
                <a:cs typeface="Helvetica Neue"/>
              </a:rPr>
              <a:t>length) </a:t>
            </a:r>
            <a:r>
              <a:rPr sz="2600" spc="-25" dirty="0">
                <a:solidFill>
                  <a:srgbClr val="747474"/>
                </a:solidFill>
                <a:latin typeface="Helvetica Neue"/>
                <a:cs typeface="Helvetica Neue"/>
              </a:rPr>
              <a:t>within</a:t>
            </a:r>
            <a:r>
              <a:rPr sz="2600" spc="-155" dirty="0">
                <a:solidFill>
                  <a:srgbClr val="747474"/>
                </a:solidFill>
                <a:latin typeface="Helvetica Neue"/>
                <a:cs typeface="Helvetica Neue"/>
              </a:rPr>
              <a:t> </a:t>
            </a:r>
            <a:r>
              <a:rPr sz="2600" dirty="0">
                <a:solidFill>
                  <a:srgbClr val="747474"/>
                </a:solidFill>
                <a:latin typeface="Helvetica Neue"/>
                <a:cs typeface="Helvetica Neue"/>
              </a:rPr>
              <a:t>the</a:t>
            </a:r>
            <a:r>
              <a:rPr sz="2600" spc="-105" dirty="0">
                <a:solidFill>
                  <a:srgbClr val="747474"/>
                </a:solidFill>
                <a:latin typeface="Helvetica Neue"/>
                <a:cs typeface="Helvetica Neue"/>
              </a:rPr>
              <a:t> </a:t>
            </a:r>
            <a:r>
              <a:rPr sz="2600" spc="-25" dirty="0">
                <a:solidFill>
                  <a:srgbClr val="747474"/>
                </a:solidFill>
                <a:latin typeface="Helvetica Neue"/>
                <a:cs typeface="Helvetica Neue"/>
              </a:rPr>
              <a:t>golden</a:t>
            </a:r>
            <a:r>
              <a:rPr sz="2600" spc="-114" dirty="0">
                <a:solidFill>
                  <a:srgbClr val="747474"/>
                </a:solidFill>
                <a:latin typeface="Helvetica Neue"/>
                <a:cs typeface="Helvetica Neue"/>
              </a:rPr>
              <a:t> </a:t>
            </a:r>
            <a:r>
              <a:rPr sz="2600" spc="-65" dirty="0">
                <a:solidFill>
                  <a:srgbClr val="747474"/>
                </a:solidFill>
                <a:latin typeface="Helvetica Neue"/>
                <a:cs typeface="Helvetica Neue"/>
              </a:rPr>
              <a:t>rectangle</a:t>
            </a:r>
            <a:r>
              <a:rPr sz="2600" spc="-120" dirty="0">
                <a:solidFill>
                  <a:srgbClr val="747474"/>
                </a:solidFill>
                <a:latin typeface="Helvetica Neue"/>
                <a:cs typeface="Helvetica Neue"/>
              </a:rPr>
              <a:t> </a:t>
            </a:r>
            <a:r>
              <a:rPr sz="2600" dirty="0">
                <a:solidFill>
                  <a:srgbClr val="747474"/>
                </a:solidFill>
                <a:latin typeface="Helvetica Neue"/>
                <a:cs typeface="Helvetica Neue"/>
              </a:rPr>
              <a:t>is</a:t>
            </a:r>
            <a:r>
              <a:rPr sz="2600" spc="-130" dirty="0">
                <a:solidFill>
                  <a:srgbClr val="747474"/>
                </a:solidFill>
                <a:latin typeface="Helvetica Neue"/>
                <a:cs typeface="Helvetica Neue"/>
              </a:rPr>
              <a:t> </a:t>
            </a:r>
            <a:r>
              <a:rPr sz="2600" spc="-35" dirty="0">
                <a:solidFill>
                  <a:srgbClr val="747474"/>
                </a:solidFill>
                <a:latin typeface="Helvetica Neue"/>
                <a:cs typeface="Helvetica Neue"/>
              </a:rPr>
              <a:t>another</a:t>
            </a:r>
            <a:r>
              <a:rPr sz="2600" spc="-140" dirty="0">
                <a:solidFill>
                  <a:srgbClr val="747474"/>
                </a:solidFill>
                <a:latin typeface="Helvetica Neue"/>
                <a:cs typeface="Helvetica Neue"/>
              </a:rPr>
              <a:t> </a:t>
            </a:r>
            <a:r>
              <a:rPr sz="2600" spc="-10" dirty="0">
                <a:solidFill>
                  <a:srgbClr val="747474"/>
                </a:solidFill>
                <a:latin typeface="Helvetica Neue"/>
                <a:cs typeface="Helvetica Neue"/>
              </a:rPr>
              <a:t>way</a:t>
            </a:r>
            <a:r>
              <a:rPr sz="2600" spc="-125" dirty="0">
                <a:solidFill>
                  <a:srgbClr val="747474"/>
                </a:solidFill>
                <a:latin typeface="Helvetica Neue"/>
                <a:cs typeface="Helvetica Neue"/>
              </a:rPr>
              <a:t> </a:t>
            </a:r>
            <a:r>
              <a:rPr sz="2600" dirty="0">
                <a:solidFill>
                  <a:srgbClr val="747474"/>
                </a:solidFill>
                <a:latin typeface="Helvetica Neue"/>
                <a:cs typeface="Helvetica Neue"/>
              </a:rPr>
              <a:t>of</a:t>
            </a:r>
            <a:r>
              <a:rPr sz="2600" spc="-80" dirty="0">
                <a:solidFill>
                  <a:srgbClr val="747474"/>
                </a:solidFill>
                <a:latin typeface="Helvetica Neue"/>
                <a:cs typeface="Helvetica Neue"/>
              </a:rPr>
              <a:t> </a:t>
            </a:r>
            <a:r>
              <a:rPr sz="2600" spc="-35" dirty="0">
                <a:solidFill>
                  <a:srgbClr val="747474"/>
                </a:solidFill>
                <a:latin typeface="Helvetica Neue"/>
                <a:cs typeface="Helvetica Neue"/>
              </a:rPr>
              <a:t>using</a:t>
            </a:r>
            <a:r>
              <a:rPr sz="2600" spc="-145" dirty="0">
                <a:solidFill>
                  <a:srgbClr val="747474"/>
                </a:solidFill>
                <a:latin typeface="Helvetica Neue"/>
                <a:cs typeface="Helvetica Neue"/>
              </a:rPr>
              <a:t> </a:t>
            </a:r>
            <a:r>
              <a:rPr sz="2600" spc="-25" dirty="0">
                <a:solidFill>
                  <a:srgbClr val="747474"/>
                </a:solidFill>
                <a:latin typeface="Helvetica Neue"/>
                <a:cs typeface="Helvetica Neue"/>
              </a:rPr>
              <a:t>TGR within</a:t>
            </a:r>
            <a:r>
              <a:rPr sz="2600" spc="-130" dirty="0">
                <a:solidFill>
                  <a:srgbClr val="747474"/>
                </a:solidFill>
                <a:latin typeface="Helvetica Neue"/>
                <a:cs typeface="Helvetica Neue"/>
              </a:rPr>
              <a:t> </a:t>
            </a:r>
            <a:r>
              <a:rPr sz="2600" spc="-30" dirty="0">
                <a:solidFill>
                  <a:srgbClr val="747474"/>
                </a:solidFill>
                <a:latin typeface="Helvetica Neue"/>
                <a:cs typeface="Helvetica Neue"/>
              </a:rPr>
              <a:t>design.</a:t>
            </a:r>
            <a:r>
              <a:rPr sz="2600" spc="-145" dirty="0">
                <a:solidFill>
                  <a:srgbClr val="747474"/>
                </a:solidFill>
                <a:latin typeface="Helvetica Neue"/>
                <a:cs typeface="Helvetica Neue"/>
              </a:rPr>
              <a:t> </a:t>
            </a:r>
            <a:r>
              <a:rPr sz="2600" spc="-30" dirty="0">
                <a:solidFill>
                  <a:srgbClr val="747474"/>
                </a:solidFill>
                <a:latin typeface="Helvetica Neue"/>
                <a:cs typeface="Helvetica Neue"/>
              </a:rPr>
              <a:t>Named,</a:t>
            </a:r>
            <a:r>
              <a:rPr sz="2600" spc="-125" dirty="0">
                <a:solidFill>
                  <a:srgbClr val="747474"/>
                </a:solidFill>
                <a:latin typeface="Helvetica Neue"/>
                <a:cs typeface="Helvetica Neue"/>
              </a:rPr>
              <a:t> </a:t>
            </a:r>
            <a:r>
              <a:rPr sz="2600" dirty="0">
                <a:solidFill>
                  <a:srgbClr val="747474"/>
                </a:solidFill>
                <a:latin typeface="Helvetica Neue"/>
                <a:cs typeface="Helvetica Neue"/>
              </a:rPr>
              <a:t>you</a:t>
            </a:r>
            <a:r>
              <a:rPr sz="2600" spc="-140" dirty="0">
                <a:solidFill>
                  <a:srgbClr val="747474"/>
                </a:solidFill>
                <a:latin typeface="Helvetica Neue"/>
                <a:cs typeface="Helvetica Neue"/>
              </a:rPr>
              <a:t> </a:t>
            </a:r>
            <a:r>
              <a:rPr sz="2600" spc="-40" dirty="0">
                <a:solidFill>
                  <a:srgbClr val="747474"/>
                </a:solidFill>
                <a:latin typeface="Helvetica Neue"/>
                <a:cs typeface="Helvetica Neue"/>
              </a:rPr>
              <a:t>guessed</a:t>
            </a:r>
            <a:r>
              <a:rPr sz="2600" spc="-140" dirty="0">
                <a:solidFill>
                  <a:srgbClr val="747474"/>
                </a:solidFill>
                <a:latin typeface="Helvetica Neue"/>
                <a:cs typeface="Helvetica Neue"/>
              </a:rPr>
              <a:t> </a:t>
            </a:r>
            <a:r>
              <a:rPr sz="2600" dirty="0">
                <a:solidFill>
                  <a:srgbClr val="747474"/>
                </a:solidFill>
                <a:latin typeface="Helvetica Neue"/>
                <a:cs typeface="Helvetica Neue"/>
              </a:rPr>
              <a:t>it…</a:t>
            </a:r>
            <a:r>
              <a:rPr sz="2600" spc="-95" dirty="0">
                <a:solidFill>
                  <a:srgbClr val="747474"/>
                </a:solidFill>
                <a:latin typeface="Helvetica Neue"/>
                <a:cs typeface="Helvetica Neue"/>
              </a:rPr>
              <a:t> </a:t>
            </a:r>
            <a:r>
              <a:rPr sz="2600" dirty="0">
                <a:solidFill>
                  <a:srgbClr val="747474"/>
                </a:solidFill>
                <a:latin typeface="Helvetica Neue"/>
                <a:cs typeface="Helvetica Neue"/>
              </a:rPr>
              <a:t>the</a:t>
            </a:r>
            <a:r>
              <a:rPr sz="2600" spc="-110" dirty="0">
                <a:solidFill>
                  <a:srgbClr val="747474"/>
                </a:solidFill>
                <a:latin typeface="Helvetica Neue"/>
                <a:cs typeface="Helvetica Neue"/>
              </a:rPr>
              <a:t> </a:t>
            </a:r>
            <a:r>
              <a:rPr sz="2600" spc="-10" dirty="0">
                <a:solidFill>
                  <a:srgbClr val="747474"/>
                </a:solidFill>
                <a:latin typeface="Helvetica Neue"/>
                <a:cs typeface="Helvetica Neue"/>
              </a:rPr>
              <a:t>golden triangle.</a:t>
            </a:r>
            <a:r>
              <a:rPr sz="2600" dirty="0">
                <a:solidFill>
                  <a:srgbClr val="747474"/>
                </a:solidFill>
                <a:latin typeface="Helvetica Neue"/>
                <a:cs typeface="Helvetica Neue"/>
              </a:rPr>
              <a:t>	</a:t>
            </a:r>
            <a:r>
              <a:rPr sz="2600" spc="-55" dirty="0">
                <a:solidFill>
                  <a:srgbClr val="747474"/>
                </a:solidFill>
                <a:latin typeface="Helvetica Neue"/>
                <a:cs typeface="Helvetica Neue"/>
              </a:rPr>
              <a:t>This</a:t>
            </a:r>
            <a:r>
              <a:rPr sz="2600" spc="-130" dirty="0">
                <a:solidFill>
                  <a:srgbClr val="747474"/>
                </a:solidFill>
                <a:latin typeface="Helvetica Neue"/>
                <a:cs typeface="Helvetica Neue"/>
              </a:rPr>
              <a:t> </a:t>
            </a:r>
            <a:r>
              <a:rPr sz="2600" spc="-45" dirty="0">
                <a:solidFill>
                  <a:srgbClr val="747474"/>
                </a:solidFill>
                <a:latin typeface="Helvetica Neue"/>
                <a:cs typeface="Helvetica Neue"/>
              </a:rPr>
              <a:t>shape</a:t>
            </a:r>
            <a:r>
              <a:rPr sz="2600" spc="-140" dirty="0">
                <a:solidFill>
                  <a:srgbClr val="747474"/>
                </a:solidFill>
                <a:latin typeface="Helvetica Neue"/>
                <a:cs typeface="Helvetica Neue"/>
              </a:rPr>
              <a:t> </a:t>
            </a:r>
            <a:r>
              <a:rPr sz="2600" spc="-10" dirty="0">
                <a:solidFill>
                  <a:srgbClr val="747474"/>
                </a:solidFill>
                <a:latin typeface="Helvetica Neue"/>
                <a:cs typeface="Helvetica Neue"/>
              </a:rPr>
              <a:t>holds</a:t>
            </a:r>
            <a:r>
              <a:rPr sz="2600" spc="-105" dirty="0">
                <a:solidFill>
                  <a:srgbClr val="747474"/>
                </a:solidFill>
                <a:latin typeface="Helvetica Neue"/>
                <a:cs typeface="Helvetica Neue"/>
              </a:rPr>
              <a:t> </a:t>
            </a:r>
            <a:r>
              <a:rPr sz="2600" dirty="0">
                <a:solidFill>
                  <a:srgbClr val="747474"/>
                </a:solidFill>
                <a:latin typeface="Helvetica Neue"/>
                <a:cs typeface="Helvetica Neue"/>
              </a:rPr>
              <a:t>its</a:t>
            </a:r>
            <a:r>
              <a:rPr sz="2600" spc="-75" dirty="0">
                <a:solidFill>
                  <a:srgbClr val="747474"/>
                </a:solidFill>
                <a:latin typeface="Helvetica Neue"/>
                <a:cs typeface="Helvetica Neue"/>
              </a:rPr>
              <a:t> </a:t>
            </a:r>
            <a:r>
              <a:rPr sz="2600" spc="-30" dirty="0">
                <a:solidFill>
                  <a:srgbClr val="747474"/>
                </a:solidFill>
                <a:latin typeface="Helvetica Neue"/>
                <a:cs typeface="Helvetica Neue"/>
              </a:rPr>
              <a:t>proportions</a:t>
            </a:r>
            <a:r>
              <a:rPr sz="2600" spc="-80" dirty="0">
                <a:solidFill>
                  <a:srgbClr val="747474"/>
                </a:solidFill>
                <a:latin typeface="Helvetica Neue"/>
                <a:cs typeface="Helvetica Neue"/>
              </a:rPr>
              <a:t> </a:t>
            </a:r>
            <a:r>
              <a:rPr sz="2600" spc="-90" dirty="0">
                <a:solidFill>
                  <a:srgbClr val="747474"/>
                </a:solidFill>
                <a:latin typeface="Helvetica Neue"/>
                <a:cs typeface="Helvetica Neue"/>
              </a:rPr>
              <a:t>regardless</a:t>
            </a:r>
            <a:r>
              <a:rPr sz="2600" spc="-155" dirty="0">
                <a:solidFill>
                  <a:srgbClr val="747474"/>
                </a:solidFill>
                <a:latin typeface="Helvetica Neue"/>
                <a:cs typeface="Helvetica Neue"/>
              </a:rPr>
              <a:t> </a:t>
            </a:r>
            <a:r>
              <a:rPr sz="2600" spc="-30" dirty="0">
                <a:solidFill>
                  <a:srgbClr val="747474"/>
                </a:solidFill>
                <a:latin typeface="Helvetica Neue"/>
                <a:cs typeface="Helvetica Neue"/>
              </a:rPr>
              <a:t>of</a:t>
            </a:r>
            <a:r>
              <a:rPr sz="2600" spc="-330" dirty="0">
                <a:solidFill>
                  <a:srgbClr val="747474"/>
                </a:solidFill>
                <a:latin typeface="Helvetica Neue"/>
                <a:cs typeface="Helvetica Neue"/>
              </a:rPr>
              <a:t> </a:t>
            </a:r>
            <a:r>
              <a:rPr sz="2600" spc="-25" dirty="0">
                <a:solidFill>
                  <a:srgbClr val="747474"/>
                </a:solidFill>
                <a:latin typeface="Helvetica Neue"/>
                <a:cs typeface="Helvetica Neue"/>
              </a:rPr>
              <a:t>how you</a:t>
            </a:r>
            <a:r>
              <a:rPr sz="2600" dirty="0">
                <a:solidFill>
                  <a:srgbClr val="747474"/>
                </a:solidFill>
                <a:latin typeface="Helvetica Neue"/>
                <a:cs typeface="Helvetica Neue"/>
              </a:rPr>
              <a:t>	</a:t>
            </a:r>
            <a:r>
              <a:rPr sz="2600" spc="-40" dirty="0">
                <a:solidFill>
                  <a:srgbClr val="747474"/>
                </a:solidFill>
                <a:latin typeface="Helvetica Neue"/>
                <a:cs typeface="Helvetica Neue"/>
              </a:rPr>
              <a:t>divide</a:t>
            </a:r>
            <a:r>
              <a:rPr sz="2600" spc="-135" dirty="0">
                <a:solidFill>
                  <a:srgbClr val="747474"/>
                </a:solidFill>
                <a:latin typeface="Helvetica Neue"/>
                <a:cs typeface="Helvetica Neue"/>
              </a:rPr>
              <a:t> </a:t>
            </a:r>
            <a:r>
              <a:rPr sz="2600" spc="-25" dirty="0">
                <a:solidFill>
                  <a:srgbClr val="747474"/>
                </a:solidFill>
                <a:latin typeface="Helvetica Neue"/>
                <a:cs typeface="Helvetica Neue"/>
              </a:rPr>
              <a:t>it.</a:t>
            </a:r>
            <a:endParaRPr sz="2600">
              <a:latin typeface="Helvetica Neue"/>
              <a:cs typeface="Helvetica Neue"/>
            </a:endParaRPr>
          </a:p>
        </p:txBody>
      </p:sp>
      <p:sp>
        <p:nvSpPr>
          <p:cNvPr id="3" name="object 3"/>
          <p:cNvSpPr txBox="1">
            <a:spLocks noGrp="1"/>
          </p:cNvSpPr>
          <p:nvPr>
            <p:ph type="title"/>
          </p:nvPr>
        </p:nvSpPr>
        <p:spPr>
          <a:prstGeom prst="rect">
            <a:avLst/>
          </a:prstGeom>
        </p:spPr>
        <p:txBody>
          <a:bodyPr vert="horz" wrap="square" lIns="0" tIns="594868" rIns="0" bIns="0" rtlCol="0">
            <a:spAutoFit/>
          </a:bodyPr>
          <a:lstStyle/>
          <a:p>
            <a:pPr marL="12700">
              <a:lnSpc>
                <a:spcPct val="100000"/>
              </a:lnSpc>
              <a:spcBef>
                <a:spcPts val="100"/>
              </a:spcBef>
            </a:pPr>
            <a:r>
              <a:rPr spc="-85" dirty="0"/>
              <a:t>Lastly</a:t>
            </a:r>
            <a:r>
              <a:rPr spc="-200" dirty="0"/>
              <a:t> </a:t>
            </a:r>
            <a:r>
              <a:rPr dirty="0"/>
              <a:t>-</a:t>
            </a:r>
            <a:r>
              <a:rPr spc="-15" dirty="0"/>
              <a:t> </a:t>
            </a:r>
            <a:r>
              <a:rPr spc="-90" dirty="0"/>
              <a:t>The</a:t>
            </a:r>
            <a:r>
              <a:rPr spc="-225" dirty="0"/>
              <a:t> </a:t>
            </a:r>
            <a:r>
              <a:rPr spc="-65" dirty="0"/>
              <a:t>Golden</a:t>
            </a:r>
            <a:r>
              <a:rPr spc="-155" dirty="0"/>
              <a:t> </a:t>
            </a:r>
            <a:r>
              <a:rPr spc="-110" dirty="0"/>
              <a:t>Triangle</a:t>
            </a:r>
          </a:p>
        </p:txBody>
      </p:sp>
      <p:pic>
        <p:nvPicPr>
          <p:cNvPr id="4" name="object 4"/>
          <p:cNvPicPr/>
          <p:nvPr/>
        </p:nvPicPr>
        <p:blipFill>
          <a:blip r:embed="rId2" cstate="print"/>
          <a:stretch>
            <a:fillRect/>
          </a:stretch>
        </p:blipFill>
        <p:spPr>
          <a:xfrm>
            <a:off x="203200" y="6131613"/>
            <a:ext cx="12585697" cy="2583751"/>
          </a:xfrm>
          <a:prstGeom prst="rect">
            <a:avLst/>
          </a:prstGeom>
        </p:spPr>
      </p:pic>
      <p:sp>
        <p:nvSpPr>
          <p:cNvPr id="5" name="object 5"/>
          <p:cNvSpPr txBox="1"/>
          <p:nvPr/>
        </p:nvSpPr>
        <p:spPr>
          <a:xfrm>
            <a:off x="3539604" y="9134347"/>
            <a:ext cx="5785485" cy="208279"/>
          </a:xfrm>
          <a:prstGeom prst="rect">
            <a:avLst/>
          </a:prstGeom>
        </p:spPr>
        <p:txBody>
          <a:bodyPr vert="horz" wrap="square" lIns="0" tIns="12700" rIns="0" bIns="0" rtlCol="0">
            <a:spAutoFit/>
          </a:bodyPr>
          <a:lstStyle/>
          <a:p>
            <a:pPr marL="12700">
              <a:lnSpc>
                <a:spcPct val="100000"/>
              </a:lnSpc>
              <a:spcBef>
                <a:spcPts val="100"/>
              </a:spcBef>
            </a:pPr>
            <a:r>
              <a:rPr sz="1200" u="sng" spc="-25" dirty="0">
                <a:uFill>
                  <a:solidFill>
                    <a:srgbClr val="000000"/>
                  </a:solidFill>
                </a:uFill>
                <a:latin typeface="Arial"/>
                <a:cs typeface="Arial"/>
                <a:hlinkClick r:id="rId3"/>
              </a:rPr>
              <a:t>http://www.totemlearning.com/totemspoll/2015/4/22/the-</a:t>
            </a:r>
            <a:r>
              <a:rPr sz="1200" u="sng" spc="-20" dirty="0">
                <a:uFill>
                  <a:solidFill>
                    <a:srgbClr val="000000"/>
                  </a:solidFill>
                </a:uFill>
                <a:latin typeface="Arial"/>
                <a:cs typeface="Arial"/>
                <a:hlinkClick r:id="rId3"/>
              </a:rPr>
              <a:t>golden-ratio-a-brief-</a:t>
            </a:r>
            <a:r>
              <a:rPr sz="1200" u="sng" spc="-10" dirty="0">
                <a:uFill>
                  <a:solidFill>
                    <a:srgbClr val="000000"/>
                  </a:solidFill>
                </a:uFill>
                <a:latin typeface="Arial"/>
                <a:cs typeface="Arial"/>
                <a:hlinkClick r:id="rId3"/>
              </a:rPr>
              <a:t>introduction</a:t>
            </a:r>
            <a:endParaRPr sz="1200">
              <a:latin typeface="Arial"/>
              <a:cs typeface="Arial"/>
            </a:endParaRPr>
          </a:p>
        </p:txBody>
      </p:sp>
      <p:pic>
        <p:nvPicPr>
          <p:cNvPr id="6" name="object 6"/>
          <p:cNvPicPr/>
          <p:nvPr/>
        </p:nvPicPr>
        <p:blipFill>
          <a:blip r:embed="rId4" cstate="print"/>
          <a:stretch>
            <a:fillRect/>
          </a:stretch>
        </p:blipFill>
        <p:spPr>
          <a:xfrm>
            <a:off x="10183368" y="2520694"/>
            <a:ext cx="2133600" cy="313029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990092"/>
            <a:ext cx="8002905" cy="665480"/>
          </a:xfrm>
          <a:prstGeom prst="rect">
            <a:avLst/>
          </a:prstGeom>
        </p:spPr>
        <p:txBody>
          <a:bodyPr vert="horz" wrap="square" lIns="0" tIns="12700" rIns="0" bIns="0" rtlCol="0">
            <a:spAutoFit/>
          </a:bodyPr>
          <a:lstStyle/>
          <a:p>
            <a:pPr marL="12700">
              <a:lnSpc>
                <a:spcPct val="100000"/>
              </a:lnSpc>
              <a:spcBef>
                <a:spcPts val="100"/>
              </a:spcBef>
              <a:tabLst>
                <a:tab pos="2155825" algn="l"/>
              </a:tabLst>
            </a:pPr>
            <a:r>
              <a:rPr spc="-10" dirty="0"/>
              <a:t>Balance</a:t>
            </a:r>
            <a:r>
              <a:rPr dirty="0"/>
              <a:t>	-</a:t>
            </a:r>
            <a:r>
              <a:rPr spc="-40" dirty="0"/>
              <a:t> </a:t>
            </a:r>
            <a:r>
              <a:rPr spc="-80" dirty="0"/>
              <a:t>symmetry</a:t>
            </a:r>
            <a:r>
              <a:rPr spc="-155" dirty="0"/>
              <a:t> </a:t>
            </a:r>
            <a:r>
              <a:rPr dirty="0"/>
              <a:t>or</a:t>
            </a:r>
            <a:r>
              <a:rPr spc="-100" dirty="0"/>
              <a:t> </a:t>
            </a:r>
            <a:r>
              <a:rPr spc="-55" dirty="0"/>
              <a:t>asymmetry</a:t>
            </a:r>
          </a:p>
        </p:txBody>
      </p:sp>
      <p:sp>
        <p:nvSpPr>
          <p:cNvPr id="3" name="object 3"/>
          <p:cNvSpPr txBox="1"/>
          <p:nvPr/>
        </p:nvSpPr>
        <p:spPr>
          <a:xfrm>
            <a:off x="609600" y="1954276"/>
            <a:ext cx="11186160" cy="3317240"/>
          </a:xfrm>
          <a:prstGeom prst="rect">
            <a:avLst/>
          </a:prstGeom>
        </p:spPr>
        <p:txBody>
          <a:bodyPr vert="horz" wrap="square" lIns="0" tIns="13970" rIns="0" bIns="0" rtlCol="0">
            <a:spAutoFit/>
          </a:bodyPr>
          <a:lstStyle/>
          <a:p>
            <a:pPr marL="279400" marR="398145" indent="-266700">
              <a:lnSpc>
                <a:spcPct val="151800"/>
              </a:lnSpc>
              <a:spcBef>
                <a:spcPts val="110"/>
              </a:spcBef>
              <a:buChar char="•"/>
              <a:tabLst>
                <a:tab pos="279400" algn="l"/>
              </a:tabLst>
            </a:pPr>
            <a:r>
              <a:rPr sz="2800" spc="-50" dirty="0">
                <a:solidFill>
                  <a:srgbClr val="747474"/>
                </a:solidFill>
                <a:latin typeface="Helvetica Neue"/>
                <a:cs typeface="Helvetica Neue"/>
              </a:rPr>
              <a:t>In</a:t>
            </a:r>
            <a:r>
              <a:rPr sz="2800" spc="-270" dirty="0">
                <a:solidFill>
                  <a:srgbClr val="747474"/>
                </a:solidFill>
                <a:latin typeface="Helvetica Neue"/>
                <a:cs typeface="Helvetica Neue"/>
              </a:rPr>
              <a:t> </a:t>
            </a:r>
            <a:r>
              <a:rPr sz="2800" spc="-40" dirty="0">
                <a:solidFill>
                  <a:srgbClr val="747474"/>
                </a:solidFill>
                <a:latin typeface="Helvetica Neue"/>
                <a:cs typeface="Helvetica Neue"/>
              </a:rPr>
              <a:t>design</a:t>
            </a:r>
            <a:r>
              <a:rPr sz="2800" spc="-130" dirty="0">
                <a:solidFill>
                  <a:srgbClr val="747474"/>
                </a:solidFill>
                <a:latin typeface="Helvetica Neue"/>
                <a:cs typeface="Helvetica Neue"/>
              </a:rPr>
              <a:t> </a:t>
            </a:r>
            <a:r>
              <a:rPr sz="2800" dirty="0">
                <a:solidFill>
                  <a:srgbClr val="747474"/>
                </a:solidFill>
                <a:latin typeface="Helvetica Neue"/>
                <a:cs typeface="Helvetica Neue"/>
              </a:rPr>
              <a:t>we</a:t>
            </a:r>
            <a:r>
              <a:rPr sz="2800" spc="-100" dirty="0">
                <a:solidFill>
                  <a:srgbClr val="747474"/>
                </a:solidFill>
                <a:latin typeface="Helvetica Neue"/>
                <a:cs typeface="Helvetica Neue"/>
              </a:rPr>
              <a:t> </a:t>
            </a:r>
            <a:r>
              <a:rPr sz="2800" dirty="0">
                <a:solidFill>
                  <a:srgbClr val="747474"/>
                </a:solidFill>
                <a:latin typeface="Helvetica Neue"/>
                <a:cs typeface="Helvetica Neue"/>
              </a:rPr>
              <a:t>try</a:t>
            </a:r>
            <a:r>
              <a:rPr sz="2800" spc="-100" dirty="0">
                <a:solidFill>
                  <a:srgbClr val="747474"/>
                </a:solidFill>
                <a:latin typeface="Helvetica Neue"/>
                <a:cs typeface="Helvetica Neue"/>
              </a:rPr>
              <a:t> </a:t>
            </a:r>
            <a:r>
              <a:rPr sz="2800" dirty="0">
                <a:solidFill>
                  <a:srgbClr val="747474"/>
                </a:solidFill>
                <a:latin typeface="Helvetica Neue"/>
                <a:cs typeface="Helvetica Neue"/>
              </a:rPr>
              <a:t>to</a:t>
            </a:r>
            <a:r>
              <a:rPr sz="2800" spc="50" dirty="0">
                <a:solidFill>
                  <a:srgbClr val="747474"/>
                </a:solidFill>
                <a:latin typeface="Helvetica Neue"/>
                <a:cs typeface="Helvetica Neue"/>
              </a:rPr>
              <a:t> </a:t>
            </a:r>
            <a:r>
              <a:rPr sz="2800" spc="-70" dirty="0">
                <a:solidFill>
                  <a:srgbClr val="747474"/>
                </a:solidFill>
                <a:latin typeface="Helvetica Neue"/>
                <a:cs typeface="Helvetica Neue"/>
              </a:rPr>
              <a:t>achieve</a:t>
            </a:r>
            <a:r>
              <a:rPr sz="2800" spc="-245" dirty="0">
                <a:solidFill>
                  <a:srgbClr val="747474"/>
                </a:solidFill>
                <a:latin typeface="Helvetica Neue"/>
                <a:cs typeface="Helvetica Neue"/>
              </a:rPr>
              <a:t> </a:t>
            </a:r>
            <a:r>
              <a:rPr sz="2800" dirty="0">
                <a:solidFill>
                  <a:srgbClr val="747474"/>
                </a:solidFill>
                <a:latin typeface="Helvetica Neue"/>
                <a:cs typeface="Helvetica Neue"/>
              </a:rPr>
              <a:t>a</a:t>
            </a:r>
            <a:r>
              <a:rPr sz="2800" spc="-235" dirty="0">
                <a:solidFill>
                  <a:srgbClr val="747474"/>
                </a:solidFill>
                <a:latin typeface="Helvetica Neue"/>
                <a:cs typeface="Helvetica Neue"/>
              </a:rPr>
              <a:t> </a:t>
            </a:r>
            <a:r>
              <a:rPr sz="2800" spc="-55" dirty="0">
                <a:solidFill>
                  <a:srgbClr val="747474"/>
                </a:solidFill>
                <a:latin typeface="Helvetica Neue"/>
                <a:cs typeface="Helvetica Neue"/>
              </a:rPr>
              <a:t>balance</a:t>
            </a:r>
            <a:r>
              <a:rPr sz="2800" spc="-180" dirty="0">
                <a:solidFill>
                  <a:srgbClr val="747474"/>
                </a:solidFill>
                <a:latin typeface="Helvetica Neue"/>
                <a:cs typeface="Helvetica Neue"/>
              </a:rPr>
              <a:t> </a:t>
            </a:r>
            <a:r>
              <a:rPr sz="2800" spc="-30" dirty="0">
                <a:solidFill>
                  <a:srgbClr val="747474"/>
                </a:solidFill>
                <a:latin typeface="Helvetica Neue"/>
                <a:cs typeface="Helvetica Neue"/>
              </a:rPr>
              <a:t>between</a:t>
            </a:r>
            <a:r>
              <a:rPr sz="2800" spc="-105" dirty="0">
                <a:solidFill>
                  <a:srgbClr val="747474"/>
                </a:solidFill>
                <a:latin typeface="Helvetica Neue"/>
                <a:cs typeface="Helvetica Neue"/>
              </a:rPr>
              <a:t> </a:t>
            </a:r>
            <a:r>
              <a:rPr sz="2800" spc="-65" dirty="0">
                <a:solidFill>
                  <a:srgbClr val="747474"/>
                </a:solidFill>
                <a:latin typeface="Helvetica Neue"/>
                <a:cs typeface="Helvetica Neue"/>
              </a:rPr>
              <a:t>elements</a:t>
            </a:r>
            <a:r>
              <a:rPr sz="2800" spc="-190" dirty="0">
                <a:solidFill>
                  <a:srgbClr val="747474"/>
                </a:solidFill>
                <a:latin typeface="Helvetica Neue"/>
                <a:cs typeface="Helvetica Neue"/>
              </a:rPr>
              <a:t> </a:t>
            </a:r>
            <a:r>
              <a:rPr sz="2800" spc="-50" dirty="0">
                <a:solidFill>
                  <a:srgbClr val="747474"/>
                </a:solidFill>
                <a:latin typeface="Helvetica Neue"/>
                <a:cs typeface="Helvetica Neue"/>
              </a:rPr>
              <a:t>because</a:t>
            </a:r>
            <a:r>
              <a:rPr sz="2800" spc="-165" dirty="0">
                <a:solidFill>
                  <a:srgbClr val="747474"/>
                </a:solidFill>
                <a:latin typeface="Helvetica Neue"/>
                <a:cs typeface="Helvetica Neue"/>
              </a:rPr>
              <a:t> </a:t>
            </a:r>
            <a:r>
              <a:rPr sz="2800" dirty="0">
                <a:solidFill>
                  <a:srgbClr val="747474"/>
                </a:solidFill>
                <a:latin typeface="Helvetica Neue"/>
                <a:cs typeface="Helvetica Neue"/>
              </a:rPr>
              <a:t>it</a:t>
            </a:r>
            <a:r>
              <a:rPr sz="2800" spc="-80" dirty="0">
                <a:solidFill>
                  <a:srgbClr val="747474"/>
                </a:solidFill>
                <a:latin typeface="Helvetica Neue"/>
                <a:cs typeface="Helvetica Neue"/>
              </a:rPr>
              <a:t> </a:t>
            </a:r>
            <a:r>
              <a:rPr sz="2800" spc="-25" dirty="0">
                <a:solidFill>
                  <a:srgbClr val="747474"/>
                </a:solidFill>
                <a:latin typeface="Helvetica Neue"/>
                <a:cs typeface="Helvetica Neue"/>
              </a:rPr>
              <a:t>is </a:t>
            </a:r>
            <a:r>
              <a:rPr sz="2800" spc="-55" dirty="0">
                <a:solidFill>
                  <a:srgbClr val="747474"/>
                </a:solidFill>
                <a:latin typeface="Helvetica Neue"/>
                <a:cs typeface="Helvetica Neue"/>
              </a:rPr>
              <a:t>pleasing</a:t>
            </a:r>
            <a:r>
              <a:rPr sz="2800" spc="-140" dirty="0">
                <a:solidFill>
                  <a:srgbClr val="747474"/>
                </a:solidFill>
                <a:latin typeface="Helvetica Neue"/>
                <a:cs typeface="Helvetica Neue"/>
              </a:rPr>
              <a:t> </a:t>
            </a:r>
            <a:r>
              <a:rPr sz="2800" dirty="0">
                <a:solidFill>
                  <a:srgbClr val="747474"/>
                </a:solidFill>
                <a:latin typeface="Helvetica Neue"/>
                <a:cs typeface="Helvetica Neue"/>
              </a:rPr>
              <a:t>on</a:t>
            </a:r>
            <a:r>
              <a:rPr sz="2800" spc="-110" dirty="0">
                <a:solidFill>
                  <a:srgbClr val="747474"/>
                </a:solidFill>
                <a:latin typeface="Helvetica Neue"/>
                <a:cs typeface="Helvetica Neue"/>
              </a:rPr>
              <a:t> </a:t>
            </a:r>
            <a:r>
              <a:rPr sz="2800" dirty="0">
                <a:solidFill>
                  <a:srgbClr val="747474"/>
                </a:solidFill>
                <a:latin typeface="Helvetica Neue"/>
                <a:cs typeface="Helvetica Neue"/>
              </a:rPr>
              <a:t>the</a:t>
            </a:r>
            <a:r>
              <a:rPr sz="2800" spc="-90" dirty="0">
                <a:solidFill>
                  <a:srgbClr val="747474"/>
                </a:solidFill>
                <a:latin typeface="Helvetica Neue"/>
                <a:cs typeface="Helvetica Neue"/>
              </a:rPr>
              <a:t> </a:t>
            </a:r>
            <a:r>
              <a:rPr sz="2800" spc="-55" dirty="0">
                <a:solidFill>
                  <a:srgbClr val="747474"/>
                </a:solidFill>
                <a:latin typeface="Helvetica Neue"/>
                <a:cs typeface="Helvetica Neue"/>
              </a:rPr>
              <a:t>eye.</a:t>
            </a:r>
            <a:r>
              <a:rPr sz="2800" spc="-140" dirty="0">
                <a:solidFill>
                  <a:srgbClr val="747474"/>
                </a:solidFill>
                <a:latin typeface="Helvetica Neue"/>
                <a:cs typeface="Helvetica Neue"/>
              </a:rPr>
              <a:t> </a:t>
            </a:r>
            <a:r>
              <a:rPr sz="2800" dirty="0">
                <a:solidFill>
                  <a:srgbClr val="747474"/>
                </a:solidFill>
                <a:latin typeface="Helvetica Neue"/>
                <a:cs typeface="Helvetica Neue"/>
              </a:rPr>
              <a:t>But</a:t>
            </a:r>
            <a:r>
              <a:rPr sz="2800" spc="-35" dirty="0">
                <a:solidFill>
                  <a:srgbClr val="747474"/>
                </a:solidFill>
                <a:latin typeface="Helvetica Neue"/>
                <a:cs typeface="Helvetica Neue"/>
              </a:rPr>
              <a:t> </a:t>
            </a:r>
            <a:r>
              <a:rPr sz="2800" spc="-45" dirty="0">
                <a:solidFill>
                  <a:srgbClr val="747474"/>
                </a:solidFill>
                <a:latin typeface="Helvetica Neue"/>
                <a:cs typeface="Helvetica Neue"/>
              </a:rPr>
              <a:t>balance</a:t>
            </a:r>
            <a:r>
              <a:rPr sz="2800" spc="-135" dirty="0">
                <a:solidFill>
                  <a:srgbClr val="747474"/>
                </a:solidFill>
                <a:latin typeface="Helvetica Neue"/>
                <a:cs typeface="Helvetica Neue"/>
              </a:rPr>
              <a:t> </a:t>
            </a:r>
            <a:r>
              <a:rPr sz="2800" spc="-20" dirty="0">
                <a:solidFill>
                  <a:srgbClr val="747474"/>
                </a:solidFill>
                <a:latin typeface="Helvetica Neue"/>
                <a:cs typeface="Helvetica Neue"/>
              </a:rPr>
              <a:t>isn’t</a:t>
            </a:r>
            <a:r>
              <a:rPr sz="2800" spc="-80" dirty="0">
                <a:solidFill>
                  <a:srgbClr val="747474"/>
                </a:solidFill>
                <a:latin typeface="Helvetica Neue"/>
                <a:cs typeface="Helvetica Neue"/>
              </a:rPr>
              <a:t> </a:t>
            </a:r>
            <a:r>
              <a:rPr sz="2800" spc="-70" dirty="0">
                <a:solidFill>
                  <a:srgbClr val="747474"/>
                </a:solidFill>
                <a:latin typeface="Helvetica Neue"/>
                <a:cs typeface="Helvetica Neue"/>
              </a:rPr>
              <a:t>always</a:t>
            </a:r>
            <a:r>
              <a:rPr sz="2800" spc="-135" dirty="0">
                <a:solidFill>
                  <a:srgbClr val="747474"/>
                </a:solidFill>
                <a:latin typeface="Helvetica Neue"/>
                <a:cs typeface="Helvetica Neue"/>
              </a:rPr>
              <a:t> </a:t>
            </a:r>
            <a:r>
              <a:rPr sz="2800" spc="-55" dirty="0">
                <a:solidFill>
                  <a:srgbClr val="747474"/>
                </a:solidFill>
                <a:latin typeface="Helvetica Neue"/>
                <a:cs typeface="Helvetica Neue"/>
              </a:rPr>
              <a:t>achieved</a:t>
            </a:r>
            <a:r>
              <a:rPr sz="2800" spc="-140" dirty="0">
                <a:solidFill>
                  <a:srgbClr val="747474"/>
                </a:solidFill>
                <a:latin typeface="Helvetica Neue"/>
                <a:cs typeface="Helvetica Neue"/>
              </a:rPr>
              <a:t> </a:t>
            </a:r>
            <a:r>
              <a:rPr sz="2800" spc="-10" dirty="0">
                <a:solidFill>
                  <a:srgbClr val="747474"/>
                </a:solidFill>
                <a:latin typeface="Helvetica Neue"/>
                <a:cs typeface="Helvetica Neue"/>
              </a:rPr>
              <a:t>through symmetry.</a:t>
            </a:r>
            <a:endParaRPr sz="2800">
              <a:latin typeface="Helvetica Neue"/>
              <a:cs typeface="Helvetica Neue"/>
            </a:endParaRPr>
          </a:p>
          <a:p>
            <a:pPr marL="279400" marR="5080" indent="-266700">
              <a:lnSpc>
                <a:spcPct val="152100"/>
              </a:lnSpc>
              <a:spcBef>
                <a:spcPts val="385"/>
              </a:spcBef>
              <a:buChar char="•"/>
              <a:tabLst>
                <a:tab pos="279400" algn="l"/>
              </a:tabLst>
            </a:pPr>
            <a:r>
              <a:rPr sz="2800" spc="-65" dirty="0">
                <a:solidFill>
                  <a:srgbClr val="747474"/>
                </a:solidFill>
                <a:latin typeface="Helvetica Neue"/>
                <a:cs typeface="Helvetica Neue"/>
              </a:rPr>
              <a:t>The</a:t>
            </a:r>
            <a:r>
              <a:rPr sz="2800" spc="-300" dirty="0">
                <a:solidFill>
                  <a:srgbClr val="747474"/>
                </a:solidFill>
                <a:latin typeface="Helvetica Neue"/>
                <a:cs typeface="Helvetica Neue"/>
              </a:rPr>
              <a:t> </a:t>
            </a:r>
            <a:r>
              <a:rPr sz="2800" spc="-25" dirty="0">
                <a:solidFill>
                  <a:srgbClr val="747474"/>
                </a:solidFill>
                <a:latin typeface="Helvetica Neue"/>
                <a:cs typeface="Helvetica Neue"/>
              </a:rPr>
              <a:t>white</a:t>
            </a:r>
            <a:r>
              <a:rPr sz="2800" spc="-120" dirty="0">
                <a:solidFill>
                  <a:srgbClr val="747474"/>
                </a:solidFill>
                <a:latin typeface="Helvetica Neue"/>
                <a:cs typeface="Helvetica Neue"/>
              </a:rPr>
              <a:t> </a:t>
            </a:r>
            <a:r>
              <a:rPr sz="2800" spc="-65" dirty="0">
                <a:solidFill>
                  <a:srgbClr val="747474"/>
                </a:solidFill>
                <a:latin typeface="Helvetica Neue"/>
                <a:cs typeface="Helvetica Neue"/>
              </a:rPr>
              <a:t>line</a:t>
            </a:r>
            <a:r>
              <a:rPr sz="2800" spc="-280" dirty="0">
                <a:solidFill>
                  <a:srgbClr val="747474"/>
                </a:solidFill>
                <a:latin typeface="Helvetica Neue"/>
                <a:cs typeface="Helvetica Neue"/>
              </a:rPr>
              <a:t> </a:t>
            </a:r>
            <a:r>
              <a:rPr sz="2800" spc="-40" dirty="0">
                <a:solidFill>
                  <a:srgbClr val="747474"/>
                </a:solidFill>
                <a:latin typeface="Helvetica Neue"/>
                <a:cs typeface="Helvetica Neue"/>
              </a:rPr>
              <a:t>in</a:t>
            </a:r>
            <a:r>
              <a:rPr sz="2800" spc="-195" dirty="0">
                <a:solidFill>
                  <a:srgbClr val="747474"/>
                </a:solidFill>
                <a:latin typeface="Helvetica Neue"/>
                <a:cs typeface="Helvetica Neue"/>
              </a:rPr>
              <a:t> </a:t>
            </a:r>
            <a:r>
              <a:rPr sz="2800" dirty="0">
                <a:solidFill>
                  <a:srgbClr val="747474"/>
                </a:solidFill>
                <a:latin typeface="Helvetica Neue"/>
                <a:cs typeface="Helvetica Neue"/>
              </a:rPr>
              <a:t>box</a:t>
            </a:r>
            <a:r>
              <a:rPr sz="2800" spc="-25" dirty="0">
                <a:solidFill>
                  <a:srgbClr val="747474"/>
                </a:solidFill>
                <a:latin typeface="Helvetica Neue"/>
                <a:cs typeface="Helvetica Neue"/>
              </a:rPr>
              <a:t> </a:t>
            </a:r>
            <a:r>
              <a:rPr sz="2800" dirty="0">
                <a:solidFill>
                  <a:srgbClr val="747474"/>
                </a:solidFill>
                <a:latin typeface="Helvetica Neue"/>
                <a:cs typeface="Helvetica Neue"/>
              </a:rPr>
              <a:t>1</a:t>
            </a:r>
            <a:r>
              <a:rPr sz="2800" spc="-5" dirty="0">
                <a:solidFill>
                  <a:srgbClr val="747474"/>
                </a:solidFill>
                <a:latin typeface="Helvetica Neue"/>
                <a:cs typeface="Helvetica Neue"/>
              </a:rPr>
              <a:t> </a:t>
            </a:r>
            <a:r>
              <a:rPr sz="2800" spc="-20" dirty="0">
                <a:solidFill>
                  <a:srgbClr val="747474"/>
                </a:solidFill>
                <a:latin typeface="Helvetica Neue"/>
                <a:cs typeface="Helvetica Neue"/>
              </a:rPr>
              <a:t>and</a:t>
            </a:r>
            <a:r>
              <a:rPr sz="2800" spc="-120" dirty="0">
                <a:solidFill>
                  <a:srgbClr val="747474"/>
                </a:solidFill>
                <a:latin typeface="Helvetica Neue"/>
                <a:cs typeface="Helvetica Neue"/>
              </a:rPr>
              <a:t> </a:t>
            </a:r>
            <a:r>
              <a:rPr sz="2800" dirty="0">
                <a:solidFill>
                  <a:srgbClr val="747474"/>
                </a:solidFill>
                <a:latin typeface="Helvetica Neue"/>
                <a:cs typeface="Helvetica Neue"/>
              </a:rPr>
              <a:t>2</a:t>
            </a:r>
            <a:r>
              <a:rPr sz="2800" spc="-5" dirty="0">
                <a:solidFill>
                  <a:srgbClr val="747474"/>
                </a:solidFill>
                <a:latin typeface="Helvetica Neue"/>
                <a:cs typeface="Helvetica Neue"/>
              </a:rPr>
              <a:t> </a:t>
            </a:r>
            <a:r>
              <a:rPr sz="2800" spc="-40" dirty="0">
                <a:solidFill>
                  <a:srgbClr val="747474"/>
                </a:solidFill>
                <a:latin typeface="Helvetica Neue"/>
                <a:cs typeface="Helvetica Neue"/>
              </a:rPr>
              <a:t>is</a:t>
            </a:r>
            <a:r>
              <a:rPr sz="2800" spc="-210" dirty="0">
                <a:solidFill>
                  <a:srgbClr val="747474"/>
                </a:solidFill>
                <a:latin typeface="Helvetica Neue"/>
                <a:cs typeface="Helvetica Neue"/>
              </a:rPr>
              <a:t> </a:t>
            </a:r>
            <a:r>
              <a:rPr sz="2800" spc="-65" dirty="0">
                <a:solidFill>
                  <a:srgbClr val="747474"/>
                </a:solidFill>
                <a:latin typeface="Helvetica Neue"/>
                <a:cs typeface="Helvetica Neue"/>
              </a:rPr>
              <a:t>symmetrically</a:t>
            </a:r>
            <a:r>
              <a:rPr sz="2800" spc="-200" dirty="0">
                <a:solidFill>
                  <a:srgbClr val="747474"/>
                </a:solidFill>
                <a:latin typeface="Helvetica Neue"/>
                <a:cs typeface="Helvetica Neue"/>
              </a:rPr>
              <a:t> </a:t>
            </a:r>
            <a:r>
              <a:rPr sz="2800" spc="-40" dirty="0">
                <a:solidFill>
                  <a:srgbClr val="747474"/>
                </a:solidFill>
                <a:latin typeface="Helvetica Neue"/>
                <a:cs typeface="Helvetica Neue"/>
              </a:rPr>
              <a:t>balanced</a:t>
            </a:r>
            <a:r>
              <a:rPr sz="2800" spc="-125" dirty="0">
                <a:solidFill>
                  <a:srgbClr val="747474"/>
                </a:solidFill>
                <a:latin typeface="Helvetica Neue"/>
                <a:cs typeface="Helvetica Neue"/>
              </a:rPr>
              <a:t> </a:t>
            </a:r>
            <a:r>
              <a:rPr sz="2800" spc="-65" dirty="0">
                <a:solidFill>
                  <a:srgbClr val="747474"/>
                </a:solidFill>
                <a:latin typeface="Helvetica Neue"/>
                <a:cs typeface="Helvetica Neue"/>
              </a:rPr>
              <a:t>while</a:t>
            </a:r>
            <a:r>
              <a:rPr sz="2800" spc="-200" dirty="0">
                <a:solidFill>
                  <a:srgbClr val="747474"/>
                </a:solidFill>
                <a:latin typeface="Helvetica Neue"/>
                <a:cs typeface="Helvetica Neue"/>
              </a:rPr>
              <a:t> </a:t>
            </a:r>
            <a:r>
              <a:rPr sz="2800" spc="-40" dirty="0">
                <a:solidFill>
                  <a:srgbClr val="747474"/>
                </a:solidFill>
                <a:latin typeface="Helvetica Neue"/>
                <a:cs typeface="Helvetica Neue"/>
              </a:rPr>
              <a:t>in</a:t>
            </a:r>
            <a:r>
              <a:rPr sz="2800" spc="-200" dirty="0">
                <a:solidFill>
                  <a:srgbClr val="747474"/>
                </a:solidFill>
                <a:latin typeface="Helvetica Neue"/>
                <a:cs typeface="Helvetica Neue"/>
              </a:rPr>
              <a:t> </a:t>
            </a:r>
            <a:r>
              <a:rPr sz="2800" spc="-25" dirty="0">
                <a:solidFill>
                  <a:srgbClr val="747474"/>
                </a:solidFill>
                <a:latin typeface="Helvetica Neue"/>
                <a:cs typeface="Helvetica Neue"/>
              </a:rPr>
              <a:t>boxes</a:t>
            </a:r>
            <a:r>
              <a:rPr sz="2800" spc="-105" dirty="0">
                <a:solidFill>
                  <a:srgbClr val="747474"/>
                </a:solidFill>
                <a:latin typeface="Helvetica Neue"/>
                <a:cs typeface="Helvetica Neue"/>
              </a:rPr>
              <a:t> </a:t>
            </a:r>
            <a:r>
              <a:rPr sz="2800" spc="-50" dirty="0">
                <a:solidFill>
                  <a:srgbClr val="747474"/>
                </a:solidFill>
                <a:latin typeface="Helvetica Neue"/>
                <a:cs typeface="Helvetica Neue"/>
              </a:rPr>
              <a:t>3 </a:t>
            </a:r>
            <a:r>
              <a:rPr sz="2800" dirty="0">
                <a:solidFill>
                  <a:srgbClr val="747474"/>
                </a:solidFill>
                <a:latin typeface="Helvetica Neue"/>
                <a:cs typeface="Helvetica Neue"/>
              </a:rPr>
              <a:t>and</a:t>
            </a:r>
            <a:r>
              <a:rPr sz="2800" spc="-125" dirty="0">
                <a:solidFill>
                  <a:srgbClr val="747474"/>
                </a:solidFill>
                <a:latin typeface="Helvetica Neue"/>
                <a:cs typeface="Helvetica Neue"/>
              </a:rPr>
              <a:t> </a:t>
            </a:r>
            <a:r>
              <a:rPr sz="2800" dirty="0">
                <a:solidFill>
                  <a:srgbClr val="747474"/>
                </a:solidFill>
                <a:latin typeface="Helvetica Neue"/>
                <a:cs typeface="Helvetica Neue"/>
              </a:rPr>
              <a:t>4</a:t>
            </a:r>
            <a:r>
              <a:rPr sz="2800" spc="-25" dirty="0">
                <a:solidFill>
                  <a:srgbClr val="747474"/>
                </a:solidFill>
                <a:latin typeface="Helvetica Neue"/>
                <a:cs typeface="Helvetica Neue"/>
              </a:rPr>
              <a:t> </a:t>
            </a:r>
            <a:r>
              <a:rPr sz="2800" dirty="0">
                <a:solidFill>
                  <a:srgbClr val="747474"/>
                </a:solidFill>
                <a:latin typeface="Helvetica Neue"/>
                <a:cs typeface="Helvetica Neue"/>
              </a:rPr>
              <a:t>the</a:t>
            </a:r>
            <a:r>
              <a:rPr sz="2800" spc="-80" dirty="0">
                <a:solidFill>
                  <a:srgbClr val="747474"/>
                </a:solidFill>
                <a:latin typeface="Helvetica Neue"/>
                <a:cs typeface="Helvetica Neue"/>
              </a:rPr>
              <a:t> </a:t>
            </a:r>
            <a:r>
              <a:rPr sz="2800" spc="-65" dirty="0">
                <a:solidFill>
                  <a:srgbClr val="747474"/>
                </a:solidFill>
                <a:latin typeface="Helvetica Neue"/>
                <a:cs typeface="Helvetica Neue"/>
              </a:rPr>
              <a:t>line</a:t>
            </a:r>
            <a:r>
              <a:rPr sz="2800" spc="-150" dirty="0">
                <a:solidFill>
                  <a:srgbClr val="747474"/>
                </a:solidFill>
                <a:latin typeface="Helvetica Neue"/>
                <a:cs typeface="Helvetica Neue"/>
              </a:rPr>
              <a:t> </a:t>
            </a:r>
            <a:r>
              <a:rPr sz="2800" dirty="0">
                <a:solidFill>
                  <a:srgbClr val="747474"/>
                </a:solidFill>
                <a:latin typeface="Helvetica Neue"/>
                <a:cs typeface="Helvetica Neue"/>
              </a:rPr>
              <a:t>is</a:t>
            </a:r>
            <a:r>
              <a:rPr sz="2800" spc="-110" dirty="0">
                <a:solidFill>
                  <a:srgbClr val="747474"/>
                </a:solidFill>
                <a:latin typeface="Helvetica Neue"/>
                <a:cs typeface="Helvetica Neue"/>
              </a:rPr>
              <a:t> </a:t>
            </a:r>
            <a:r>
              <a:rPr sz="2800" spc="-70" dirty="0">
                <a:solidFill>
                  <a:srgbClr val="747474"/>
                </a:solidFill>
                <a:latin typeface="Helvetica Neue"/>
                <a:cs typeface="Helvetica Neue"/>
              </a:rPr>
              <a:t>asymmetrically</a:t>
            </a:r>
            <a:r>
              <a:rPr sz="2800" spc="-270" dirty="0">
                <a:solidFill>
                  <a:srgbClr val="747474"/>
                </a:solidFill>
                <a:latin typeface="Helvetica Neue"/>
                <a:cs typeface="Helvetica Neue"/>
              </a:rPr>
              <a:t> </a:t>
            </a:r>
            <a:r>
              <a:rPr sz="2800" spc="-10" dirty="0">
                <a:solidFill>
                  <a:srgbClr val="747474"/>
                </a:solidFill>
                <a:latin typeface="Helvetica Neue"/>
                <a:cs typeface="Helvetica Neue"/>
              </a:rPr>
              <a:t>balanced.</a:t>
            </a:r>
            <a:endParaRPr sz="2800">
              <a:latin typeface="Helvetica Neue"/>
              <a:cs typeface="Helvetica Neue"/>
            </a:endParaRPr>
          </a:p>
        </p:txBody>
      </p:sp>
      <p:pic>
        <p:nvPicPr>
          <p:cNvPr id="4" name="object 4"/>
          <p:cNvPicPr/>
          <p:nvPr/>
        </p:nvPicPr>
        <p:blipFill>
          <a:blip r:embed="rId2" cstate="print"/>
          <a:stretch>
            <a:fillRect/>
          </a:stretch>
        </p:blipFill>
        <p:spPr>
          <a:xfrm>
            <a:off x="1674755" y="5855008"/>
            <a:ext cx="9688365" cy="2562617"/>
          </a:xfrm>
          <a:prstGeom prst="rect">
            <a:avLst/>
          </a:prstGeom>
        </p:spPr>
      </p:pic>
      <p:sp>
        <p:nvSpPr>
          <p:cNvPr id="5" name="object 5"/>
          <p:cNvSpPr txBox="1"/>
          <p:nvPr/>
        </p:nvSpPr>
        <p:spPr>
          <a:xfrm>
            <a:off x="4471454" y="9103868"/>
            <a:ext cx="3959225" cy="208279"/>
          </a:xfrm>
          <a:prstGeom prst="rect">
            <a:avLst/>
          </a:prstGeom>
        </p:spPr>
        <p:txBody>
          <a:bodyPr vert="horz" wrap="square" lIns="0" tIns="12700" rIns="0" bIns="0" rtlCol="0">
            <a:spAutoFit/>
          </a:bodyPr>
          <a:lstStyle/>
          <a:p>
            <a:pPr marL="12700">
              <a:lnSpc>
                <a:spcPct val="100000"/>
              </a:lnSpc>
              <a:spcBef>
                <a:spcPts val="100"/>
              </a:spcBef>
            </a:pPr>
            <a:r>
              <a:rPr sz="1200" u="sng" spc="-25" dirty="0">
                <a:uFill>
                  <a:solidFill>
                    <a:srgbClr val="000000"/>
                  </a:solidFill>
                </a:uFill>
                <a:latin typeface="Arial"/>
                <a:cs typeface="Arial"/>
                <a:hlinkClick r:id="rId3"/>
              </a:rPr>
              <a:t>http://www.sitepoint.com/principles-</a:t>
            </a:r>
            <a:r>
              <a:rPr sz="1200" u="sng" spc="-20" dirty="0">
                <a:uFill>
                  <a:solidFill>
                    <a:srgbClr val="000000"/>
                  </a:solidFill>
                </a:uFill>
                <a:latin typeface="Arial"/>
                <a:cs typeface="Arial"/>
                <a:hlinkClick r:id="rId3"/>
              </a:rPr>
              <a:t>of-good-design-</a:t>
            </a:r>
            <a:r>
              <a:rPr sz="1200" u="sng" spc="-10" dirty="0">
                <a:uFill>
                  <a:solidFill>
                    <a:srgbClr val="000000"/>
                  </a:solidFill>
                </a:uFill>
                <a:latin typeface="Arial"/>
                <a:cs typeface="Arial"/>
                <a:hlinkClick r:id="rId3"/>
              </a:rPr>
              <a:t>balance/</a:t>
            </a:r>
            <a:endParaRPr sz="120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pc="-65" dirty="0"/>
              <a:t>Symmetry</a:t>
            </a:r>
          </a:p>
        </p:txBody>
      </p:sp>
      <p:sp>
        <p:nvSpPr>
          <p:cNvPr id="3" name="object 3"/>
          <p:cNvSpPr txBox="1"/>
          <p:nvPr/>
        </p:nvSpPr>
        <p:spPr>
          <a:xfrm>
            <a:off x="876300" y="1912621"/>
            <a:ext cx="11137265" cy="1497965"/>
          </a:xfrm>
          <a:prstGeom prst="rect">
            <a:avLst/>
          </a:prstGeom>
        </p:spPr>
        <p:txBody>
          <a:bodyPr vert="horz" wrap="square" lIns="0" tIns="17145" rIns="0" bIns="0" rtlCol="0">
            <a:spAutoFit/>
          </a:bodyPr>
          <a:lstStyle/>
          <a:p>
            <a:pPr marL="12700" marR="5080" algn="just">
              <a:lnSpc>
                <a:spcPct val="123500"/>
              </a:lnSpc>
              <a:spcBef>
                <a:spcPts val="135"/>
              </a:spcBef>
            </a:pPr>
            <a:r>
              <a:rPr sz="2600" dirty="0">
                <a:solidFill>
                  <a:srgbClr val="747474"/>
                </a:solidFill>
                <a:latin typeface="Arial"/>
                <a:cs typeface="Arial"/>
              </a:rPr>
              <a:t>Symmetrical</a:t>
            </a:r>
            <a:r>
              <a:rPr sz="2600" spc="-5" dirty="0">
                <a:solidFill>
                  <a:srgbClr val="747474"/>
                </a:solidFill>
                <a:latin typeface="Arial"/>
                <a:cs typeface="Arial"/>
              </a:rPr>
              <a:t> </a:t>
            </a:r>
            <a:r>
              <a:rPr sz="2600" dirty="0">
                <a:solidFill>
                  <a:srgbClr val="747474"/>
                </a:solidFill>
                <a:latin typeface="Arial"/>
                <a:cs typeface="Arial"/>
              </a:rPr>
              <a:t>balance is</a:t>
            </a:r>
            <a:r>
              <a:rPr sz="2600" spc="-10" dirty="0">
                <a:solidFill>
                  <a:srgbClr val="747474"/>
                </a:solidFill>
                <a:latin typeface="Arial"/>
                <a:cs typeface="Arial"/>
              </a:rPr>
              <a:t> </a:t>
            </a:r>
            <a:r>
              <a:rPr sz="2600" dirty="0">
                <a:solidFill>
                  <a:srgbClr val="747474"/>
                </a:solidFill>
                <a:latin typeface="Arial"/>
                <a:cs typeface="Arial"/>
              </a:rPr>
              <a:t>mirror</a:t>
            </a:r>
            <a:r>
              <a:rPr sz="2600" spc="-5" dirty="0">
                <a:solidFill>
                  <a:srgbClr val="747474"/>
                </a:solidFill>
                <a:latin typeface="Arial"/>
                <a:cs typeface="Arial"/>
              </a:rPr>
              <a:t> </a:t>
            </a:r>
            <a:r>
              <a:rPr sz="2600" dirty="0">
                <a:solidFill>
                  <a:srgbClr val="747474"/>
                </a:solidFill>
                <a:latin typeface="Arial"/>
                <a:cs typeface="Arial"/>
              </a:rPr>
              <a:t>image</a:t>
            </a:r>
            <a:r>
              <a:rPr sz="2600" spc="-10" dirty="0">
                <a:solidFill>
                  <a:srgbClr val="747474"/>
                </a:solidFill>
                <a:latin typeface="Arial"/>
                <a:cs typeface="Arial"/>
              </a:rPr>
              <a:t> </a:t>
            </a:r>
            <a:r>
              <a:rPr sz="2600" dirty="0">
                <a:solidFill>
                  <a:srgbClr val="747474"/>
                </a:solidFill>
                <a:latin typeface="Arial"/>
                <a:cs typeface="Arial"/>
              </a:rPr>
              <a:t>balance.</a:t>
            </a:r>
            <a:r>
              <a:rPr sz="2600" spc="5" dirty="0">
                <a:solidFill>
                  <a:srgbClr val="747474"/>
                </a:solidFill>
                <a:latin typeface="Arial"/>
                <a:cs typeface="Arial"/>
              </a:rPr>
              <a:t> </a:t>
            </a:r>
            <a:r>
              <a:rPr sz="2600" dirty="0">
                <a:solidFill>
                  <a:srgbClr val="747474"/>
                </a:solidFill>
                <a:latin typeface="Arial"/>
                <a:cs typeface="Arial"/>
              </a:rPr>
              <a:t>If</a:t>
            </a:r>
            <a:r>
              <a:rPr sz="2600" spc="-5" dirty="0">
                <a:solidFill>
                  <a:srgbClr val="747474"/>
                </a:solidFill>
                <a:latin typeface="Arial"/>
                <a:cs typeface="Arial"/>
              </a:rPr>
              <a:t> </a:t>
            </a:r>
            <a:r>
              <a:rPr sz="2600" dirty="0">
                <a:solidFill>
                  <a:srgbClr val="747474"/>
                </a:solidFill>
                <a:latin typeface="Arial"/>
                <a:cs typeface="Arial"/>
              </a:rPr>
              <a:t>you draw</a:t>
            </a:r>
            <a:r>
              <a:rPr sz="2600" spc="5" dirty="0">
                <a:solidFill>
                  <a:srgbClr val="747474"/>
                </a:solidFill>
                <a:latin typeface="Arial"/>
                <a:cs typeface="Arial"/>
              </a:rPr>
              <a:t> </a:t>
            </a:r>
            <a:r>
              <a:rPr sz="2600" dirty="0">
                <a:solidFill>
                  <a:srgbClr val="747474"/>
                </a:solidFill>
                <a:latin typeface="Arial"/>
                <a:cs typeface="Arial"/>
              </a:rPr>
              <a:t>a line</a:t>
            </a:r>
            <a:r>
              <a:rPr sz="2600" spc="-15" dirty="0">
                <a:solidFill>
                  <a:srgbClr val="747474"/>
                </a:solidFill>
                <a:latin typeface="Arial"/>
                <a:cs typeface="Arial"/>
              </a:rPr>
              <a:t> </a:t>
            </a:r>
            <a:r>
              <a:rPr sz="2600" dirty="0">
                <a:solidFill>
                  <a:srgbClr val="747474"/>
                </a:solidFill>
                <a:latin typeface="Arial"/>
                <a:cs typeface="Arial"/>
              </a:rPr>
              <a:t>through </a:t>
            </a:r>
            <a:r>
              <a:rPr sz="2600" spc="-25" dirty="0">
                <a:solidFill>
                  <a:srgbClr val="747474"/>
                </a:solidFill>
                <a:latin typeface="Arial"/>
                <a:cs typeface="Arial"/>
              </a:rPr>
              <a:t>the </a:t>
            </a:r>
            <a:r>
              <a:rPr sz="2600" dirty="0">
                <a:solidFill>
                  <a:srgbClr val="747474"/>
                </a:solidFill>
                <a:latin typeface="Arial"/>
                <a:cs typeface="Arial"/>
              </a:rPr>
              <a:t>centre</a:t>
            </a:r>
            <a:r>
              <a:rPr sz="2600" spc="25" dirty="0">
                <a:solidFill>
                  <a:srgbClr val="747474"/>
                </a:solidFill>
                <a:latin typeface="Arial"/>
                <a:cs typeface="Arial"/>
              </a:rPr>
              <a:t> </a:t>
            </a:r>
            <a:r>
              <a:rPr sz="2600" dirty="0">
                <a:solidFill>
                  <a:srgbClr val="747474"/>
                </a:solidFill>
                <a:latin typeface="Arial"/>
                <a:cs typeface="Arial"/>
              </a:rPr>
              <a:t>of</a:t>
            </a:r>
            <a:r>
              <a:rPr sz="2600" spc="45" dirty="0">
                <a:solidFill>
                  <a:srgbClr val="747474"/>
                </a:solidFill>
                <a:latin typeface="Arial"/>
                <a:cs typeface="Arial"/>
              </a:rPr>
              <a:t> </a:t>
            </a:r>
            <a:r>
              <a:rPr sz="2600" dirty="0">
                <a:solidFill>
                  <a:srgbClr val="747474"/>
                </a:solidFill>
                <a:latin typeface="Arial"/>
                <a:cs typeface="Arial"/>
              </a:rPr>
              <a:t>the</a:t>
            </a:r>
            <a:r>
              <a:rPr sz="2600" spc="30" dirty="0">
                <a:solidFill>
                  <a:srgbClr val="747474"/>
                </a:solidFill>
                <a:latin typeface="Arial"/>
                <a:cs typeface="Arial"/>
              </a:rPr>
              <a:t> </a:t>
            </a:r>
            <a:r>
              <a:rPr sz="2600" dirty="0">
                <a:solidFill>
                  <a:srgbClr val="747474"/>
                </a:solidFill>
                <a:latin typeface="Arial"/>
                <a:cs typeface="Arial"/>
              </a:rPr>
              <a:t>page,</a:t>
            </a:r>
            <a:r>
              <a:rPr sz="2600" spc="25" dirty="0">
                <a:solidFill>
                  <a:srgbClr val="747474"/>
                </a:solidFill>
                <a:latin typeface="Arial"/>
                <a:cs typeface="Arial"/>
              </a:rPr>
              <a:t> </a:t>
            </a:r>
            <a:r>
              <a:rPr sz="2600" dirty="0">
                <a:solidFill>
                  <a:srgbClr val="747474"/>
                </a:solidFill>
                <a:latin typeface="Arial"/>
                <a:cs typeface="Arial"/>
              </a:rPr>
              <a:t>the</a:t>
            </a:r>
            <a:r>
              <a:rPr sz="2600" spc="30" dirty="0">
                <a:solidFill>
                  <a:srgbClr val="747474"/>
                </a:solidFill>
                <a:latin typeface="Arial"/>
                <a:cs typeface="Arial"/>
              </a:rPr>
              <a:t> </a:t>
            </a:r>
            <a:r>
              <a:rPr sz="2600" dirty="0">
                <a:solidFill>
                  <a:srgbClr val="747474"/>
                </a:solidFill>
                <a:latin typeface="Arial"/>
                <a:cs typeface="Arial"/>
              </a:rPr>
              <a:t>elements</a:t>
            </a:r>
            <a:r>
              <a:rPr sz="2600" spc="20" dirty="0">
                <a:solidFill>
                  <a:srgbClr val="747474"/>
                </a:solidFill>
                <a:latin typeface="Arial"/>
                <a:cs typeface="Arial"/>
              </a:rPr>
              <a:t> </a:t>
            </a:r>
            <a:r>
              <a:rPr sz="2600" dirty="0">
                <a:solidFill>
                  <a:srgbClr val="747474"/>
                </a:solidFill>
                <a:latin typeface="Arial"/>
                <a:cs typeface="Arial"/>
              </a:rPr>
              <a:t>on</a:t>
            </a:r>
            <a:r>
              <a:rPr sz="2600" spc="30" dirty="0">
                <a:solidFill>
                  <a:srgbClr val="747474"/>
                </a:solidFill>
                <a:latin typeface="Arial"/>
                <a:cs typeface="Arial"/>
              </a:rPr>
              <a:t> </a:t>
            </a:r>
            <a:r>
              <a:rPr sz="2600" dirty="0">
                <a:solidFill>
                  <a:srgbClr val="747474"/>
                </a:solidFill>
                <a:latin typeface="Arial"/>
                <a:cs typeface="Arial"/>
              </a:rPr>
              <a:t>one</a:t>
            </a:r>
            <a:r>
              <a:rPr sz="2600" spc="25" dirty="0">
                <a:solidFill>
                  <a:srgbClr val="747474"/>
                </a:solidFill>
                <a:latin typeface="Arial"/>
                <a:cs typeface="Arial"/>
              </a:rPr>
              <a:t> </a:t>
            </a:r>
            <a:r>
              <a:rPr sz="2600" dirty="0">
                <a:solidFill>
                  <a:srgbClr val="747474"/>
                </a:solidFill>
                <a:latin typeface="Arial"/>
                <a:cs typeface="Arial"/>
              </a:rPr>
              <a:t>side</a:t>
            </a:r>
            <a:r>
              <a:rPr sz="2600" spc="30" dirty="0">
                <a:solidFill>
                  <a:srgbClr val="747474"/>
                </a:solidFill>
                <a:latin typeface="Arial"/>
                <a:cs typeface="Arial"/>
              </a:rPr>
              <a:t> </a:t>
            </a:r>
            <a:r>
              <a:rPr sz="2600" dirty="0">
                <a:solidFill>
                  <a:srgbClr val="747474"/>
                </a:solidFill>
                <a:latin typeface="Arial"/>
                <a:cs typeface="Arial"/>
              </a:rPr>
              <a:t>of</a:t>
            </a:r>
            <a:r>
              <a:rPr sz="2600" spc="45" dirty="0">
                <a:solidFill>
                  <a:srgbClr val="747474"/>
                </a:solidFill>
                <a:latin typeface="Arial"/>
                <a:cs typeface="Arial"/>
              </a:rPr>
              <a:t> </a:t>
            </a:r>
            <a:r>
              <a:rPr sz="2600" dirty="0">
                <a:solidFill>
                  <a:srgbClr val="747474"/>
                </a:solidFill>
                <a:latin typeface="Arial"/>
                <a:cs typeface="Arial"/>
              </a:rPr>
              <a:t>the</a:t>
            </a:r>
            <a:r>
              <a:rPr sz="2600" spc="30" dirty="0">
                <a:solidFill>
                  <a:srgbClr val="747474"/>
                </a:solidFill>
                <a:latin typeface="Arial"/>
                <a:cs typeface="Arial"/>
              </a:rPr>
              <a:t> </a:t>
            </a:r>
            <a:r>
              <a:rPr sz="2600" dirty="0">
                <a:solidFill>
                  <a:srgbClr val="747474"/>
                </a:solidFill>
                <a:latin typeface="Arial"/>
                <a:cs typeface="Arial"/>
              </a:rPr>
              <a:t>line</a:t>
            </a:r>
            <a:r>
              <a:rPr sz="2600" spc="15" dirty="0">
                <a:solidFill>
                  <a:srgbClr val="747474"/>
                </a:solidFill>
                <a:latin typeface="Arial"/>
                <a:cs typeface="Arial"/>
              </a:rPr>
              <a:t> </a:t>
            </a:r>
            <a:r>
              <a:rPr sz="2600" dirty="0">
                <a:solidFill>
                  <a:srgbClr val="747474"/>
                </a:solidFill>
                <a:latin typeface="Arial"/>
                <a:cs typeface="Arial"/>
              </a:rPr>
              <a:t>are mirrored</a:t>
            </a:r>
            <a:r>
              <a:rPr sz="2600" spc="30" dirty="0">
                <a:solidFill>
                  <a:srgbClr val="747474"/>
                </a:solidFill>
                <a:latin typeface="Arial"/>
                <a:cs typeface="Arial"/>
              </a:rPr>
              <a:t> </a:t>
            </a:r>
            <a:r>
              <a:rPr sz="2600" dirty="0">
                <a:solidFill>
                  <a:srgbClr val="747474"/>
                </a:solidFill>
                <a:latin typeface="Arial"/>
                <a:cs typeface="Arial"/>
              </a:rPr>
              <a:t>on</a:t>
            </a:r>
            <a:r>
              <a:rPr sz="2600" spc="30" dirty="0">
                <a:solidFill>
                  <a:srgbClr val="747474"/>
                </a:solidFill>
                <a:latin typeface="Arial"/>
                <a:cs typeface="Arial"/>
              </a:rPr>
              <a:t> </a:t>
            </a:r>
            <a:r>
              <a:rPr sz="2600" spc="-25" dirty="0">
                <a:solidFill>
                  <a:srgbClr val="747474"/>
                </a:solidFill>
                <a:latin typeface="Arial"/>
                <a:cs typeface="Arial"/>
              </a:rPr>
              <a:t>the </a:t>
            </a:r>
            <a:r>
              <a:rPr sz="2600" dirty="0">
                <a:solidFill>
                  <a:srgbClr val="747474"/>
                </a:solidFill>
                <a:latin typeface="Arial"/>
                <a:cs typeface="Arial"/>
              </a:rPr>
              <a:t>other</a:t>
            </a:r>
            <a:r>
              <a:rPr sz="2600" spc="-95" dirty="0">
                <a:solidFill>
                  <a:srgbClr val="747474"/>
                </a:solidFill>
                <a:latin typeface="Arial"/>
                <a:cs typeface="Arial"/>
              </a:rPr>
              <a:t> </a:t>
            </a:r>
            <a:r>
              <a:rPr sz="2600" dirty="0">
                <a:solidFill>
                  <a:srgbClr val="747474"/>
                </a:solidFill>
                <a:latin typeface="Arial"/>
                <a:cs typeface="Arial"/>
              </a:rPr>
              <a:t>side.</a:t>
            </a:r>
            <a:r>
              <a:rPr sz="2600" spc="-45" dirty="0">
                <a:solidFill>
                  <a:srgbClr val="747474"/>
                </a:solidFill>
                <a:latin typeface="Arial"/>
                <a:cs typeface="Arial"/>
              </a:rPr>
              <a:t> </a:t>
            </a:r>
            <a:r>
              <a:rPr sz="2600" spc="-75" dirty="0">
                <a:solidFill>
                  <a:srgbClr val="747474"/>
                </a:solidFill>
                <a:latin typeface="Arial"/>
                <a:cs typeface="Arial"/>
              </a:rPr>
              <a:t>We</a:t>
            </a:r>
            <a:r>
              <a:rPr sz="2600" spc="-175" dirty="0">
                <a:solidFill>
                  <a:srgbClr val="747474"/>
                </a:solidFill>
                <a:latin typeface="Arial"/>
                <a:cs typeface="Arial"/>
              </a:rPr>
              <a:t> </a:t>
            </a:r>
            <a:r>
              <a:rPr sz="2600" dirty="0">
                <a:solidFill>
                  <a:srgbClr val="747474"/>
                </a:solidFill>
                <a:latin typeface="Arial"/>
                <a:cs typeface="Arial"/>
              </a:rPr>
              <a:t>can</a:t>
            </a:r>
            <a:r>
              <a:rPr sz="2600" spc="-50" dirty="0">
                <a:solidFill>
                  <a:srgbClr val="747474"/>
                </a:solidFill>
                <a:latin typeface="Arial"/>
                <a:cs typeface="Arial"/>
              </a:rPr>
              <a:t> </a:t>
            </a:r>
            <a:r>
              <a:rPr sz="2600" spc="-10" dirty="0">
                <a:solidFill>
                  <a:srgbClr val="747474"/>
                </a:solidFill>
                <a:latin typeface="Arial"/>
                <a:cs typeface="Arial"/>
              </a:rPr>
              <a:t>achieve</a:t>
            </a:r>
            <a:r>
              <a:rPr sz="2600" spc="-70" dirty="0">
                <a:solidFill>
                  <a:srgbClr val="747474"/>
                </a:solidFill>
                <a:latin typeface="Arial"/>
                <a:cs typeface="Arial"/>
              </a:rPr>
              <a:t> </a:t>
            </a:r>
            <a:r>
              <a:rPr sz="2600" dirty="0">
                <a:solidFill>
                  <a:srgbClr val="747474"/>
                </a:solidFill>
                <a:latin typeface="Arial"/>
                <a:cs typeface="Arial"/>
              </a:rPr>
              <a:t>it</a:t>
            </a:r>
            <a:r>
              <a:rPr sz="2600" spc="-35" dirty="0">
                <a:solidFill>
                  <a:srgbClr val="747474"/>
                </a:solidFill>
                <a:latin typeface="Arial"/>
                <a:cs typeface="Arial"/>
              </a:rPr>
              <a:t> </a:t>
            </a:r>
            <a:r>
              <a:rPr sz="2600" dirty="0">
                <a:solidFill>
                  <a:srgbClr val="747474"/>
                </a:solidFill>
                <a:latin typeface="Arial"/>
                <a:cs typeface="Arial"/>
              </a:rPr>
              <a:t>by</a:t>
            </a:r>
            <a:r>
              <a:rPr sz="2600" spc="-20" dirty="0">
                <a:solidFill>
                  <a:srgbClr val="747474"/>
                </a:solidFill>
                <a:latin typeface="Arial"/>
                <a:cs typeface="Arial"/>
              </a:rPr>
              <a:t> </a:t>
            </a:r>
            <a:r>
              <a:rPr sz="2600" dirty="0">
                <a:solidFill>
                  <a:srgbClr val="747474"/>
                </a:solidFill>
                <a:latin typeface="Arial"/>
                <a:cs typeface="Arial"/>
              </a:rPr>
              <a:t>placing</a:t>
            </a:r>
            <a:r>
              <a:rPr sz="2600" spc="-25" dirty="0">
                <a:solidFill>
                  <a:srgbClr val="747474"/>
                </a:solidFill>
                <a:latin typeface="Arial"/>
                <a:cs typeface="Arial"/>
              </a:rPr>
              <a:t> </a:t>
            </a:r>
            <a:r>
              <a:rPr sz="2600" spc="-10" dirty="0">
                <a:solidFill>
                  <a:srgbClr val="747474"/>
                </a:solidFill>
                <a:latin typeface="Arial"/>
                <a:cs typeface="Arial"/>
              </a:rPr>
              <a:t>elements</a:t>
            </a:r>
            <a:r>
              <a:rPr sz="2600" spc="-70" dirty="0">
                <a:solidFill>
                  <a:srgbClr val="747474"/>
                </a:solidFill>
                <a:latin typeface="Arial"/>
                <a:cs typeface="Arial"/>
              </a:rPr>
              <a:t> </a:t>
            </a:r>
            <a:r>
              <a:rPr sz="2600" dirty="0">
                <a:solidFill>
                  <a:srgbClr val="747474"/>
                </a:solidFill>
                <a:latin typeface="Arial"/>
                <a:cs typeface="Arial"/>
              </a:rPr>
              <a:t>fairly</a:t>
            </a:r>
            <a:r>
              <a:rPr sz="2600" spc="-65" dirty="0">
                <a:solidFill>
                  <a:srgbClr val="747474"/>
                </a:solidFill>
                <a:latin typeface="Arial"/>
                <a:cs typeface="Arial"/>
              </a:rPr>
              <a:t> </a:t>
            </a:r>
            <a:r>
              <a:rPr sz="2600" spc="-10" dirty="0">
                <a:solidFill>
                  <a:srgbClr val="747474"/>
                </a:solidFill>
                <a:latin typeface="Arial"/>
                <a:cs typeface="Arial"/>
              </a:rPr>
              <a:t>evenly</a:t>
            </a:r>
            <a:r>
              <a:rPr sz="2600" spc="-90" dirty="0">
                <a:solidFill>
                  <a:srgbClr val="747474"/>
                </a:solidFill>
                <a:latin typeface="Arial"/>
                <a:cs typeface="Arial"/>
              </a:rPr>
              <a:t> </a:t>
            </a:r>
            <a:r>
              <a:rPr sz="2600" dirty="0">
                <a:solidFill>
                  <a:srgbClr val="747474"/>
                </a:solidFill>
                <a:latin typeface="Arial"/>
                <a:cs typeface="Arial"/>
              </a:rPr>
              <a:t>in</a:t>
            </a:r>
            <a:r>
              <a:rPr sz="2600" spc="-55" dirty="0">
                <a:solidFill>
                  <a:srgbClr val="747474"/>
                </a:solidFill>
                <a:latin typeface="Arial"/>
                <a:cs typeface="Arial"/>
              </a:rPr>
              <a:t> </a:t>
            </a:r>
            <a:r>
              <a:rPr sz="2600" dirty="0">
                <a:solidFill>
                  <a:srgbClr val="747474"/>
                </a:solidFill>
                <a:latin typeface="Arial"/>
                <a:cs typeface="Arial"/>
              </a:rPr>
              <a:t>the</a:t>
            </a:r>
            <a:r>
              <a:rPr sz="2600" spc="315" dirty="0">
                <a:solidFill>
                  <a:srgbClr val="747474"/>
                </a:solidFill>
                <a:latin typeface="Arial"/>
                <a:cs typeface="Arial"/>
              </a:rPr>
              <a:t> </a:t>
            </a:r>
            <a:r>
              <a:rPr sz="2600" spc="-10" dirty="0">
                <a:solidFill>
                  <a:srgbClr val="747474"/>
                </a:solidFill>
                <a:latin typeface="Arial"/>
                <a:cs typeface="Arial"/>
              </a:rPr>
              <a:t>design</a:t>
            </a:r>
            <a:endParaRPr sz="2600">
              <a:latin typeface="Arial"/>
              <a:cs typeface="Arial"/>
            </a:endParaRPr>
          </a:p>
        </p:txBody>
      </p:sp>
      <p:pic>
        <p:nvPicPr>
          <p:cNvPr id="4" name="object 4"/>
          <p:cNvPicPr/>
          <p:nvPr/>
        </p:nvPicPr>
        <p:blipFill>
          <a:blip r:embed="rId2" cstate="print"/>
          <a:stretch>
            <a:fillRect/>
          </a:stretch>
        </p:blipFill>
        <p:spPr>
          <a:xfrm>
            <a:off x="9143962" y="239814"/>
            <a:ext cx="2459150" cy="1577769"/>
          </a:xfrm>
          <a:prstGeom prst="rect">
            <a:avLst/>
          </a:prstGeom>
        </p:spPr>
      </p:pic>
      <p:pic>
        <p:nvPicPr>
          <p:cNvPr id="5" name="object 5"/>
          <p:cNvPicPr/>
          <p:nvPr/>
        </p:nvPicPr>
        <p:blipFill>
          <a:blip r:embed="rId3" cstate="print"/>
          <a:stretch>
            <a:fillRect/>
          </a:stretch>
        </p:blipFill>
        <p:spPr>
          <a:xfrm>
            <a:off x="3387571" y="3748727"/>
            <a:ext cx="6229640" cy="5521303"/>
          </a:xfrm>
          <a:prstGeom prst="rect">
            <a:avLst/>
          </a:prstGeom>
        </p:spPr>
      </p:pic>
      <p:sp>
        <p:nvSpPr>
          <p:cNvPr id="6" name="object 6"/>
          <p:cNvSpPr txBox="1"/>
          <p:nvPr/>
        </p:nvSpPr>
        <p:spPr>
          <a:xfrm>
            <a:off x="4471454" y="9411716"/>
            <a:ext cx="3959225" cy="208279"/>
          </a:xfrm>
          <a:prstGeom prst="rect">
            <a:avLst/>
          </a:prstGeom>
        </p:spPr>
        <p:txBody>
          <a:bodyPr vert="horz" wrap="square" lIns="0" tIns="12700" rIns="0" bIns="0" rtlCol="0">
            <a:spAutoFit/>
          </a:bodyPr>
          <a:lstStyle/>
          <a:p>
            <a:pPr marL="12700">
              <a:lnSpc>
                <a:spcPct val="100000"/>
              </a:lnSpc>
              <a:spcBef>
                <a:spcPts val="100"/>
              </a:spcBef>
            </a:pPr>
            <a:r>
              <a:rPr sz="1200" u="sng" spc="-25" dirty="0">
                <a:uFill>
                  <a:solidFill>
                    <a:srgbClr val="000000"/>
                  </a:solidFill>
                </a:uFill>
                <a:latin typeface="Arial"/>
                <a:cs typeface="Arial"/>
                <a:hlinkClick r:id="rId4"/>
              </a:rPr>
              <a:t>http://www.sitepoint.com/principles-</a:t>
            </a:r>
            <a:r>
              <a:rPr sz="1200" u="sng" spc="-20" dirty="0">
                <a:uFill>
                  <a:solidFill>
                    <a:srgbClr val="000000"/>
                  </a:solidFill>
                </a:uFill>
                <a:latin typeface="Arial"/>
                <a:cs typeface="Arial"/>
                <a:hlinkClick r:id="rId4"/>
              </a:rPr>
              <a:t>of-good-design-</a:t>
            </a:r>
            <a:r>
              <a:rPr sz="1200" u="sng" spc="-10" dirty="0">
                <a:uFill>
                  <a:solidFill>
                    <a:srgbClr val="000000"/>
                  </a:solidFill>
                </a:uFill>
                <a:latin typeface="Arial"/>
                <a:cs typeface="Arial"/>
                <a:hlinkClick r:id="rId4"/>
              </a:rPr>
              <a:t>balance/</a:t>
            </a:r>
            <a:endParaRPr sz="120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74903" y="0"/>
            <a:ext cx="6629895" cy="9753599"/>
          </a:xfrm>
          <a:prstGeom prst="rect">
            <a:avLst/>
          </a:prstGeom>
        </p:spPr>
      </p:pic>
      <p:sp>
        <p:nvSpPr>
          <p:cNvPr id="3" name="object 3"/>
          <p:cNvSpPr txBox="1">
            <a:spLocks noGrp="1"/>
          </p:cNvSpPr>
          <p:nvPr>
            <p:ph type="title"/>
          </p:nvPr>
        </p:nvSpPr>
        <p:spPr>
          <a:prstGeom prst="rect">
            <a:avLst/>
          </a:prstGeom>
        </p:spPr>
        <p:txBody>
          <a:bodyPr vert="horz" wrap="square" lIns="0" tIns="594868" rIns="0" bIns="0" rtlCol="0">
            <a:spAutoFit/>
          </a:bodyPr>
          <a:lstStyle/>
          <a:p>
            <a:pPr marL="12700">
              <a:lnSpc>
                <a:spcPct val="100000"/>
              </a:lnSpc>
              <a:spcBef>
                <a:spcPts val="100"/>
              </a:spcBef>
            </a:pPr>
            <a:r>
              <a:rPr spc="-114" dirty="0"/>
              <a:t>Diagonal</a:t>
            </a:r>
            <a:r>
              <a:rPr spc="-275" dirty="0"/>
              <a:t> </a:t>
            </a:r>
            <a:r>
              <a:rPr spc="-55" dirty="0"/>
              <a:t>symmetry</a:t>
            </a:r>
          </a:p>
        </p:txBody>
      </p:sp>
      <p:sp>
        <p:nvSpPr>
          <p:cNvPr id="4" name="object 4"/>
          <p:cNvSpPr txBox="1"/>
          <p:nvPr/>
        </p:nvSpPr>
        <p:spPr>
          <a:xfrm>
            <a:off x="541467" y="9381235"/>
            <a:ext cx="3959225" cy="208279"/>
          </a:xfrm>
          <a:prstGeom prst="rect">
            <a:avLst/>
          </a:prstGeom>
        </p:spPr>
        <p:txBody>
          <a:bodyPr vert="horz" wrap="square" lIns="0" tIns="12700" rIns="0" bIns="0" rtlCol="0">
            <a:spAutoFit/>
          </a:bodyPr>
          <a:lstStyle/>
          <a:p>
            <a:pPr marL="12700">
              <a:lnSpc>
                <a:spcPct val="100000"/>
              </a:lnSpc>
              <a:spcBef>
                <a:spcPts val="100"/>
              </a:spcBef>
            </a:pPr>
            <a:r>
              <a:rPr sz="1200" u="sng" spc="-25" dirty="0">
                <a:uFill>
                  <a:solidFill>
                    <a:srgbClr val="000000"/>
                  </a:solidFill>
                </a:uFill>
                <a:latin typeface="Arial"/>
                <a:cs typeface="Arial"/>
                <a:hlinkClick r:id="rId3"/>
              </a:rPr>
              <a:t>http://www.sitepoint.com/principles-</a:t>
            </a:r>
            <a:r>
              <a:rPr sz="1200" u="sng" spc="-20" dirty="0">
                <a:uFill>
                  <a:solidFill>
                    <a:srgbClr val="000000"/>
                  </a:solidFill>
                </a:uFill>
                <a:latin typeface="Arial"/>
                <a:cs typeface="Arial"/>
                <a:hlinkClick r:id="rId3"/>
              </a:rPr>
              <a:t>of-good-design-</a:t>
            </a:r>
            <a:r>
              <a:rPr sz="1200" u="sng" spc="-10" dirty="0">
                <a:uFill>
                  <a:solidFill>
                    <a:srgbClr val="000000"/>
                  </a:solidFill>
                </a:uFill>
                <a:latin typeface="Arial"/>
                <a:cs typeface="Arial"/>
                <a:hlinkClick r:id="rId3"/>
              </a:rPr>
              <a:t>balance/</a:t>
            </a:r>
            <a:endParaRPr sz="120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4868" rIns="0" bIns="0" rtlCol="0">
            <a:spAutoFit/>
          </a:bodyPr>
          <a:lstStyle/>
          <a:p>
            <a:pPr marL="12700">
              <a:lnSpc>
                <a:spcPct val="100000"/>
              </a:lnSpc>
              <a:spcBef>
                <a:spcPts val="100"/>
              </a:spcBef>
            </a:pPr>
            <a:r>
              <a:rPr spc="-75" dirty="0"/>
              <a:t>Asymmetry</a:t>
            </a:r>
          </a:p>
        </p:txBody>
      </p:sp>
      <p:sp>
        <p:nvSpPr>
          <p:cNvPr id="3" name="object 3"/>
          <p:cNvSpPr txBox="1"/>
          <p:nvPr/>
        </p:nvSpPr>
        <p:spPr>
          <a:xfrm>
            <a:off x="615388" y="1880108"/>
            <a:ext cx="11319510" cy="3329940"/>
          </a:xfrm>
          <a:prstGeom prst="rect">
            <a:avLst/>
          </a:prstGeom>
        </p:spPr>
        <p:txBody>
          <a:bodyPr vert="horz" wrap="square" lIns="0" tIns="24765" rIns="0" bIns="0" rtlCol="0">
            <a:spAutoFit/>
          </a:bodyPr>
          <a:lstStyle/>
          <a:p>
            <a:pPr marL="12700" marR="5080">
              <a:lnSpc>
                <a:spcPct val="150000"/>
              </a:lnSpc>
              <a:spcBef>
                <a:spcPts val="195"/>
              </a:spcBef>
            </a:pPr>
            <a:r>
              <a:rPr sz="2400" spc="-65" dirty="0">
                <a:solidFill>
                  <a:srgbClr val="747474"/>
                </a:solidFill>
                <a:latin typeface="Arial"/>
                <a:cs typeface="Arial"/>
              </a:rPr>
              <a:t>Asymmetrically</a:t>
            </a:r>
            <a:r>
              <a:rPr sz="2400" spc="-114" dirty="0">
                <a:solidFill>
                  <a:srgbClr val="747474"/>
                </a:solidFill>
                <a:latin typeface="Arial"/>
                <a:cs typeface="Arial"/>
              </a:rPr>
              <a:t> </a:t>
            </a:r>
            <a:r>
              <a:rPr sz="2400" spc="-35" dirty="0">
                <a:solidFill>
                  <a:srgbClr val="747474"/>
                </a:solidFill>
                <a:latin typeface="Arial"/>
                <a:cs typeface="Arial"/>
              </a:rPr>
              <a:t>balanced</a:t>
            </a:r>
            <a:r>
              <a:rPr sz="2400" spc="-120" dirty="0">
                <a:solidFill>
                  <a:srgbClr val="747474"/>
                </a:solidFill>
                <a:latin typeface="Arial"/>
                <a:cs typeface="Arial"/>
              </a:rPr>
              <a:t> </a:t>
            </a:r>
            <a:r>
              <a:rPr sz="2400" spc="-45" dirty="0">
                <a:solidFill>
                  <a:srgbClr val="747474"/>
                </a:solidFill>
                <a:latin typeface="Arial"/>
                <a:cs typeface="Arial"/>
              </a:rPr>
              <a:t>layouts</a:t>
            </a:r>
            <a:r>
              <a:rPr sz="2400" spc="-105" dirty="0">
                <a:solidFill>
                  <a:srgbClr val="747474"/>
                </a:solidFill>
                <a:latin typeface="Arial"/>
                <a:cs typeface="Arial"/>
              </a:rPr>
              <a:t> </a:t>
            </a:r>
            <a:r>
              <a:rPr sz="2400" spc="-65" dirty="0">
                <a:solidFill>
                  <a:srgbClr val="747474"/>
                </a:solidFill>
                <a:latin typeface="Arial"/>
                <a:cs typeface="Arial"/>
              </a:rPr>
              <a:t>have</a:t>
            </a:r>
            <a:r>
              <a:rPr sz="2400" spc="-125" dirty="0">
                <a:solidFill>
                  <a:srgbClr val="747474"/>
                </a:solidFill>
                <a:latin typeface="Arial"/>
                <a:cs typeface="Arial"/>
              </a:rPr>
              <a:t> </a:t>
            </a:r>
            <a:r>
              <a:rPr sz="2400" spc="-55" dirty="0">
                <a:solidFill>
                  <a:srgbClr val="747474"/>
                </a:solidFill>
                <a:latin typeface="Arial"/>
                <a:cs typeface="Arial"/>
              </a:rPr>
              <a:t>elements</a:t>
            </a:r>
            <a:r>
              <a:rPr sz="2400" spc="-114" dirty="0">
                <a:solidFill>
                  <a:srgbClr val="747474"/>
                </a:solidFill>
                <a:latin typeface="Arial"/>
                <a:cs typeface="Arial"/>
              </a:rPr>
              <a:t> </a:t>
            </a:r>
            <a:r>
              <a:rPr sz="2400" dirty="0">
                <a:solidFill>
                  <a:srgbClr val="747474"/>
                </a:solidFill>
                <a:latin typeface="Arial"/>
                <a:cs typeface="Arial"/>
              </a:rPr>
              <a:t>that</a:t>
            </a:r>
            <a:r>
              <a:rPr sz="2400" spc="-50" dirty="0">
                <a:solidFill>
                  <a:srgbClr val="747474"/>
                </a:solidFill>
                <a:latin typeface="Arial"/>
                <a:cs typeface="Arial"/>
              </a:rPr>
              <a:t> </a:t>
            </a:r>
            <a:r>
              <a:rPr sz="2400" dirty="0">
                <a:solidFill>
                  <a:srgbClr val="747474"/>
                </a:solidFill>
                <a:latin typeface="Arial"/>
                <a:cs typeface="Arial"/>
              </a:rPr>
              <a:t>don’t </a:t>
            </a:r>
            <a:r>
              <a:rPr sz="2400" spc="-45" dirty="0">
                <a:solidFill>
                  <a:srgbClr val="747474"/>
                </a:solidFill>
                <a:latin typeface="Arial"/>
                <a:cs typeface="Arial"/>
              </a:rPr>
              <a:t>mirror</a:t>
            </a:r>
            <a:r>
              <a:rPr sz="2400" spc="-95" dirty="0">
                <a:solidFill>
                  <a:srgbClr val="747474"/>
                </a:solidFill>
                <a:latin typeface="Arial"/>
                <a:cs typeface="Arial"/>
              </a:rPr>
              <a:t> </a:t>
            </a:r>
            <a:r>
              <a:rPr sz="2400" spc="-25" dirty="0">
                <a:solidFill>
                  <a:srgbClr val="747474"/>
                </a:solidFill>
                <a:latin typeface="Arial"/>
                <a:cs typeface="Arial"/>
              </a:rPr>
              <a:t>each</a:t>
            </a:r>
            <a:r>
              <a:rPr sz="2400" spc="-90" dirty="0">
                <a:solidFill>
                  <a:srgbClr val="747474"/>
                </a:solidFill>
                <a:latin typeface="Arial"/>
                <a:cs typeface="Arial"/>
              </a:rPr>
              <a:t> </a:t>
            </a:r>
            <a:r>
              <a:rPr sz="2400" spc="-10" dirty="0">
                <a:solidFill>
                  <a:srgbClr val="747474"/>
                </a:solidFill>
                <a:latin typeface="Arial"/>
                <a:cs typeface="Arial"/>
              </a:rPr>
              <a:t>other</a:t>
            </a:r>
            <a:r>
              <a:rPr sz="2400" spc="-75" dirty="0">
                <a:solidFill>
                  <a:srgbClr val="747474"/>
                </a:solidFill>
                <a:latin typeface="Arial"/>
                <a:cs typeface="Arial"/>
              </a:rPr>
              <a:t> </a:t>
            </a:r>
            <a:r>
              <a:rPr sz="2400" spc="-30" dirty="0">
                <a:solidFill>
                  <a:srgbClr val="747474"/>
                </a:solidFill>
                <a:latin typeface="Arial"/>
                <a:cs typeface="Arial"/>
              </a:rPr>
              <a:t>across</a:t>
            </a:r>
            <a:r>
              <a:rPr sz="2400" spc="-95" dirty="0">
                <a:solidFill>
                  <a:srgbClr val="747474"/>
                </a:solidFill>
                <a:latin typeface="Arial"/>
                <a:cs typeface="Arial"/>
              </a:rPr>
              <a:t> </a:t>
            </a:r>
            <a:r>
              <a:rPr sz="2400" spc="-50" dirty="0">
                <a:solidFill>
                  <a:srgbClr val="747474"/>
                </a:solidFill>
                <a:latin typeface="Arial"/>
                <a:cs typeface="Arial"/>
              </a:rPr>
              <a:t>a </a:t>
            </a:r>
            <a:r>
              <a:rPr sz="2400" spc="-60" dirty="0">
                <a:solidFill>
                  <a:srgbClr val="747474"/>
                </a:solidFill>
                <a:latin typeface="Arial"/>
                <a:cs typeface="Arial"/>
              </a:rPr>
              <a:t>centreline.</a:t>
            </a:r>
            <a:r>
              <a:rPr sz="2400" spc="-150" dirty="0">
                <a:solidFill>
                  <a:srgbClr val="747474"/>
                </a:solidFill>
                <a:latin typeface="Arial"/>
                <a:cs typeface="Arial"/>
              </a:rPr>
              <a:t> </a:t>
            </a:r>
            <a:r>
              <a:rPr sz="2400" spc="-65" dirty="0">
                <a:solidFill>
                  <a:srgbClr val="747474"/>
                </a:solidFill>
                <a:latin typeface="Arial"/>
                <a:cs typeface="Arial"/>
              </a:rPr>
              <a:t>These</a:t>
            </a:r>
            <a:r>
              <a:rPr sz="2400" spc="-145" dirty="0">
                <a:solidFill>
                  <a:srgbClr val="747474"/>
                </a:solidFill>
                <a:latin typeface="Arial"/>
                <a:cs typeface="Arial"/>
              </a:rPr>
              <a:t> </a:t>
            </a:r>
            <a:r>
              <a:rPr sz="2400" spc="-45" dirty="0">
                <a:solidFill>
                  <a:srgbClr val="747474"/>
                </a:solidFill>
                <a:latin typeface="Arial"/>
                <a:cs typeface="Arial"/>
              </a:rPr>
              <a:t>layouts</a:t>
            </a:r>
            <a:r>
              <a:rPr sz="2400" spc="-125" dirty="0">
                <a:solidFill>
                  <a:srgbClr val="747474"/>
                </a:solidFill>
                <a:latin typeface="Arial"/>
                <a:cs typeface="Arial"/>
              </a:rPr>
              <a:t> </a:t>
            </a:r>
            <a:r>
              <a:rPr sz="2400" dirty="0">
                <a:solidFill>
                  <a:srgbClr val="747474"/>
                </a:solidFill>
                <a:latin typeface="Arial"/>
                <a:cs typeface="Arial"/>
              </a:rPr>
              <a:t>can</a:t>
            </a:r>
            <a:r>
              <a:rPr sz="2400" spc="-120" dirty="0">
                <a:solidFill>
                  <a:srgbClr val="747474"/>
                </a:solidFill>
                <a:latin typeface="Arial"/>
                <a:cs typeface="Arial"/>
              </a:rPr>
              <a:t> </a:t>
            </a:r>
            <a:r>
              <a:rPr sz="2400" dirty="0">
                <a:solidFill>
                  <a:srgbClr val="747474"/>
                </a:solidFill>
                <a:latin typeface="Arial"/>
                <a:cs typeface="Arial"/>
              </a:rPr>
              <a:t>be</a:t>
            </a:r>
            <a:r>
              <a:rPr sz="2400" spc="-60" dirty="0">
                <a:solidFill>
                  <a:srgbClr val="747474"/>
                </a:solidFill>
                <a:latin typeface="Arial"/>
                <a:cs typeface="Arial"/>
              </a:rPr>
              <a:t> </a:t>
            </a:r>
            <a:r>
              <a:rPr sz="2400" spc="-25" dirty="0">
                <a:solidFill>
                  <a:srgbClr val="747474"/>
                </a:solidFill>
                <a:latin typeface="Arial"/>
                <a:cs typeface="Arial"/>
              </a:rPr>
              <a:t>more</a:t>
            </a:r>
            <a:r>
              <a:rPr sz="2400" spc="-100" dirty="0">
                <a:solidFill>
                  <a:srgbClr val="747474"/>
                </a:solidFill>
                <a:latin typeface="Arial"/>
                <a:cs typeface="Arial"/>
              </a:rPr>
              <a:t> </a:t>
            </a:r>
            <a:r>
              <a:rPr sz="2400" spc="-45" dirty="0">
                <a:solidFill>
                  <a:srgbClr val="747474"/>
                </a:solidFill>
                <a:latin typeface="Arial"/>
                <a:cs typeface="Arial"/>
              </a:rPr>
              <a:t>difficult</a:t>
            </a:r>
            <a:r>
              <a:rPr sz="2400" spc="-120" dirty="0">
                <a:solidFill>
                  <a:srgbClr val="747474"/>
                </a:solidFill>
                <a:latin typeface="Arial"/>
                <a:cs typeface="Arial"/>
              </a:rPr>
              <a:t> </a:t>
            </a:r>
            <a:r>
              <a:rPr sz="2400" dirty="0">
                <a:solidFill>
                  <a:srgbClr val="747474"/>
                </a:solidFill>
                <a:latin typeface="Arial"/>
                <a:cs typeface="Arial"/>
              </a:rPr>
              <a:t>to</a:t>
            </a:r>
            <a:r>
              <a:rPr sz="2400" spc="-35" dirty="0">
                <a:solidFill>
                  <a:srgbClr val="747474"/>
                </a:solidFill>
                <a:latin typeface="Arial"/>
                <a:cs typeface="Arial"/>
              </a:rPr>
              <a:t> design</a:t>
            </a:r>
            <a:r>
              <a:rPr sz="2400" spc="-100" dirty="0">
                <a:solidFill>
                  <a:srgbClr val="747474"/>
                </a:solidFill>
                <a:latin typeface="Arial"/>
                <a:cs typeface="Arial"/>
              </a:rPr>
              <a:t> </a:t>
            </a:r>
            <a:r>
              <a:rPr sz="2400" dirty="0">
                <a:solidFill>
                  <a:srgbClr val="747474"/>
                </a:solidFill>
                <a:latin typeface="Arial"/>
                <a:cs typeface="Arial"/>
              </a:rPr>
              <a:t>but</a:t>
            </a:r>
            <a:r>
              <a:rPr sz="2400" spc="-45" dirty="0">
                <a:solidFill>
                  <a:srgbClr val="747474"/>
                </a:solidFill>
                <a:latin typeface="Arial"/>
                <a:cs typeface="Arial"/>
              </a:rPr>
              <a:t> </a:t>
            </a:r>
            <a:r>
              <a:rPr sz="2400" dirty="0">
                <a:solidFill>
                  <a:srgbClr val="747474"/>
                </a:solidFill>
                <a:latin typeface="Arial"/>
                <a:cs typeface="Arial"/>
              </a:rPr>
              <a:t>can</a:t>
            </a:r>
            <a:r>
              <a:rPr sz="2400" spc="-70" dirty="0">
                <a:solidFill>
                  <a:srgbClr val="747474"/>
                </a:solidFill>
                <a:latin typeface="Arial"/>
                <a:cs typeface="Arial"/>
              </a:rPr>
              <a:t> </a:t>
            </a:r>
            <a:r>
              <a:rPr sz="2400" dirty="0">
                <a:solidFill>
                  <a:srgbClr val="747474"/>
                </a:solidFill>
                <a:latin typeface="Arial"/>
                <a:cs typeface="Arial"/>
              </a:rPr>
              <a:t>be</a:t>
            </a:r>
            <a:r>
              <a:rPr sz="2400" spc="-65" dirty="0">
                <a:solidFill>
                  <a:srgbClr val="747474"/>
                </a:solidFill>
                <a:latin typeface="Arial"/>
                <a:cs typeface="Arial"/>
              </a:rPr>
              <a:t> </a:t>
            </a:r>
            <a:r>
              <a:rPr sz="2400" spc="-50" dirty="0">
                <a:solidFill>
                  <a:srgbClr val="747474"/>
                </a:solidFill>
                <a:latin typeface="Arial"/>
                <a:cs typeface="Arial"/>
              </a:rPr>
              <a:t>appealing</a:t>
            </a:r>
            <a:r>
              <a:rPr sz="2400" spc="-114" dirty="0">
                <a:solidFill>
                  <a:srgbClr val="747474"/>
                </a:solidFill>
                <a:latin typeface="Arial"/>
                <a:cs typeface="Arial"/>
              </a:rPr>
              <a:t> </a:t>
            </a:r>
            <a:r>
              <a:rPr sz="2400" spc="-25" dirty="0">
                <a:solidFill>
                  <a:srgbClr val="747474"/>
                </a:solidFill>
                <a:latin typeface="Arial"/>
                <a:cs typeface="Arial"/>
              </a:rPr>
              <a:t>to </a:t>
            </a:r>
            <a:r>
              <a:rPr sz="2400" spc="-55" dirty="0">
                <a:solidFill>
                  <a:srgbClr val="747474"/>
                </a:solidFill>
                <a:latin typeface="Arial"/>
                <a:cs typeface="Arial"/>
              </a:rPr>
              <a:t>viewers.</a:t>
            </a:r>
            <a:r>
              <a:rPr sz="2400" spc="-114" dirty="0">
                <a:solidFill>
                  <a:srgbClr val="747474"/>
                </a:solidFill>
                <a:latin typeface="Arial"/>
                <a:cs typeface="Arial"/>
              </a:rPr>
              <a:t> </a:t>
            </a:r>
            <a:r>
              <a:rPr sz="2400" spc="-75" dirty="0">
                <a:solidFill>
                  <a:srgbClr val="747474"/>
                </a:solidFill>
                <a:latin typeface="Arial"/>
                <a:cs typeface="Arial"/>
              </a:rPr>
              <a:t>We</a:t>
            </a:r>
            <a:r>
              <a:rPr sz="2400" spc="-175" dirty="0">
                <a:solidFill>
                  <a:srgbClr val="747474"/>
                </a:solidFill>
                <a:latin typeface="Arial"/>
                <a:cs typeface="Arial"/>
              </a:rPr>
              <a:t> </a:t>
            </a:r>
            <a:r>
              <a:rPr sz="2400" dirty="0">
                <a:solidFill>
                  <a:srgbClr val="747474"/>
                </a:solidFill>
                <a:latin typeface="Arial"/>
                <a:cs typeface="Arial"/>
              </a:rPr>
              <a:t>can</a:t>
            </a:r>
            <a:r>
              <a:rPr sz="2400" spc="-120" dirty="0">
                <a:solidFill>
                  <a:srgbClr val="747474"/>
                </a:solidFill>
                <a:latin typeface="Arial"/>
                <a:cs typeface="Arial"/>
              </a:rPr>
              <a:t> </a:t>
            </a:r>
            <a:r>
              <a:rPr sz="2400" spc="-40" dirty="0">
                <a:solidFill>
                  <a:srgbClr val="747474"/>
                </a:solidFill>
                <a:latin typeface="Arial"/>
                <a:cs typeface="Arial"/>
              </a:rPr>
              <a:t>create</a:t>
            </a:r>
            <a:r>
              <a:rPr sz="2400" spc="-100" dirty="0">
                <a:solidFill>
                  <a:srgbClr val="747474"/>
                </a:solidFill>
                <a:latin typeface="Arial"/>
                <a:cs typeface="Arial"/>
              </a:rPr>
              <a:t> </a:t>
            </a:r>
            <a:r>
              <a:rPr sz="2400" dirty="0">
                <a:solidFill>
                  <a:srgbClr val="747474"/>
                </a:solidFill>
                <a:latin typeface="Arial"/>
                <a:cs typeface="Arial"/>
              </a:rPr>
              <a:t>an</a:t>
            </a:r>
            <a:r>
              <a:rPr sz="2400" spc="-95" dirty="0">
                <a:solidFill>
                  <a:srgbClr val="747474"/>
                </a:solidFill>
                <a:latin typeface="Arial"/>
                <a:cs typeface="Arial"/>
              </a:rPr>
              <a:t> </a:t>
            </a:r>
            <a:r>
              <a:rPr sz="2400" spc="-60" dirty="0">
                <a:solidFill>
                  <a:srgbClr val="747474"/>
                </a:solidFill>
                <a:latin typeface="Arial"/>
                <a:cs typeface="Arial"/>
              </a:rPr>
              <a:t>asymmetrically</a:t>
            </a:r>
            <a:r>
              <a:rPr sz="2400" spc="-125" dirty="0">
                <a:solidFill>
                  <a:srgbClr val="747474"/>
                </a:solidFill>
                <a:latin typeface="Arial"/>
                <a:cs typeface="Arial"/>
              </a:rPr>
              <a:t> </a:t>
            </a:r>
            <a:r>
              <a:rPr sz="2400" spc="-35" dirty="0">
                <a:solidFill>
                  <a:srgbClr val="747474"/>
                </a:solidFill>
                <a:latin typeface="Arial"/>
                <a:cs typeface="Arial"/>
              </a:rPr>
              <a:t>balanced</a:t>
            </a:r>
            <a:r>
              <a:rPr sz="2400" spc="-80" dirty="0">
                <a:solidFill>
                  <a:srgbClr val="747474"/>
                </a:solidFill>
                <a:latin typeface="Arial"/>
                <a:cs typeface="Arial"/>
              </a:rPr>
              <a:t> </a:t>
            </a:r>
            <a:r>
              <a:rPr sz="2400" spc="-35" dirty="0">
                <a:solidFill>
                  <a:srgbClr val="747474"/>
                </a:solidFill>
                <a:latin typeface="Arial"/>
                <a:cs typeface="Arial"/>
              </a:rPr>
              <a:t>layout</a:t>
            </a:r>
            <a:r>
              <a:rPr sz="2400" spc="-110" dirty="0">
                <a:solidFill>
                  <a:srgbClr val="747474"/>
                </a:solidFill>
                <a:latin typeface="Arial"/>
                <a:cs typeface="Arial"/>
              </a:rPr>
              <a:t> </a:t>
            </a:r>
            <a:r>
              <a:rPr sz="2400" dirty="0">
                <a:solidFill>
                  <a:srgbClr val="747474"/>
                </a:solidFill>
                <a:latin typeface="Arial"/>
                <a:cs typeface="Arial"/>
              </a:rPr>
              <a:t>by</a:t>
            </a:r>
            <a:r>
              <a:rPr sz="2400" spc="-55" dirty="0">
                <a:solidFill>
                  <a:srgbClr val="747474"/>
                </a:solidFill>
                <a:latin typeface="Arial"/>
                <a:cs typeface="Arial"/>
              </a:rPr>
              <a:t> </a:t>
            </a:r>
            <a:r>
              <a:rPr sz="2400" spc="-30" dirty="0">
                <a:solidFill>
                  <a:srgbClr val="747474"/>
                </a:solidFill>
                <a:latin typeface="Arial"/>
                <a:cs typeface="Arial"/>
              </a:rPr>
              <a:t>placing</a:t>
            </a:r>
            <a:r>
              <a:rPr sz="2400" spc="-85" dirty="0">
                <a:solidFill>
                  <a:srgbClr val="747474"/>
                </a:solidFill>
                <a:latin typeface="Arial"/>
                <a:cs typeface="Arial"/>
              </a:rPr>
              <a:t> </a:t>
            </a:r>
            <a:r>
              <a:rPr sz="2400" spc="-75" dirty="0">
                <a:solidFill>
                  <a:srgbClr val="747474"/>
                </a:solidFill>
                <a:latin typeface="Arial"/>
                <a:cs typeface="Arial"/>
              </a:rPr>
              <a:t>several</a:t>
            </a:r>
            <a:r>
              <a:rPr sz="2400" spc="-140" dirty="0">
                <a:solidFill>
                  <a:srgbClr val="747474"/>
                </a:solidFill>
                <a:latin typeface="Arial"/>
                <a:cs typeface="Arial"/>
              </a:rPr>
              <a:t> </a:t>
            </a:r>
            <a:r>
              <a:rPr sz="2400" spc="-10" dirty="0">
                <a:solidFill>
                  <a:srgbClr val="747474"/>
                </a:solidFill>
                <a:latin typeface="Arial"/>
                <a:cs typeface="Arial"/>
              </a:rPr>
              <a:t>small </a:t>
            </a:r>
            <a:r>
              <a:rPr sz="2400" spc="-25" dirty="0">
                <a:solidFill>
                  <a:srgbClr val="747474"/>
                </a:solidFill>
                <a:latin typeface="Arial"/>
                <a:cs typeface="Arial"/>
              </a:rPr>
              <a:t>items</a:t>
            </a:r>
            <a:r>
              <a:rPr sz="2400" spc="-145" dirty="0">
                <a:solidFill>
                  <a:srgbClr val="747474"/>
                </a:solidFill>
                <a:latin typeface="Arial"/>
                <a:cs typeface="Arial"/>
              </a:rPr>
              <a:t> </a:t>
            </a:r>
            <a:r>
              <a:rPr sz="2400" dirty="0">
                <a:solidFill>
                  <a:srgbClr val="747474"/>
                </a:solidFill>
                <a:latin typeface="Arial"/>
                <a:cs typeface="Arial"/>
              </a:rPr>
              <a:t>on</a:t>
            </a:r>
            <a:r>
              <a:rPr sz="2400" spc="-165" dirty="0">
                <a:solidFill>
                  <a:srgbClr val="747474"/>
                </a:solidFill>
                <a:latin typeface="Arial"/>
                <a:cs typeface="Arial"/>
              </a:rPr>
              <a:t> </a:t>
            </a:r>
            <a:r>
              <a:rPr sz="2400" spc="-10" dirty="0">
                <a:solidFill>
                  <a:srgbClr val="747474"/>
                </a:solidFill>
                <a:latin typeface="Arial"/>
                <a:cs typeface="Arial"/>
              </a:rPr>
              <a:t>one</a:t>
            </a:r>
            <a:r>
              <a:rPr sz="2400" spc="-155" dirty="0">
                <a:solidFill>
                  <a:srgbClr val="747474"/>
                </a:solidFill>
                <a:latin typeface="Arial"/>
                <a:cs typeface="Arial"/>
              </a:rPr>
              <a:t> </a:t>
            </a:r>
            <a:r>
              <a:rPr sz="2400" spc="-25" dirty="0">
                <a:solidFill>
                  <a:srgbClr val="747474"/>
                </a:solidFill>
                <a:latin typeface="Arial"/>
                <a:cs typeface="Arial"/>
              </a:rPr>
              <a:t>side,</a:t>
            </a:r>
            <a:r>
              <a:rPr sz="2400" spc="-140" dirty="0">
                <a:solidFill>
                  <a:srgbClr val="747474"/>
                </a:solidFill>
                <a:latin typeface="Arial"/>
                <a:cs typeface="Arial"/>
              </a:rPr>
              <a:t> </a:t>
            </a:r>
            <a:r>
              <a:rPr sz="2400" dirty="0">
                <a:solidFill>
                  <a:srgbClr val="747474"/>
                </a:solidFill>
                <a:latin typeface="Arial"/>
                <a:cs typeface="Arial"/>
              </a:rPr>
              <a:t>and</a:t>
            </a:r>
            <a:r>
              <a:rPr sz="2400" spc="-125" dirty="0">
                <a:solidFill>
                  <a:srgbClr val="747474"/>
                </a:solidFill>
                <a:latin typeface="Arial"/>
                <a:cs typeface="Arial"/>
              </a:rPr>
              <a:t> </a:t>
            </a:r>
            <a:r>
              <a:rPr sz="2400" spc="-10" dirty="0">
                <a:solidFill>
                  <a:srgbClr val="747474"/>
                </a:solidFill>
                <a:latin typeface="Arial"/>
                <a:cs typeface="Arial"/>
              </a:rPr>
              <a:t>one</a:t>
            </a:r>
            <a:r>
              <a:rPr sz="2400" spc="-130" dirty="0">
                <a:solidFill>
                  <a:srgbClr val="747474"/>
                </a:solidFill>
                <a:latin typeface="Arial"/>
                <a:cs typeface="Arial"/>
              </a:rPr>
              <a:t> </a:t>
            </a:r>
            <a:r>
              <a:rPr sz="2400" spc="-60" dirty="0">
                <a:solidFill>
                  <a:srgbClr val="747474"/>
                </a:solidFill>
                <a:latin typeface="Arial"/>
                <a:cs typeface="Arial"/>
              </a:rPr>
              <a:t>large</a:t>
            </a:r>
            <a:r>
              <a:rPr sz="2400" spc="-110" dirty="0">
                <a:solidFill>
                  <a:srgbClr val="747474"/>
                </a:solidFill>
                <a:latin typeface="Arial"/>
                <a:cs typeface="Arial"/>
              </a:rPr>
              <a:t> </a:t>
            </a:r>
            <a:r>
              <a:rPr sz="2400" spc="-10" dirty="0">
                <a:solidFill>
                  <a:srgbClr val="747474"/>
                </a:solidFill>
                <a:latin typeface="Arial"/>
                <a:cs typeface="Arial"/>
              </a:rPr>
              <a:t>item</a:t>
            </a:r>
            <a:r>
              <a:rPr sz="2400" spc="-125" dirty="0">
                <a:solidFill>
                  <a:srgbClr val="747474"/>
                </a:solidFill>
                <a:latin typeface="Arial"/>
                <a:cs typeface="Arial"/>
              </a:rPr>
              <a:t> </a:t>
            </a:r>
            <a:r>
              <a:rPr sz="2400" dirty="0">
                <a:solidFill>
                  <a:srgbClr val="747474"/>
                </a:solidFill>
                <a:latin typeface="Arial"/>
                <a:cs typeface="Arial"/>
              </a:rPr>
              <a:t>on</a:t>
            </a:r>
            <a:r>
              <a:rPr sz="2400" spc="-100" dirty="0">
                <a:solidFill>
                  <a:srgbClr val="747474"/>
                </a:solidFill>
                <a:latin typeface="Arial"/>
                <a:cs typeface="Arial"/>
              </a:rPr>
              <a:t> </a:t>
            </a:r>
            <a:r>
              <a:rPr sz="2400" dirty="0">
                <a:solidFill>
                  <a:srgbClr val="747474"/>
                </a:solidFill>
                <a:latin typeface="Arial"/>
                <a:cs typeface="Arial"/>
              </a:rPr>
              <a:t>the</a:t>
            </a:r>
            <a:r>
              <a:rPr sz="2400" spc="-110" dirty="0">
                <a:solidFill>
                  <a:srgbClr val="747474"/>
                </a:solidFill>
                <a:latin typeface="Arial"/>
                <a:cs typeface="Arial"/>
              </a:rPr>
              <a:t> </a:t>
            </a:r>
            <a:r>
              <a:rPr sz="2400" spc="-10" dirty="0">
                <a:solidFill>
                  <a:srgbClr val="747474"/>
                </a:solidFill>
                <a:latin typeface="Arial"/>
                <a:cs typeface="Arial"/>
              </a:rPr>
              <a:t>other</a:t>
            </a:r>
            <a:r>
              <a:rPr sz="2400" spc="-114" dirty="0">
                <a:solidFill>
                  <a:srgbClr val="747474"/>
                </a:solidFill>
                <a:latin typeface="Arial"/>
                <a:cs typeface="Arial"/>
              </a:rPr>
              <a:t> </a:t>
            </a:r>
            <a:r>
              <a:rPr sz="2400" spc="-30" dirty="0">
                <a:solidFill>
                  <a:srgbClr val="747474"/>
                </a:solidFill>
                <a:latin typeface="Arial"/>
                <a:cs typeface="Arial"/>
              </a:rPr>
              <a:t>side.</a:t>
            </a:r>
            <a:r>
              <a:rPr sz="2400" spc="-135" dirty="0">
                <a:solidFill>
                  <a:srgbClr val="747474"/>
                </a:solidFill>
                <a:latin typeface="Arial"/>
                <a:cs typeface="Arial"/>
              </a:rPr>
              <a:t> </a:t>
            </a:r>
            <a:r>
              <a:rPr sz="2400" dirty="0">
                <a:solidFill>
                  <a:srgbClr val="747474"/>
                </a:solidFill>
                <a:latin typeface="Arial"/>
                <a:cs typeface="Arial"/>
              </a:rPr>
              <a:t>If</a:t>
            </a:r>
            <a:r>
              <a:rPr sz="2400" spc="-160" dirty="0">
                <a:solidFill>
                  <a:srgbClr val="747474"/>
                </a:solidFill>
                <a:latin typeface="Arial"/>
                <a:cs typeface="Arial"/>
              </a:rPr>
              <a:t> </a:t>
            </a:r>
            <a:r>
              <a:rPr sz="2400" spc="-20" dirty="0">
                <a:solidFill>
                  <a:srgbClr val="747474"/>
                </a:solidFill>
                <a:latin typeface="Arial"/>
                <a:cs typeface="Arial"/>
              </a:rPr>
              <a:t>you</a:t>
            </a:r>
            <a:r>
              <a:rPr sz="2400" spc="-135" dirty="0">
                <a:solidFill>
                  <a:srgbClr val="747474"/>
                </a:solidFill>
                <a:latin typeface="Arial"/>
                <a:cs typeface="Arial"/>
              </a:rPr>
              <a:t> </a:t>
            </a:r>
            <a:r>
              <a:rPr sz="2400" spc="-65" dirty="0">
                <a:solidFill>
                  <a:srgbClr val="747474"/>
                </a:solidFill>
                <a:latin typeface="Arial"/>
                <a:cs typeface="Arial"/>
              </a:rPr>
              <a:t>have</a:t>
            </a:r>
            <a:r>
              <a:rPr sz="2400" spc="-125" dirty="0">
                <a:solidFill>
                  <a:srgbClr val="747474"/>
                </a:solidFill>
                <a:latin typeface="Arial"/>
                <a:cs typeface="Arial"/>
              </a:rPr>
              <a:t> </a:t>
            </a:r>
            <a:r>
              <a:rPr sz="2400" spc="-10" dirty="0">
                <a:solidFill>
                  <a:srgbClr val="747474"/>
                </a:solidFill>
                <a:latin typeface="Arial"/>
                <a:cs typeface="Arial"/>
              </a:rPr>
              <a:t>one</a:t>
            </a:r>
            <a:r>
              <a:rPr sz="2400" spc="-135" dirty="0">
                <a:solidFill>
                  <a:srgbClr val="747474"/>
                </a:solidFill>
                <a:latin typeface="Arial"/>
                <a:cs typeface="Arial"/>
              </a:rPr>
              <a:t> </a:t>
            </a:r>
            <a:r>
              <a:rPr sz="2400" dirty="0">
                <a:solidFill>
                  <a:srgbClr val="747474"/>
                </a:solidFill>
                <a:latin typeface="Arial"/>
                <a:cs typeface="Arial"/>
              </a:rPr>
              <a:t>dark</a:t>
            </a:r>
            <a:r>
              <a:rPr sz="2400" spc="-110" dirty="0">
                <a:solidFill>
                  <a:srgbClr val="747474"/>
                </a:solidFill>
                <a:latin typeface="Arial"/>
                <a:cs typeface="Arial"/>
              </a:rPr>
              <a:t> </a:t>
            </a:r>
            <a:r>
              <a:rPr sz="2400" spc="-10" dirty="0">
                <a:solidFill>
                  <a:srgbClr val="747474"/>
                </a:solidFill>
                <a:latin typeface="Arial"/>
                <a:cs typeface="Arial"/>
              </a:rPr>
              <a:t>item</a:t>
            </a:r>
            <a:r>
              <a:rPr sz="2400" spc="-120" dirty="0">
                <a:solidFill>
                  <a:srgbClr val="747474"/>
                </a:solidFill>
                <a:latin typeface="Arial"/>
                <a:cs typeface="Arial"/>
              </a:rPr>
              <a:t> </a:t>
            </a:r>
            <a:r>
              <a:rPr sz="2400" spc="-25" dirty="0">
                <a:solidFill>
                  <a:srgbClr val="747474"/>
                </a:solidFill>
                <a:latin typeface="Arial"/>
                <a:cs typeface="Arial"/>
              </a:rPr>
              <a:t>on </a:t>
            </a:r>
            <a:r>
              <a:rPr sz="2400" spc="-45" dirty="0">
                <a:solidFill>
                  <a:srgbClr val="747474"/>
                </a:solidFill>
                <a:latin typeface="Arial"/>
                <a:cs typeface="Arial"/>
              </a:rPr>
              <a:t>one</a:t>
            </a:r>
            <a:r>
              <a:rPr sz="2400" spc="-140" dirty="0">
                <a:solidFill>
                  <a:srgbClr val="747474"/>
                </a:solidFill>
                <a:latin typeface="Arial"/>
                <a:cs typeface="Arial"/>
              </a:rPr>
              <a:t> </a:t>
            </a:r>
            <a:r>
              <a:rPr sz="2400" spc="-40" dirty="0">
                <a:solidFill>
                  <a:srgbClr val="747474"/>
                </a:solidFill>
                <a:latin typeface="Arial"/>
                <a:cs typeface="Arial"/>
              </a:rPr>
              <a:t>side,</a:t>
            </a:r>
            <a:r>
              <a:rPr sz="2400" spc="-130" dirty="0">
                <a:solidFill>
                  <a:srgbClr val="747474"/>
                </a:solidFill>
                <a:latin typeface="Arial"/>
                <a:cs typeface="Arial"/>
              </a:rPr>
              <a:t> </a:t>
            </a:r>
            <a:r>
              <a:rPr sz="2400" spc="-45" dirty="0">
                <a:solidFill>
                  <a:srgbClr val="747474"/>
                </a:solidFill>
                <a:latin typeface="Arial"/>
                <a:cs typeface="Arial"/>
              </a:rPr>
              <a:t>you</a:t>
            </a:r>
            <a:r>
              <a:rPr sz="2400" spc="-130" dirty="0">
                <a:solidFill>
                  <a:srgbClr val="747474"/>
                </a:solidFill>
                <a:latin typeface="Arial"/>
                <a:cs typeface="Arial"/>
              </a:rPr>
              <a:t> </a:t>
            </a:r>
            <a:r>
              <a:rPr sz="2400" spc="-45" dirty="0">
                <a:solidFill>
                  <a:srgbClr val="747474"/>
                </a:solidFill>
                <a:latin typeface="Arial"/>
                <a:cs typeface="Arial"/>
              </a:rPr>
              <a:t>may</a:t>
            </a:r>
            <a:r>
              <a:rPr sz="2400" spc="-165" dirty="0">
                <a:solidFill>
                  <a:srgbClr val="747474"/>
                </a:solidFill>
                <a:latin typeface="Arial"/>
                <a:cs typeface="Arial"/>
              </a:rPr>
              <a:t> </a:t>
            </a:r>
            <a:r>
              <a:rPr sz="2400" spc="-40" dirty="0">
                <a:solidFill>
                  <a:srgbClr val="747474"/>
                </a:solidFill>
                <a:latin typeface="Arial"/>
                <a:cs typeface="Arial"/>
              </a:rPr>
              <a:t>place</a:t>
            </a:r>
            <a:r>
              <a:rPr sz="2400" spc="-120" dirty="0">
                <a:solidFill>
                  <a:srgbClr val="747474"/>
                </a:solidFill>
                <a:latin typeface="Arial"/>
                <a:cs typeface="Arial"/>
              </a:rPr>
              <a:t> </a:t>
            </a:r>
            <a:r>
              <a:rPr sz="2400" spc="-80" dirty="0">
                <a:solidFill>
                  <a:srgbClr val="747474"/>
                </a:solidFill>
                <a:latin typeface="Arial"/>
                <a:cs typeface="Arial"/>
              </a:rPr>
              <a:t>several</a:t>
            </a:r>
            <a:r>
              <a:rPr sz="2400" spc="-225" dirty="0">
                <a:solidFill>
                  <a:srgbClr val="747474"/>
                </a:solidFill>
                <a:latin typeface="Arial"/>
                <a:cs typeface="Arial"/>
              </a:rPr>
              <a:t> </a:t>
            </a:r>
            <a:r>
              <a:rPr sz="2400" spc="-45" dirty="0">
                <a:solidFill>
                  <a:srgbClr val="747474"/>
                </a:solidFill>
                <a:latin typeface="Arial"/>
                <a:cs typeface="Arial"/>
              </a:rPr>
              <a:t>light</a:t>
            </a:r>
            <a:r>
              <a:rPr sz="2400" spc="-130" dirty="0">
                <a:solidFill>
                  <a:srgbClr val="747474"/>
                </a:solidFill>
                <a:latin typeface="Arial"/>
                <a:cs typeface="Arial"/>
              </a:rPr>
              <a:t> </a:t>
            </a:r>
            <a:r>
              <a:rPr sz="2400" spc="-35" dirty="0">
                <a:solidFill>
                  <a:srgbClr val="747474"/>
                </a:solidFill>
                <a:latin typeface="Arial"/>
                <a:cs typeface="Arial"/>
              </a:rPr>
              <a:t>coloured</a:t>
            </a:r>
            <a:r>
              <a:rPr sz="2400" spc="-85" dirty="0">
                <a:solidFill>
                  <a:srgbClr val="747474"/>
                </a:solidFill>
                <a:latin typeface="Arial"/>
                <a:cs typeface="Arial"/>
              </a:rPr>
              <a:t> </a:t>
            </a:r>
            <a:r>
              <a:rPr sz="2400" spc="-35" dirty="0">
                <a:solidFill>
                  <a:srgbClr val="747474"/>
                </a:solidFill>
                <a:latin typeface="Arial"/>
                <a:cs typeface="Arial"/>
              </a:rPr>
              <a:t>items</a:t>
            </a:r>
            <a:r>
              <a:rPr sz="2400" spc="-120" dirty="0">
                <a:solidFill>
                  <a:srgbClr val="747474"/>
                </a:solidFill>
                <a:latin typeface="Arial"/>
                <a:cs typeface="Arial"/>
              </a:rPr>
              <a:t> </a:t>
            </a:r>
            <a:r>
              <a:rPr sz="2400" dirty="0">
                <a:solidFill>
                  <a:srgbClr val="747474"/>
                </a:solidFill>
                <a:latin typeface="Arial"/>
                <a:cs typeface="Arial"/>
              </a:rPr>
              <a:t>on</a:t>
            </a:r>
            <a:r>
              <a:rPr sz="2400" spc="-70" dirty="0">
                <a:solidFill>
                  <a:srgbClr val="747474"/>
                </a:solidFill>
                <a:latin typeface="Arial"/>
                <a:cs typeface="Arial"/>
              </a:rPr>
              <a:t> </a:t>
            </a:r>
            <a:r>
              <a:rPr sz="2400" spc="-10" dirty="0">
                <a:solidFill>
                  <a:srgbClr val="747474"/>
                </a:solidFill>
                <a:latin typeface="Arial"/>
                <a:cs typeface="Arial"/>
              </a:rPr>
              <a:t>the</a:t>
            </a:r>
            <a:r>
              <a:rPr sz="2400" spc="-100" dirty="0">
                <a:solidFill>
                  <a:srgbClr val="747474"/>
                </a:solidFill>
                <a:latin typeface="Arial"/>
                <a:cs typeface="Arial"/>
              </a:rPr>
              <a:t> </a:t>
            </a:r>
            <a:r>
              <a:rPr sz="2400" spc="-20" dirty="0">
                <a:solidFill>
                  <a:srgbClr val="747474"/>
                </a:solidFill>
                <a:latin typeface="Arial"/>
                <a:cs typeface="Arial"/>
              </a:rPr>
              <a:t>other</a:t>
            </a:r>
            <a:r>
              <a:rPr sz="2400" spc="-95" dirty="0">
                <a:solidFill>
                  <a:srgbClr val="747474"/>
                </a:solidFill>
                <a:latin typeface="Arial"/>
                <a:cs typeface="Arial"/>
              </a:rPr>
              <a:t> </a:t>
            </a:r>
            <a:r>
              <a:rPr sz="2400" spc="-45" dirty="0">
                <a:solidFill>
                  <a:srgbClr val="747474"/>
                </a:solidFill>
                <a:latin typeface="Arial"/>
                <a:cs typeface="Arial"/>
              </a:rPr>
              <a:t>side.</a:t>
            </a:r>
            <a:r>
              <a:rPr sz="2400" spc="-390" dirty="0">
                <a:solidFill>
                  <a:srgbClr val="747474"/>
                </a:solidFill>
                <a:latin typeface="Arial"/>
                <a:cs typeface="Arial"/>
              </a:rPr>
              <a:t> </a:t>
            </a:r>
            <a:r>
              <a:rPr sz="2400" spc="-45" dirty="0">
                <a:solidFill>
                  <a:srgbClr val="747474"/>
                </a:solidFill>
                <a:latin typeface="Arial"/>
                <a:cs typeface="Arial"/>
              </a:rPr>
              <a:t>An</a:t>
            </a:r>
            <a:r>
              <a:rPr sz="2400" spc="-185" dirty="0">
                <a:solidFill>
                  <a:srgbClr val="747474"/>
                </a:solidFill>
                <a:latin typeface="Arial"/>
                <a:cs typeface="Arial"/>
              </a:rPr>
              <a:t> </a:t>
            </a:r>
            <a:r>
              <a:rPr sz="2400" spc="-10" dirty="0">
                <a:solidFill>
                  <a:srgbClr val="747474"/>
                </a:solidFill>
                <a:latin typeface="Arial"/>
                <a:cs typeface="Arial"/>
              </a:rPr>
              <a:t>asymmetrical </a:t>
            </a:r>
            <a:r>
              <a:rPr sz="2400" spc="-35" dirty="0">
                <a:solidFill>
                  <a:srgbClr val="747474"/>
                </a:solidFill>
                <a:latin typeface="Arial"/>
                <a:cs typeface="Arial"/>
              </a:rPr>
              <a:t>balanced</a:t>
            </a:r>
            <a:r>
              <a:rPr sz="2400" spc="-130" dirty="0">
                <a:solidFill>
                  <a:srgbClr val="747474"/>
                </a:solidFill>
                <a:latin typeface="Arial"/>
                <a:cs typeface="Arial"/>
              </a:rPr>
              <a:t> </a:t>
            </a:r>
            <a:r>
              <a:rPr sz="2400" spc="-35" dirty="0">
                <a:solidFill>
                  <a:srgbClr val="747474"/>
                </a:solidFill>
                <a:latin typeface="Arial"/>
                <a:cs typeface="Arial"/>
              </a:rPr>
              <a:t>design</a:t>
            </a:r>
            <a:r>
              <a:rPr sz="2400" spc="-114" dirty="0">
                <a:solidFill>
                  <a:srgbClr val="747474"/>
                </a:solidFill>
                <a:latin typeface="Arial"/>
                <a:cs typeface="Arial"/>
              </a:rPr>
              <a:t> </a:t>
            </a:r>
            <a:r>
              <a:rPr sz="2400" dirty="0">
                <a:solidFill>
                  <a:srgbClr val="747474"/>
                </a:solidFill>
                <a:latin typeface="Arial"/>
                <a:cs typeface="Arial"/>
              </a:rPr>
              <a:t>can</a:t>
            </a:r>
            <a:r>
              <a:rPr sz="2400" spc="-80" dirty="0">
                <a:solidFill>
                  <a:srgbClr val="747474"/>
                </a:solidFill>
                <a:latin typeface="Arial"/>
                <a:cs typeface="Arial"/>
              </a:rPr>
              <a:t> </a:t>
            </a:r>
            <a:r>
              <a:rPr sz="2400" spc="-40" dirty="0">
                <a:solidFill>
                  <a:srgbClr val="747474"/>
                </a:solidFill>
                <a:latin typeface="Arial"/>
                <a:cs typeface="Arial"/>
              </a:rPr>
              <a:t>create</a:t>
            </a:r>
            <a:r>
              <a:rPr sz="2400" spc="-114" dirty="0">
                <a:solidFill>
                  <a:srgbClr val="747474"/>
                </a:solidFill>
                <a:latin typeface="Arial"/>
                <a:cs typeface="Arial"/>
              </a:rPr>
              <a:t> </a:t>
            </a:r>
            <a:r>
              <a:rPr sz="2400" spc="-35" dirty="0">
                <a:solidFill>
                  <a:srgbClr val="747474"/>
                </a:solidFill>
                <a:latin typeface="Arial"/>
                <a:cs typeface="Arial"/>
              </a:rPr>
              <a:t>tension,</a:t>
            </a:r>
            <a:r>
              <a:rPr sz="2400" spc="-114" dirty="0">
                <a:solidFill>
                  <a:srgbClr val="747474"/>
                </a:solidFill>
                <a:latin typeface="Arial"/>
                <a:cs typeface="Arial"/>
              </a:rPr>
              <a:t> </a:t>
            </a:r>
            <a:r>
              <a:rPr sz="2400" spc="-25" dirty="0">
                <a:solidFill>
                  <a:srgbClr val="747474"/>
                </a:solidFill>
                <a:latin typeface="Arial"/>
                <a:cs typeface="Arial"/>
              </a:rPr>
              <a:t>drawing</a:t>
            </a:r>
            <a:r>
              <a:rPr sz="2400" spc="-95" dirty="0">
                <a:solidFill>
                  <a:srgbClr val="747474"/>
                </a:solidFill>
                <a:latin typeface="Arial"/>
                <a:cs typeface="Arial"/>
              </a:rPr>
              <a:t> </a:t>
            </a:r>
            <a:r>
              <a:rPr sz="2400" dirty="0">
                <a:solidFill>
                  <a:srgbClr val="747474"/>
                </a:solidFill>
                <a:latin typeface="Arial"/>
                <a:cs typeface="Arial"/>
              </a:rPr>
              <a:t>the</a:t>
            </a:r>
            <a:r>
              <a:rPr sz="2400" spc="-95" dirty="0">
                <a:solidFill>
                  <a:srgbClr val="747474"/>
                </a:solidFill>
                <a:latin typeface="Arial"/>
                <a:cs typeface="Arial"/>
              </a:rPr>
              <a:t> </a:t>
            </a:r>
            <a:r>
              <a:rPr sz="2400" spc="-60" dirty="0">
                <a:solidFill>
                  <a:srgbClr val="747474"/>
                </a:solidFill>
                <a:latin typeface="Arial"/>
                <a:cs typeface="Arial"/>
              </a:rPr>
              <a:t>viewer</a:t>
            </a:r>
            <a:r>
              <a:rPr sz="2400" spc="-210" dirty="0">
                <a:solidFill>
                  <a:srgbClr val="747474"/>
                </a:solidFill>
                <a:latin typeface="Arial"/>
                <a:cs typeface="Arial"/>
              </a:rPr>
              <a:t> </a:t>
            </a:r>
            <a:r>
              <a:rPr sz="2400" spc="-25" dirty="0">
                <a:solidFill>
                  <a:srgbClr val="747474"/>
                </a:solidFill>
                <a:latin typeface="Arial"/>
                <a:cs typeface="Arial"/>
              </a:rPr>
              <a:t>in.</a:t>
            </a:r>
            <a:endParaRPr sz="2400">
              <a:latin typeface="Arial"/>
              <a:cs typeface="Arial"/>
            </a:endParaRPr>
          </a:p>
        </p:txBody>
      </p:sp>
      <p:pic>
        <p:nvPicPr>
          <p:cNvPr id="4" name="object 4"/>
          <p:cNvPicPr/>
          <p:nvPr/>
        </p:nvPicPr>
        <p:blipFill>
          <a:blip r:embed="rId2" cstate="print"/>
          <a:stretch>
            <a:fillRect/>
          </a:stretch>
        </p:blipFill>
        <p:spPr>
          <a:xfrm>
            <a:off x="625017" y="5814339"/>
            <a:ext cx="7645399" cy="3441697"/>
          </a:xfrm>
          <a:prstGeom prst="rect">
            <a:avLst/>
          </a:prstGeom>
        </p:spPr>
      </p:pic>
      <p:sp>
        <p:nvSpPr>
          <p:cNvPr id="5" name="object 5"/>
          <p:cNvSpPr txBox="1"/>
          <p:nvPr/>
        </p:nvSpPr>
        <p:spPr>
          <a:xfrm>
            <a:off x="8466669" y="9311131"/>
            <a:ext cx="3959225" cy="208279"/>
          </a:xfrm>
          <a:prstGeom prst="rect">
            <a:avLst/>
          </a:prstGeom>
        </p:spPr>
        <p:txBody>
          <a:bodyPr vert="horz" wrap="square" lIns="0" tIns="12700" rIns="0" bIns="0" rtlCol="0">
            <a:spAutoFit/>
          </a:bodyPr>
          <a:lstStyle/>
          <a:p>
            <a:pPr marL="12700">
              <a:lnSpc>
                <a:spcPct val="100000"/>
              </a:lnSpc>
              <a:spcBef>
                <a:spcPts val="100"/>
              </a:spcBef>
            </a:pPr>
            <a:r>
              <a:rPr sz="1200" u="sng" spc="-25" dirty="0">
                <a:uFill>
                  <a:solidFill>
                    <a:srgbClr val="000000"/>
                  </a:solidFill>
                </a:uFill>
                <a:latin typeface="Arial"/>
                <a:cs typeface="Arial"/>
                <a:hlinkClick r:id="rId3"/>
              </a:rPr>
              <a:t>http://www.sitepoint.com/principles-</a:t>
            </a:r>
            <a:r>
              <a:rPr sz="1200" u="sng" spc="-20" dirty="0">
                <a:uFill>
                  <a:solidFill>
                    <a:srgbClr val="000000"/>
                  </a:solidFill>
                </a:uFill>
                <a:latin typeface="Arial"/>
                <a:cs typeface="Arial"/>
                <a:hlinkClick r:id="rId3"/>
              </a:rPr>
              <a:t>of-good-design-</a:t>
            </a:r>
            <a:r>
              <a:rPr sz="1200" u="sng" spc="-10" dirty="0">
                <a:uFill>
                  <a:solidFill>
                    <a:srgbClr val="000000"/>
                  </a:solidFill>
                </a:uFill>
                <a:latin typeface="Arial"/>
                <a:cs typeface="Arial"/>
                <a:hlinkClick r:id="rId3"/>
              </a:rPr>
              <a:t>balance/</a:t>
            </a:r>
            <a:endParaRPr sz="120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pc="-114" dirty="0"/>
              <a:t>Off-</a:t>
            </a:r>
            <a:r>
              <a:rPr spc="-65" dirty="0"/>
              <a:t>balance</a:t>
            </a:r>
          </a:p>
        </p:txBody>
      </p:sp>
      <p:sp>
        <p:nvSpPr>
          <p:cNvPr id="3" name="object 3"/>
          <p:cNvSpPr txBox="1"/>
          <p:nvPr/>
        </p:nvSpPr>
        <p:spPr>
          <a:xfrm>
            <a:off x="664307" y="2056891"/>
            <a:ext cx="11208385" cy="1330325"/>
          </a:xfrm>
          <a:prstGeom prst="rect">
            <a:avLst/>
          </a:prstGeom>
        </p:spPr>
        <p:txBody>
          <a:bodyPr vert="horz" wrap="square" lIns="0" tIns="5080" rIns="0" bIns="0" rtlCol="0">
            <a:spAutoFit/>
          </a:bodyPr>
          <a:lstStyle/>
          <a:p>
            <a:pPr marL="12700" marR="5080">
              <a:lnSpc>
                <a:spcPct val="119600"/>
              </a:lnSpc>
              <a:spcBef>
                <a:spcPts val="40"/>
              </a:spcBef>
            </a:pPr>
            <a:r>
              <a:rPr sz="2400" dirty="0">
                <a:solidFill>
                  <a:srgbClr val="747474"/>
                </a:solidFill>
                <a:latin typeface="Arial"/>
                <a:cs typeface="Arial"/>
              </a:rPr>
              <a:t>If</a:t>
            </a:r>
            <a:r>
              <a:rPr sz="2400" spc="-170" dirty="0">
                <a:solidFill>
                  <a:srgbClr val="747474"/>
                </a:solidFill>
                <a:latin typeface="Arial"/>
                <a:cs typeface="Arial"/>
              </a:rPr>
              <a:t> </a:t>
            </a:r>
            <a:r>
              <a:rPr sz="2400" spc="-20" dirty="0">
                <a:solidFill>
                  <a:srgbClr val="747474"/>
                </a:solidFill>
                <a:latin typeface="Arial"/>
                <a:cs typeface="Arial"/>
              </a:rPr>
              <a:t>you</a:t>
            </a:r>
            <a:r>
              <a:rPr sz="2400" spc="-145" dirty="0">
                <a:solidFill>
                  <a:srgbClr val="747474"/>
                </a:solidFill>
                <a:latin typeface="Arial"/>
                <a:cs typeface="Arial"/>
              </a:rPr>
              <a:t> </a:t>
            </a:r>
            <a:r>
              <a:rPr sz="2400" dirty="0">
                <a:solidFill>
                  <a:srgbClr val="747474"/>
                </a:solidFill>
                <a:latin typeface="Arial"/>
                <a:cs typeface="Arial"/>
              </a:rPr>
              <a:t>know</a:t>
            </a:r>
            <a:r>
              <a:rPr sz="2400" spc="-130" dirty="0">
                <a:solidFill>
                  <a:srgbClr val="747474"/>
                </a:solidFill>
                <a:latin typeface="Arial"/>
                <a:cs typeface="Arial"/>
              </a:rPr>
              <a:t> </a:t>
            </a:r>
            <a:r>
              <a:rPr sz="2400" dirty="0">
                <a:solidFill>
                  <a:srgbClr val="747474"/>
                </a:solidFill>
                <a:latin typeface="Arial"/>
                <a:cs typeface="Arial"/>
              </a:rPr>
              <a:t>the</a:t>
            </a:r>
            <a:r>
              <a:rPr sz="2400" spc="-114" dirty="0">
                <a:solidFill>
                  <a:srgbClr val="747474"/>
                </a:solidFill>
                <a:latin typeface="Arial"/>
                <a:cs typeface="Arial"/>
              </a:rPr>
              <a:t> </a:t>
            </a:r>
            <a:r>
              <a:rPr sz="2400" spc="-40" dirty="0">
                <a:solidFill>
                  <a:srgbClr val="747474"/>
                </a:solidFill>
                <a:latin typeface="Arial"/>
                <a:cs typeface="Arial"/>
              </a:rPr>
              <a:t>rules,</a:t>
            </a:r>
            <a:r>
              <a:rPr sz="2400" spc="-125" dirty="0">
                <a:solidFill>
                  <a:srgbClr val="747474"/>
                </a:solidFill>
                <a:latin typeface="Arial"/>
                <a:cs typeface="Arial"/>
              </a:rPr>
              <a:t> </a:t>
            </a:r>
            <a:r>
              <a:rPr sz="2400" spc="-10" dirty="0">
                <a:solidFill>
                  <a:srgbClr val="747474"/>
                </a:solidFill>
                <a:latin typeface="Arial"/>
                <a:cs typeface="Arial"/>
              </a:rPr>
              <a:t>then</a:t>
            </a:r>
            <a:r>
              <a:rPr sz="2400" spc="-120" dirty="0">
                <a:solidFill>
                  <a:srgbClr val="747474"/>
                </a:solidFill>
                <a:latin typeface="Arial"/>
                <a:cs typeface="Arial"/>
              </a:rPr>
              <a:t> </a:t>
            </a:r>
            <a:r>
              <a:rPr sz="2400" spc="-20" dirty="0">
                <a:solidFill>
                  <a:srgbClr val="747474"/>
                </a:solidFill>
                <a:latin typeface="Arial"/>
                <a:cs typeface="Arial"/>
              </a:rPr>
              <a:t>you</a:t>
            </a:r>
            <a:r>
              <a:rPr sz="2400" spc="-135" dirty="0">
                <a:solidFill>
                  <a:srgbClr val="747474"/>
                </a:solidFill>
                <a:latin typeface="Arial"/>
                <a:cs typeface="Arial"/>
              </a:rPr>
              <a:t> </a:t>
            </a:r>
            <a:r>
              <a:rPr sz="2400" dirty="0">
                <a:solidFill>
                  <a:srgbClr val="747474"/>
                </a:solidFill>
                <a:latin typeface="Arial"/>
                <a:cs typeface="Arial"/>
              </a:rPr>
              <a:t>can</a:t>
            </a:r>
            <a:r>
              <a:rPr sz="2400" spc="-110" dirty="0">
                <a:solidFill>
                  <a:srgbClr val="747474"/>
                </a:solidFill>
                <a:latin typeface="Arial"/>
                <a:cs typeface="Arial"/>
              </a:rPr>
              <a:t> </a:t>
            </a:r>
            <a:r>
              <a:rPr sz="2400" spc="-35" dirty="0">
                <a:solidFill>
                  <a:srgbClr val="747474"/>
                </a:solidFill>
                <a:latin typeface="Arial"/>
                <a:cs typeface="Arial"/>
              </a:rPr>
              <a:t>break</a:t>
            </a:r>
            <a:r>
              <a:rPr sz="2400" spc="-130" dirty="0">
                <a:solidFill>
                  <a:srgbClr val="747474"/>
                </a:solidFill>
                <a:latin typeface="Arial"/>
                <a:cs typeface="Arial"/>
              </a:rPr>
              <a:t> </a:t>
            </a:r>
            <a:r>
              <a:rPr sz="2400" dirty="0">
                <a:solidFill>
                  <a:srgbClr val="747474"/>
                </a:solidFill>
                <a:latin typeface="Arial"/>
                <a:cs typeface="Arial"/>
              </a:rPr>
              <a:t>them</a:t>
            </a:r>
            <a:r>
              <a:rPr sz="2400" spc="-105" dirty="0">
                <a:solidFill>
                  <a:srgbClr val="747474"/>
                </a:solidFill>
                <a:latin typeface="Arial"/>
                <a:cs typeface="Arial"/>
              </a:rPr>
              <a:t> </a:t>
            </a:r>
            <a:r>
              <a:rPr sz="2400" dirty="0">
                <a:solidFill>
                  <a:srgbClr val="747474"/>
                </a:solidFill>
                <a:latin typeface="Arial"/>
                <a:cs typeface="Arial"/>
              </a:rPr>
              <a:t>of</a:t>
            </a:r>
            <a:r>
              <a:rPr sz="2400" spc="-105" dirty="0">
                <a:solidFill>
                  <a:srgbClr val="747474"/>
                </a:solidFill>
                <a:latin typeface="Arial"/>
                <a:cs typeface="Arial"/>
              </a:rPr>
              <a:t> </a:t>
            </a:r>
            <a:r>
              <a:rPr sz="2400" spc="-30" dirty="0">
                <a:solidFill>
                  <a:srgbClr val="747474"/>
                </a:solidFill>
                <a:latin typeface="Arial"/>
                <a:cs typeface="Arial"/>
              </a:rPr>
              <a:t>course,</a:t>
            </a:r>
            <a:r>
              <a:rPr sz="2400" spc="-125" dirty="0">
                <a:solidFill>
                  <a:srgbClr val="747474"/>
                </a:solidFill>
                <a:latin typeface="Arial"/>
                <a:cs typeface="Arial"/>
              </a:rPr>
              <a:t> </a:t>
            </a:r>
            <a:r>
              <a:rPr sz="2400" dirty="0">
                <a:solidFill>
                  <a:srgbClr val="747474"/>
                </a:solidFill>
                <a:latin typeface="Arial"/>
                <a:cs typeface="Arial"/>
              </a:rPr>
              <a:t>and</a:t>
            </a:r>
            <a:r>
              <a:rPr sz="2400" spc="-114" dirty="0">
                <a:solidFill>
                  <a:srgbClr val="747474"/>
                </a:solidFill>
                <a:latin typeface="Arial"/>
                <a:cs typeface="Arial"/>
              </a:rPr>
              <a:t> </a:t>
            </a:r>
            <a:r>
              <a:rPr sz="2400" dirty="0">
                <a:solidFill>
                  <a:srgbClr val="747474"/>
                </a:solidFill>
                <a:latin typeface="Arial"/>
                <a:cs typeface="Arial"/>
              </a:rPr>
              <a:t>lack</a:t>
            </a:r>
            <a:r>
              <a:rPr sz="2400" spc="-120" dirty="0">
                <a:solidFill>
                  <a:srgbClr val="747474"/>
                </a:solidFill>
                <a:latin typeface="Arial"/>
                <a:cs typeface="Arial"/>
              </a:rPr>
              <a:t> </a:t>
            </a:r>
            <a:r>
              <a:rPr sz="2400" dirty="0">
                <a:solidFill>
                  <a:srgbClr val="747474"/>
                </a:solidFill>
                <a:latin typeface="Arial"/>
                <a:cs typeface="Arial"/>
              </a:rPr>
              <a:t>of</a:t>
            </a:r>
            <a:r>
              <a:rPr sz="2400" spc="-105" dirty="0">
                <a:solidFill>
                  <a:srgbClr val="747474"/>
                </a:solidFill>
                <a:latin typeface="Arial"/>
                <a:cs typeface="Arial"/>
              </a:rPr>
              <a:t> </a:t>
            </a:r>
            <a:r>
              <a:rPr sz="2400" spc="-40" dirty="0">
                <a:solidFill>
                  <a:srgbClr val="747474"/>
                </a:solidFill>
                <a:latin typeface="Arial"/>
                <a:cs typeface="Arial"/>
              </a:rPr>
              <a:t>balance</a:t>
            </a:r>
            <a:r>
              <a:rPr sz="2400" spc="-125" dirty="0">
                <a:solidFill>
                  <a:srgbClr val="747474"/>
                </a:solidFill>
                <a:latin typeface="Arial"/>
                <a:cs typeface="Arial"/>
              </a:rPr>
              <a:t> </a:t>
            </a:r>
            <a:r>
              <a:rPr sz="2400" spc="-25" dirty="0">
                <a:solidFill>
                  <a:srgbClr val="747474"/>
                </a:solidFill>
                <a:latin typeface="Arial"/>
                <a:cs typeface="Arial"/>
              </a:rPr>
              <a:t>can </a:t>
            </a:r>
            <a:r>
              <a:rPr sz="2400" spc="-50" dirty="0">
                <a:solidFill>
                  <a:srgbClr val="747474"/>
                </a:solidFill>
                <a:latin typeface="Arial"/>
                <a:cs typeface="Arial"/>
              </a:rPr>
              <a:t>convey</a:t>
            </a:r>
            <a:r>
              <a:rPr sz="2400" spc="-135" dirty="0">
                <a:solidFill>
                  <a:srgbClr val="747474"/>
                </a:solidFill>
                <a:latin typeface="Arial"/>
                <a:cs typeface="Arial"/>
              </a:rPr>
              <a:t> </a:t>
            </a:r>
            <a:r>
              <a:rPr sz="2400" spc="-25" dirty="0">
                <a:solidFill>
                  <a:srgbClr val="747474"/>
                </a:solidFill>
                <a:latin typeface="Arial"/>
                <a:cs typeface="Arial"/>
              </a:rPr>
              <a:t>action</a:t>
            </a:r>
            <a:r>
              <a:rPr sz="2400" spc="-75" dirty="0">
                <a:solidFill>
                  <a:srgbClr val="747474"/>
                </a:solidFill>
                <a:latin typeface="Arial"/>
                <a:cs typeface="Arial"/>
              </a:rPr>
              <a:t> </a:t>
            </a:r>
            <a:r>
              <a:rPr sz="2400" spc="-20" dirty="0">
                <a:solidFill>
                  <a:srgbClr val="747474"/>
                </a:solidFill>
                <a:latin typeface="Arial"/>
                <a:cs typeface="Arial"/>
              </a:rPr>
              <a:t>and</a:t>
            </a:r>
            <a:r>
              <a:rPr sz="2400" spc="-100" dirty="0">
                <a:solidFill>
                  <a:srgbClr val="747474"/>
                </a:solidFill>
                <a:latin typeface="Arial"/>
                <a:cs typeface="Arial"/>
              </a:rPr>
              <a:t> </a:t>
            </a:r>
            <a:r>
              <a:rPr sz="2400" spc="-20" dirty="0">
                <a:solidFill>
                  <a:srgbClr val="747474"/>
                </a:solidFill>
                <a:latin typeface="Arial"/>
                <a:cs typeface="Arial"/>
              </a:rPr>
              <a:t>motion.</a:t>
            </a:r>
            <a:r>
              <a:rPr sz="2400" spc="-65" dirty="0">
                <a:solidFill>
                  <a:srgbClr val="747474"/>
                </a:solidFill>
                <a:latin typeface="Arial"/>
                <a:cs typeface="Arial"/>
              </a:rPr>
              <a:t> </a:t>
            </a:r>
            <a:r>
              <a:rPr sz="2400" spc="-20" dirty="0">
                <a:solidFill>
                  <a:srgbClr val="747474"/>
                </a:solidFill>
                <a:latin typeface="Arial"/>
                <a:cs typeface="Arial"/>
              </a:rPr>
              <a:t>It</a:t>
            </a:r>
            <a:r>
              <a:rPr sz="2400" spc="-140" dirty="0">
                <a:solidFill>
                  <a:srgbClr val="747474"/>
                </a:solidFill>
                <a:latin typeface="Arial"/>
                <a:cs typeface="Arial"/>
              </a:rPr>
              <a:t> </a:t>
            </a:r>
            <a:r>
              <a:rPr sz="2400" spc="-10" dirty="0">
                <a:solidFill>
                  <a:srgbClr val="747474"/>
                </a:solidFill>
                <a:latin typeface="Arial"/>
                <a:cs typeface="Arial"/>
              </a:rPr>
              <a:t>can</a:t>
            </a:r>
            <a:r>
              <a:rPr sz="2400" spc="-85" dirty="0">
                <a:solidFill>
                  <a:srgbClr val="747474"/>
                </a:solidFill>
                <a:latin typeface="Arial"/>
                <a:cs typeface="Arial"/>
              </a:rPr>
              <a:t> </a:t>
            </a:r>
            <a:r>
              <a:rPr sz="2400" spc="-50" dirty="0">
                <a:solidFill>
                  <a:srgbClr val="747474"/>
                </a:solidFill>
                <a:latin typeface="Arial"/>
                <a:cs typeface="Arial"/>
              </a:rPr>
              <a:t>make</a:t>
            </a:r>
            <a:r>
              <a:rPr sz="2400" spc="-125" dirty="0">
                <a:solidFill>
                  <a:srgbClr val="747474"/>
                </a:solidFill>
                <a:latin typeface="Arial"/>
                <a:cs typeface="Arial"/>
              </a:rPr>
              <a:t> </a:t>
            </a:r>
            <a:r>
              <a:rPr sz="2400" spc="-35" dirty="0">
                <a:solidFill>
                  <a:srgbClr val="747474"/>
                </a:solidFill>
                <a:latin typeface="Arial"/>
                <a:cs typeface="Arial"/>
              </a:rPr>
              <a:t>people</a:t>
            </a:r>
            <a:r>
              <a:rPr sz="2400" spc="-100" dirty="0">
                <a:solidFill>
                  <a:srgbClr val="747474"/>
                </a:solidFill>
                <a:latin typeface="Arial"/>
                <a:cs typeface="Arial"/>
              </a:rPr>
              <a:t> </a:t>
            </a:r>
            <a:r>
              <a:rPr sz="2400" spc="-60" dirty="0">
                <a:solidFill>
                  <a:srgbClr val="747474"/>
                </a:solidFill>
                <a:latin typeface="Arial"/>
                <a:cs typeface="Arial"/>
              </a:rPr>
              <a:t>feel</a:t>
            </a:r>
            <a:r>
              <a:rPr sz="2400" spc="-220" dirty="0">
                <a:solidFill>
                  <a:srgbClr val="747474"/>
                </a:solidFill>
                <a:latin typeface="Arial"/>
                <a:cs typeface="Arial"/>
              </a:rPr>
              <a:t> </a:t>
            </a:r>
            <a:r>
              <a:rPr sz="2400" spc="-20" dirty="0">
                <a:solidFill>
                  <a:srgbClr val="747474"/>
                </a:solidFill>
                <a:latin typeface="Arial"/>
                <a:cs typeface="Arial"/>
              </a:rPr>
              <a:t>a</a:t>
            </a:r>
            <a:r>
              <a:rPr sz="2400" spc="-185" dirty="0">
                <a:solidFill>
                  <a:srgbClr val="747474"/>
                </a:solidFill>
                <a:latin typeface="Arial"/>
                <a:cs typeface="Arial"/>
              </a:rPr>
              <a:t> </a:t>
            </a:r>
            <a:r>
              <a:rPr sz="2400" spc="-45" dirty="0">
                <a:solidFill>
                  <a:srgbClr val="747474"/>
                </a:solidFill>
                <a:latin typeface="Arial"/>
                <a:cs typeface="Arial"/>
              </a:rPr>
              <a:t>little</a:t>
            </a:r>
            <a:r>
              <a:rPr sz="2400" spc="-130" dirty="0">
                <a:solidFill>
                  <a:srgbClr val="747474"/>
                </a:solidFill>
                <a:latin typeface="Arial"/>
                <a:cs typeface="Arial"/>
              </a:rPr>
              <a:t> </a:t>
            </a:r>
            <a:r>
              <a:rPr sz="2400" spc="-70" dirty="0">
                <a:solidFill>
                  <a:srgbClr val="747474"/>
                </a:solidFill>
                <a:latin typeface="Arial"/>
                <a:cs typeface="Arial"/>
              </a:rPr>
              <a:t>uneasy</a:t>
            </a:r>
            <a:r>
              <a:rPr sz="2400" spc="-210" dirty="0">
                <a:solidFill>
                  <a:srgbClr val="747474"/>
                </a:solidFill>
                <a:latin typeface="Arial"/>
                <a:cs typeface="Arial"/>
              </a:rPr>
              <a:t> </a:t>
            </a:r>
            <a:r>
              <a:rPr sz="2400" dirty="0">
                <a:solidFill>
                  <a:srgbClr val="747474"/>
                </a:solidFill>
                <a:latin typeface="Arial"/>
                <a:cs typeface="Arial"/>
              </a:rPr>
              <a:t>or</a:t>
            </a:r>
            <a:r>
              <a:rPr sz="2400" spc="-65" dirty="0">
                <a:solidFill>
                  <a:srgbClr val="747474"/>
                </a:solidFill>
                <a:latin typeface="Arial"/>
                <a:cs typeface="Arial"/>
              </a:rPr>
              <a:t> even</a:t>
            </a:r>
            <a:r>
              <a:rPr sz="2400" spc="-225" dirty="0">
                <a:solidFill>
                  <a:srgbClr val="747474"/>
                </a:solidFill>
                <a:latin typeface="Arial"/>
                <a:cs typeface="Arial"/>
              </a:rPr>
              <a:t> </a:t>
            </a:r>
            <a:r>
              <a:rPr sz="2400" spc="-30" dirty="0">
                <a:solidFill>
                  <a:srgbClr val="747474"/>
                </a:solidFill>
                <a:latin typeface="Arial"/>
                <a:cs typeface="Arial"/>
              </a:rPr>
              <a:t>disturbed.</a:t>
            </a:r>
            <a:r>
              <a:rPr sz="2400" spc="-330" dirty="0">
                <a:solidFill>
                  <a:srgbClr val="747474"/>
                </a:solidFill>
                <a:latin typeface="Arial"/>
                <a:cs typeface="Arial"/>
              </a:rPr>
              <a:t> </a:t>
            </a:r>
            <a:r>
              <a:rPr sz="2400" spc="-25" dirty="0">
                <a:solidFill>
                  <a:srgbClr val="747474"/>
                </a:solidFill>
                <a:latin typeface="Arial"/>
                <a:cs typeface="Arial"/>
              </a:rPr>
              <a:t>An </a:t>
            </a:r>
            <a:r>
              <a:rPr sz="2400" spc="-65" dirty="0">
                <a:solidFill>
                  <a:srgbClr val="747474"/>
                </a:solidFill>
                <a:latin typeface="Arial"/>
                <a:cs typeface="Arial"/>
              </a:rPr>
              <a:t>off-</a:t>
            </a:r>
            <a:r>
              <a:rPr sz="2400" spc="-40" dirty="0">
                <a:solidFill>
                  <a:srgbClr val="747474"/>
                </a:solidFill>
                <a:latin typeface="Arial"/>
                <a:cs typeface="Arial"/>
              </a:rPr>
              <a:t>balance</a:t>
            </a:r>
            <a:r>
              <a:rPr sz="2400" spc="-130" dirty="0">
                <a:solidFill>
                  <a:srgbClr val="747474"/>
                </a:solidFill>
                <a:latin typeface="Arial"/>
                <a:cs typeface="Arial"/>
              </a:rPr>
              <a:t> </a:t>
            </a:r>
            <a:r>
              <a:rPr sz="2400" spc="-35" dirty="0">
                <a:solidFill>
                  <a:srgbClr val="747474"/>
                </a:solidFill>
                <a:latin typeface="Arial"/>
                <a:cs typeface="Arial"/>
              </a:rPr>
              <a:t>design</a:t>
            </a:r>
            <a:r>
              <a:rPr sz="2400" spc="-130" dirty="0">
                <a:solidFill>
                  <a:srgbClr val="747474"/>
                </a:solidFill>
                <a:latin typeface="Arial"/>
                <a:cs typeface="Arial"/>
              </a:rPr>
              <a:t> </a:t>
            </a:r>
            <a:r>
              <a:rPr sz="2400" dirty="0">
                <a:solidFill>
                  <a:srgbClr val="747474"/>
                </a:solidFill>
                <a:latin typeface="Arial"/>
                <a:cs typeface="Arial"/>
              </a:rPr>
              <a:t>can</a:t>
            </a:r>
            <a:r>
              <a:rPr sz="2400" spc="-114" dirty="0">
                <a:solidFill>
                  <a:srgbClr val="747474"/>
                </a:solidFill>
                <a:latin typeface="Arial"/>
                <a:cs typeface="Arial"/>
              </a:rPr>
              <a:t> </a:t>
            </a:r>
            <a:r>
              <a:rPr sz="2400" spc="-25" dirty="0">
                <a:solidFill>
                  <a:srgbClr val="747474"/>
                </a:solidFill>
                <a:latin typeface="Arial"/>
                <a:cs typeface="Arial"/>
              </a:rPr>
              <a:t>make</a:t>
            </a:r>
            <a:r>
              <a:rPr sz="2400" spc="-114" dirty="0">
                <a:solidFill>
                  <a:srgbClr val="747474"/>
                </a:solidFill>
                <a:latin typeface="Arial"/>
                <a:cs typeface="Arial"/>
              </a:rPr>
              <a:t> </a:t>
            </a:r>
            <a:r>
              <a:rPr sz="2400" spc="-25" dirty="0">
                <a:solidFill>
                  <a:srgbClr val="747474"/>
                </a:solidFill>
                <a:latin typeface="Arial"/>
                <a:cs typeface="Arial"/>
              </a:rPr>
              <a:t>people</a:t>
            </a:r>
            <a:r>
              <a:rPr sz="2400" spc="-110" dirty="0">
                <a:solidFill>
                  <a:srgbClr val="747474"/>
                </a:solidFill>
                <a:latin typeface="Arial"/>
                <a:cs typeface="Arial"/>
              </a:rPr>
              <a:t> </a:t>
            </a:r>
            <a:r>
              <a:rPr sz="2400" spc="-10" dirty="0">
                <a:solidFill>
                  <a:srgbClr val="747474"/>
                </a:solidFill>
                <a:latin typeface="Arial"/>
                <a:cs typeface="Arial"/>
              </a:rPr>
              <a:t>think.</a:t>
            </a:r>
            <a:r>
              <a:rPr sz="2400" spc="-105" dirty="0">
                <a:solidFill>
                  <a:srgbClr val="747474"/>
                </a:solidFill>
                <a:latin typeface="Arial"/>
                <a:cs typeface="Arial"/>
              </a:rPr>
              <a:t> </a:t>
            </a:r>
            <a:r>
              <a:rPr sz="2400" dirty="0">
                <a:solidFill>
                  <a:srgbClr val="747474"/>
                </a:solidFill>
                <a:latin typeface="Arial"/>
                <a:cs typeface="Arial"/>
              </a:rPr>
              <a:t>Just</a:t>
            </a:r>
            <a:r>
              <a:rPr sz="2400" spc="-85" dirty="0">
                <a:solidFill>
                  <a:srgbClr val="747474"/>
                </a:solidFill>
                <a:latin typeface="Arial"/>
                <a:cs typeface="Arial"/>
              </a:rPr>
              <a:t> </a:t>
            </a:r>
            <a:r>
              <a:rPr sz="2400" dirty="0">
                <a:solidFill>
                  <a:srgbClr val="747474"/>
                </a:solidFill>
                <a:latin typeface="Arial"/>
                <a:cs typeface="Arial"/>
              </a:rPr>
              <a:t>don’t</a:t>
            </a:r>
            <a:r>
              <a:rPr sz="2400" spc="-30" dirty="0">
                <a:solidFill>
                  <a:srgbClr val="747474"/>
                </a:solidFill>
                <a:latin typeface="Arial"/>
                <a:cs typeface="Arial"/>
              </a:rPr>
              <a:t> </a:t>
            </a:r>
            <a:r>
              <a:rPr sz="2400" dirty="0">
                <a:solidFill>
                  <a:srgbClr val="747474"/>
                </a:solidFill>
                <a:latin typeface="Arial"/>
                <a:cs typeface="Arial"/>
              </a:rPr>
              <a:t>let</a:t>
            </a:r>
            <a:r>
              <a:rPr sz="2400" spc="-110" dirty="0">
                <a:solidFill>
                  <a:srgbClr val="747474"/>
                </a:solidFill>
                <a:latin typeface="Arial"/>
                <a:cs typeface="Arial"/>
              </a:rPr>
              <a:t> </a:t>
            </a:r>
            <a:r>
              <a:rPr sz="2400" dirty="0">
                <a:solidFill>
                  <a:srgbClr val="747474"/>
                </a:solidFill>
                <a:latin typeface="Arial"/>
                <a:cs typeface="Arial"/>
              </a:rPr>
              <a:t>it</a:t>
            </a:r>
            <a:r>
              <a:rPr sz="2400" spc="-85" dirty="0">
                <a:solidFill>
                  <a:srgbClr val="747474"/>
                </a:solidFill>
                <a:latin typeface="Arial"/>
                <a:cs typeface="Arial"/>
              </a:rPr>
              <a:t> </a:t>
            </a:r>
            <a:r>
              <a:rPr sz="2400" spc="-30" dirty="0">
                <a:solidFill>
                  <a:srgbClr val="747474"/>
                </a:solidFill>
                <a:latin typeface="Arial"/>
                <a:cs typeface="Arial"/>
              </a:rPr>
              <a:t>happen</a:t>
            </a:r>
            <a:r>
              <a:rPr sz="2400" spc="-110" dirty="0">
                <a:solidFill>
                  <a:srgbClr val="747474"/>
                </a:solidFill>
                <a:latin typeface="Arial"/>
                <a:cs typeface="Arial"/>
              </a:rPr>
              <a:t> </a:t>
            </a:r>
            <a:r>
              <a:rPr sz="2400" spc="-30" dirty="0">
                <a:solidFill>
                  <a:srgbClr val="747474"/>
                </a:solidFill>
                <a:latin typeface="Arial"/>
                <a:cs typeface="Arial"/>
              </a:rPr>
              <a:t>by</a:t>
            </a:r>
            <a:r>
              <a:rPr sz="2400" spc="-150" dirty="0">
                <a:solidFill>
                  <a:srgbClr val="747474"/>
                </a:solidFill>
                <a:latin typeface="Arial"/>
                <a:cs typeface="Arial"/>
              </a:rPr>
              <a:t> </a:t>
            </a:r>
            <a:r>
              <a:rPr sz="2400" spc="-10" dirty="0">
                <a:solidFill>
                  <a:srgbClr val="747474"/>
                </a:solidFill>
                <a:latin typeface="Arial"/>
                <a:cs typeface="Arial"/>
              </a:rPr>
              <a:t>accident.</a:t>
            </a:r>
            <a:endParaRPr sz="2400">
              <a:latin typeface="Arial"/>
              <a:cs typeface="Arial"/>
            </a:endParaRPr>
          </a:p>
        </p:txBody>
      </p:sp>
      <p:sp>
        <p:nvSpPr>
          <p:cNvPr id="4" name="object 4"/>
          <p:cNvSpPr txBox="1"/>
          <p:nvPr/>
        </p:nvSpPr>
        <p:spPr>
          <a:xfrm>
            <a:off x="8678659" y="9411716"/>
            <a:ext cx="3959225" cy="208279"/>
          </a:xfrm>
          <a:prstGeom prst="rect">
            <a:avLst/>
          </a:prstGeom>
        </p:spPr>
        <p:txBody>
          <a:bodyPr vert="horz" wrap="square" lIns="0" tIns="12700" rIns="0" bIns="0" rtlCol="0">
            <a:spAutoFit/>
          </a:bodyPr>
          <a:lstStyle/>
          <a:p>
            <a:pPr marL="12700">
              <a:lnSpc>
                <a:spcPct val="100000"/>
              </a:lnSpc>
              <a:spcBef>
                <a:spcPts val="100"/>
              </a:spcBef>
            </a:pPr>
            <a:r>
              <a:rPr sz="1200" u="sng" spc="-25" dirty="0">
                <a:uFill>
                  <a:solidFill>
                    <a:srgbClr val="000000"/>
                  </a:solidFill>
                </a:uFill>
                <a:latin typeface="Arial"/>
                <a:cs typeface="Arial"/>
                <a:hlinkClick r:id="rId2"/>
              </a:rPr>
              <a:t>http://www.sitepoint.com/principles-</a:t>
            </a:r>
            <a:r>
              <a:rPr sz="1200" u="sng" spc="-20" dirty="0">
                <a:uFill>
                  <a:solidFill>
                    <a:srgbClr val="000000"/>
                  </a:solidFill>
                </a:uFill>
                <a:latin typeface="Arial"/>
                <a:cs typeface="Arial"/>
                <a:hlinkClick r:id="rId2"/>
              </a:rPr>
              <a:t>of-good-design-</a:t>
            </a:r>
            <a:r>
              <a:rPr sz="1200" u="sng" spc="-10" dirty="0">
                <a:uFill>
                  <a:solidFill>
                    <a:srgbClr val="000000"/>
                  </a:solidFill>
                </a:uFill>
                <a:latin typeface="Arial"/>
                <a:cs typeface="Arial"/>
                <a:hlinkClick r:id="rId2"/>
              </a:rPr>
              <a:t>balance/</a:t>
            </a:r>
            <a:endParaRPr sz="1200">
              <a:latin typeface="Arial"/>
              <a:cs typeface="Arial"/>
            </a:endParaRPr>
          </a:p>
        </p:txBody>
      </p:sp>
      <p:pic>
        <p:nvPicPr>
          <p:cNvPr id="5" name="object 5"/>
          <p:cNvPicPr/>
          <p:nvPr/>
        </p:nvPicPr>
        <p:blipFill>
          <a:blip r:embed="rId3" cstate="print"/>
          <a:stretch>
            <a:fillRect/>
          </a:stretch>
        </p:blipFill>
        <p:spPr>
          <a:xfrm>
            <a:off x="679574" y="3700990"/>
            <a:ext cx="7866785" cy="590008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2399" y="1699981"/>
            <a:ext cx="12619995" cy="7826829"/>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40" dirty="0"/>
              <a:t>Size</a:t>
            </a:r>
            <a:r>
              <a:rPr spc="-330" dirty="0"/>
              <a:t> </a:t>
            </a:r>
            <a:r>
              <a:rPr dirty="0"/>
              <a:t>-</a:t>
            </a:r>
            <a:r>
              <a:rPr spc="235" dirty="0"/>
              <a:t> </a:t>
            </a:r>
            <a:r>
              <a:rPr sz="2600" spc="-75" dirty="0"/>
              <a:t>This</a:t>
            </a:r>
            <a:r>
              <a:rPr sz="2600" spc="-170" dirty="0"/>
              <a:t> </a:t>
            </a:r>
            <a:r>
              <a:rPr sz="2600" spc="-35" dirty="0"/>
              <a:t>one</a:t>
            </a:r>
            <a:r>
              <a:rPr sz="2600" spc="-100" dirty="0"/>
              <a:t> </a:t>
            </a:r>
            <a:r>
              <a:rPr sz="2600" spc="-45" dirty="0"/>
              <a:t>is</a:t>
            </a:r>
            <a:r>
              <a:rPr sz="2600" spc="-150" dirty="0"/>
              <a:t> </a:t>
            </a:r>
            <a:r>
              <a:rPr sz="2600" spc="-45" dirty="0"/>
              <a:t>simple</a:t>
            </a:r>
            <a:r>
              <a:rPr sz="2600" spc="-100" dirty="0"/>
              <a:t> </a:t>
            </a:r>
            <a:r>
              <a:rPr sz="2600" spc="-40" dirty="0"/>
              <a:t>enough:</a:t>
            </a:r>
            <a:r>
              <a:rPr sz="2600" spc="-85" dirty="0"/>
              <a:t> </a:t>
            </a:r>
            <a:r>
              <a:rPr sz="2600" spc="-30" dirty="0"/>
              <a:t>people</a:t>
            </a:r>
            <a:r>
              <a:rPr sz="2600" spc="-70" dirty="0"/>
              <a:t> </a:t>
            </a:r>
            <a:r>
              <a:rPr sz="2600" spc="-85" dirty="0"/>
              <a:t>r</a:t>
            </a:r>
            <a:r>
              <a:rPr sz="2600" spc="-80" dirty="0"/>
              <a:t>ea</a:t>
            </a:r>
            <a:r>
              <a:rPr sz="2600" spc="180" dirty="0"/>
              <a:t>d</a:t>
            </a:r>
            <a:r>
              <a:rPr sz="7800" spc="-120" dirty="0"/>
              <a:t>b</a:t>
            </a:r>
            <a:r>
              <a:rPr sz="7800" spc="-110" dirty="0"/>
              <a:t>i</a:t>
            </a:r>
            <a:r>
              <a:rPr sz="7800" spc="-120" dirty="0"/>
              <a:t>gg</a:t>
            </a:r>
            <a:r>
              <a:rPr sz="7800" spc="-114" dirty="0"/>
              <a:t>e</a:t>
            </a:r>
            <a:r>
              <a:rPr sz="7800" spc="590" dirty="0"/>
              <a:t>r</a:t>
            </a:r>
            <a:r>
              <a:rPr sz="2600" spc="-50" dirty="0"/>
              <a:t>t</a:t>
            </a:r>
            <a:r>
              <a:rPr sz="2600" spc="-45" dirty="0"/>
              <a:t>h</a:t>
            </a:r>
            <a:r>
              <a:rPr sz="2600" spc="-55" dirty="0"/>
              <a:t>i</a:t>
            </a:r>
            <a:r>
              <a:rPr sz="2600" spc="-50" dirty="0"/>
              <a:t>ng</a:t>
            </a:r>
            <a:r>
              <a:rPr sz="2600" spc="-10" dirty="0"/>
              <a:t>s</a:t>
            </a:r>
            <a:r>
              <a:rPr sz="2600" spc="-80" dirty="0"/>
              <a:t> </a:t>
            </a:r>
            <a:r>
              <a:rPr sz="2600" spc="-10" dirty="0"/>
              <a:t>first.</a:t>
            </a:r>
            <a:endParaRPr sz="2600"/>
          </a:p>
        </p:txBody>
      </p:sp>
      <p:sp>
        <p:nvSpPr>
          <p:cNvPr id="4" name="object 4"/>
          <p:cNvSpPr txBox="1"/>
          <p:nvPr/>
        </p:nvSpPr>
        <p:spPr>
          <a:xfrm>
            <a:off x="3776802" y="9347707"/>
            <a:ext cx="531749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a:cs typeface="Arial"/>
              </a:rPr>
              <a:t>https://99designs.com/designer-blog/2014/06/09/6-principles-of-visual-</a:t>
            </a:r>
            <a:r>
              <a:rPr sz="1200" spc="-10" dirty="0">
                <a:latin typeface="Arial"/>
                <a:cs typeface="Arial"/>
              </a:rPr>
              <a:t>hierarchy/</a:t>
            </a:r>
            <a:endParaRPr sz="12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86" y="990092"/>
            <a:ext cx="2351405" cy="665480"/>
          </a:xfrm>
          <a:prstGeom prst="rect">
            <a:avLst/>
          </a:prstGeom>
        </p:spPr>
        <p:txBody>
          <a:bodyPr vert="horz" wrap="square" lIns="0" tIns="12700" rIns="0" bIns="0" rtlCol="0">
            <a:spAutoFit/>
          </a:bodyPr>
          <a:lstStyle/>
          <a:p>
            <a:pPr marL="12700">
              <a:lnSpc>
                <a:spcPct val="100000"/>
              </a:lnSpc>
              <a:spcBef>
                <a:spcPts val="100"/>
              </a:spcBef>
            </a:pPr>
            <a:r>
              <a:rPr spc="-70" dirty="0"/>
              <a:t>Questions</a:t>
            </a:r>
          </a:p>
        </p:txBody>
      </p:sp>
      <p:sp>
        <p:nvSpPr>
          <p:cNvPr id="3" name="object 3"/>
          <p:cNvSpPr txBox="1"/>
          <p:nvPr/>
        </p:nvSpPr>
        <p:spPr>
          <a:xfrm>
            <a:off x="4918075" y="1062228"/>
            <a:ext cx="3557270" cy="7645400"/>
          </a:xfrm>
          <a:prstGeom prst="rect">
            <a:avLst/>
          </a:prstGeom>
        </p:spPr>
        <p:txBody>
          <a:bodyPr vert="horz" wrap="square" lIns="0" tIns="12700" rIns="0" bIns="0" rtlCol="0">
            <a:spAutoFit/>
          </a:bodyPr>
          <a:lstStyle/>
          <a:p>
            <a:pPr marL="12700">
              <a:lnSpc>
                <a:spcPct val="100000"/>
              </a:lnSpc>
              <a:spcBef>
                <a:spcPts val="100"/>
              </a:spcBef>
            </a:pPr>
            <a:r>
              <a:rPr sz="50000" spc="-330" dirty="0">
                <a:solidFill>
                  <a:srgbClr val="747474"/>
                </a:solidFill>
                <a:latin typeface="Arial"/>
                <a:cs typeface="Arial"/>
              </a:rPr>
              <a:t>?</a:t>
            </a:r>
            <a:endParaRPr sz="500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TotalTime>
  <Words>1299</Words>
  <Application>Microsoft Macintosh PowerPoint</Application>
  <PresentationFormat>Custom</PresentationFormat>
  <Paragraphs>94</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 Unicode MS</vt:lpstr>
      <vt:lpstr>Arial</vt:lpstr>
      <vt:lpstr>Courier New</vt:lpstr>
      <vt:lpstr>Georgia</vt:lpstr>
      <vt:lpstr>Helvetica Neue</vt:lpstr>
      <vt:lpstr>Helvetica Neue Light</vt:lpstr>
      <vt:lpstr>Office Theme</vt:lpstr>
      <vt:lpstr>PowerPoint Presentation</vt:lpstr>
      <vt:lpstr>PowerPoint Presentation</vt:lpstr>
      <vt:lpstr>The Golden ratio cont…</vt:lpstr>
      <vt:lpstr>Take a square and multiply one side of by 1.618 and you get a rectangle of harmonious proportions:</vt:lpstr>
      <vt:lpstr>Now, if you lay the square over the rectangle the two shapes will give you the Golden Ratio:</vt:lpstr>
      <vt:lpstr>If you keep applying the Golden Ratio formula to the new rectangle on the far right of the image, you will eventually get this diagram with progressively smaller squares:</vt:lpstr>
      <vt:lpstr>If you take our Golden Ratio diagram, and draw an arch in each square, from one corner to the opposite corner, you will draw the first curve of the Golden Spiral (or Fibonacci Sequence)</vt:lpstr>
      <vt:lpstr>The Golden Spiral</vt:lpstr>
      <vt:lpstr>PowerPoint Presentation</vt:lpstr>
      <vt:lpstr>PowerPoint Presentation</vt:lpstr>
      <vt:lpstr>PowerPoint Presentation</vt:lpstr>
      <vt:lpstr>PowerPoint Presentation</vt:lpstr>
      <vt:lpstr>PowerPoint Presentation</vt:lpstr>
      <vt:lpstr>Break a layout into two columns using the Golden Ratio. Working within these two shapes your layout will abide by the harmonious proportions of the Golden Ratio.</vt:lpstr>
      <vt:lpstr>More layout examples</vt:lpstr>
      <vt:lpstr>Content with the golden spiral</vt:lpstr>
      <vt:lpstr>Rule of Thirds - Dynamism</vt:lpstr>
      <vt:lpstr>Rule of Thirds</vt:lpstr>
      <vt:lpstr>PowerPoint Presentation</vt:lpstr>
      <vt:lpstr>PowerPoint Presentation</vt:lpstr>
      <vt:lpstr>PowerPoint Presentation</vt:lpstr>
      <vt:lpstr>The ‘Golden’ rule of thirds</vt:lpstr>
      <vt:lpstr>PowerPoint Presentation</vt:lpstr>
      <vt:lpstr>Golden circles</vt:lpstr>
      <vt:lpstr>PowerPoint Presentation</vt:lpstr>
      <vt:lpstr>Lastly - The Golden Triangle</vt:lpstr>
      <vt:lpstr>Balance - symmetry or asymmetry</vt:lpstr>
      <vt:lpstr>Symmetry</vt:lpstr>
      <vt:lpstr>Diagonal symmetry</vt:lpstr>
      <vt:lpstr>Asymmetry</vt:lpstr>
      <vt:lpstr>Off-balance</vt:lpstr>
      <vt:lpstr>Size - This one is simple enough: people readbiggerthings first.</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Matthew Prichard</cp:lastModifiedBy>
  <cp:revision>2</cp:revision>
  <dcterms:created xsi:type="dcterms:W3CDTF">2024-02-05T15:43:08Z</dcterms:created>
  <dcterms:modified xsi:type="dcterms:W3CDTF">2025-02-04T15:25:20Z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2022-02-17T00:00:00Z</vt:filetime>
  </property>
  <property fmtid="{D5CDD505-2E9C-101B-9397-08002B2CF9AE}" pid="3" name="LastSaved">
    <vt:filetime>2024-02-05T00:00:00Z</vt:filetime>
  </property>
  <property fmtid="{D5CDD505-2E9C-101B-9397-08002B2CF9AE}" pid="4" name="Producer">
    <vt:lpwstr>macOS Version 12.1 (Build 21C52) Quartz PDFContext</vt:lpwstr>
  </property>
</Properties>
</file>